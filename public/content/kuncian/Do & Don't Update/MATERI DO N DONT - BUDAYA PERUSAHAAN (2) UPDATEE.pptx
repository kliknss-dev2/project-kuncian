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4.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4" r:id="rId2"/>
    <p:sldMasterId id="2147483679" r:id="rId3"/>
    <p:sldMasterId id="2147483695" r:id="rId4"/>
    <p:sldMasterId id="2147483716" r:id="rId5"/>
  </p:sldMasterIdLst>
  <p:notesMasterIdLst>
    <p:notesMasterId r:id="rId45"/>
  </p:notesMasterIdLst>
  <p:sldIdLst>
    <p:sldId id="29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93" r:id="rId23"/>
    <p:sldId id="274" r:id="rId24"/>
    <p:sldId id="275" r:id="rId25"/>
    <p:sldId id="276" r:id="rId26"/>
    <p:sldId id="277" r:id="rId27"/>
    <p:sldId id="278" r:id="rId28"/>
    <p:sldId id="294" r:id="rId29"/>
    <p:sldId id="279" r:id="rId30"/>
    <p:sldId id="280" r:id="rId31"/>
    <p:sldId id="281" r:id="rId32"/>
    <p:sldId id="282" r:id="rId33"/>
    <p:sldId id="283" r:id="rId34"/>
    <p:sldId id="284" r:id="rId35"/>
    <p:sldId id="295" r:id="rId36"/>
    <p:sldId id="285" r:id="rId37"/>
    <p:sldId id="286" r:id="rId38"/>
    <p:sldId id="287" r:id="rId39"/>
    <p:sldId id="288" r:id="rId40"/>
    <p:sldId id="289" r:id="rId41"/>
    <p:sldId id="290" r:id="rId42"/>
    <p:sldId id="296" r:id="rId43"/>
    <p:sldId id="292" r:id="rId44"/>
  </p:sldIdLst>
  <p:sldSz cx="18288000" cy="10287000"/>
  <p:notesSz cx="6858000" cy="9144000"/>
  <p:embeddedFontLst>
    <p:embeddedFont>
      <p:font typeface="Calibri" panose="020F0502020204030204" pitchFamily="34" charset="0"/>
      <p:regular r:id="rId46"/>
      <p:bold r:id="rId47"/>
      <p:italic r:id="rId48"/>
      <p:boldItalic r:id="rId49"/>
    </p:embeddedFont>
    <p:embeddedFont>
      <p:font typeface="Corsiva" panose="020B0604020202020204" charset="0"/>
      <p:regular r:id="rId50"/>
      <p:bold r:id="rId51"/>
      <p:italic r:id="rId52"/>
      <p:boldItalic r:id="rId53"/>
    </p:embeddedFont>
    <p:embeddedFont>
      <p:font typeface="Courgette" panose="020B0604020202020204" charset="0"/>
      <p:regular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31">
          <p15:clr>
            <a:srgbClr val="A4A3A4"/>
          </p15:clr>
        </p15:guide>
        <p15:guide id="2" pos="2888">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7" roundtripDataSignature="AMtx7mgAWts6c9b1ywnRGK4YH5r4CHU89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2537793-60EC-4F76-B13B-629B2EB732DD}">
  <a:tblStyle styleId="{22537793-60EC-4F76-B13B-629B2EB732DD}"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1" d="100"/>
          <a:sy n="41" d="100"/>
        </p:scale>
        <p:origin x="1344" y="40"/>
      </p:cViewPr>
      <p:guideLst>
        <p:guide orient="horz" pos="2231"/>
        <p:guide pos="288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font" Target="fonts/font2.fntdata"/><Relationship Id="rId50" Type="http://schemas.openxmlformats.org/officeDocument/2006/relationships/font" Target="fonts/font5.fntdata"/><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3" Type="http://schemas.openxmlformats.org/officeDocument/2006/relationships/font" Target="fonts/font8.fntdata"/><Relationship Id="rId79" Type="http://schemas.openxmlformats.org/officeDocument/2006/relationships/viewProps" Target="viewProps.xml"/><Relationship Id="rId5" Type="http://schemas.openxmlformats.org/officeDocument/2006/relationships/slideMaster" Target="slideMasters/slideMaster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font" Target="fonts/font3.fntdata"/><Relationship Id="rId77" Type="http://customschemas.google.com/relationships/presentationmetadata" Target="metadata"/><Relationship Id="rId8" Type="http://schemas.openxmlformats.org/officeDocument/2006/relationships/slide" Target="slides/slide3.xml"/><Relationship Id="rId51" Type="http://schemas.openxmlformats.org/officeDocument/2006/relationships/font" Target="fonts/font6.fntdata"/><Relationship Id="rId8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1.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4.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7.fntdata"/><Relationship Id="rId78" Type="http://schemas.openxmlformats.org/officeDocument/2006/relationships/presProps" Target="presProps.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993879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16973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3624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7" name="Google Shape;34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extLst>
      <p:ext uri="{BB962C8B-B14F-4D97-AF65-F5344CB8AC3E}">
        <p14:creationId xmlns:p14="http://schemas.microsoft.com/office/powerpoint/2010/main" val="3314898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0926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1308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9976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0" name="Google Shape;42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8103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4196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 name="Google Shape;46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1696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3295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9629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7" name="Google Shape;52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a:t>Integrity berarti bersikap &amp; berperilaku jujur terhadap setiap ketentuan yang berlaku di perusahaan, tidak mrugikan perusahaan, berani melaporkan segala bentuk ketidakjujuran/kecurangan/fraud yang dilihatnya, serta  mendukung sepenuhnya terhadap tercapainya visi dan misi perusahaan</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528" name="Google Shape;528;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a:t>
            </a:fld>
            <a:endParaRPr/>
          </a:p>
        </p:txBody>
      </p:sp>
    </p:spTree>
    <p:extLst>
      <p:ext uri="{BB962C8B-B14F-4D97-AF65-F5344CB8AC3E}">
        <p14:creationId xmlns:p14="http://schemas.microsoft.com/office/powerpoint/2010/main" val="14718557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62449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6373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4" name="Google Shape;60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52777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6" name="Google Shape;61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8401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a:extLst>
            <a:ext uri="{FF2B5EF4-FFF2-40B4-BE49-F238E27FC236}">
              <a16:creationId xmlns:a16="http://schemas.microsoft.com/office/drawing/2014/main" id="{AB2F3E5D-5D11-ADF0-9F6A-E4C011720E0D}"/>
            </a:ext>
          </a:extLst>
        </p:cNvPr>
        <p:cNvGrpSpPr/>
        <p:nvPr/>
      </p:nvGrpSpPr>
      <p:grpSpPr>
        <a:xfrm>
          <a:off x="0" y="0"/>
          <a:ext cx="0" cy="0"/>
          <a:chOff x="0" y="0"/>
          <a:chExt cx="0" cy="0"/>
        </a:xfrm>
      </p:grpSpPr>
      <p:sp>
        <p:nvSpPr>
          <p:cNvPr id="570" name="Google Shape;570;p15:notes">
            <a:extLst>
              <a:ext uri="{FF2B5EF4-FFF2-40B4-BE49-F238E27FC236}">
                <a16:creationId xmlns:a16="http://schemas.microsoft.com/office/drawing/2014/main" id="{EB005B10-6286-111E-4791-85688FED991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5:notes">
            <a:extLst>
              <a:ext uri="{FF2B5EF4-FFF2-40B4-BE49-F238E27FC236}">
                <a16:creationId xmlns:a16="http://schemas.microsoft.com/office/drawing/2014/main" id="{32FCEE57-6EA6-07CB-29F0-549F4397D5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2361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0" name="Google Shape;63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71245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5" name="Google Shape;64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a:t>Customer satisfaction berarti mengutamakan kepentingan customer, memberikan pelayanan terbaik yang dapat memenuhi bahkan melebihi ekspektasi kepuasan customer</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646" name="Google Shape;64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20</a:t>
            </a:fld>
            <a:endParaRPr/>
          </a:p>
        </p:txBody>
      </p:sp>
    </p:spTree>
    <p:extLst>
      <p:ext uri="{BB962C8B-B14F-4D97-AF65-F5344CB8AC3E}">
        <p14:creationId xmlns:p14="http://schemas.microsoft.com/office/powerpoint/2010/main" val="41913133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1" name="Google Shape;69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18466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2" name="Google Shape;71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87146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7" name="Google Shape;72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07208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a:extLst>
            <a:ext uri="{FF2B5EF4-FFF2-40B4-BE49-F238E27FC236}">
              <a16:creationId xmlns:a16="http://schemas.microsoft.com/office/drawing/2014/main" id="{15E49B97-310D-72F7-64FC-E9910ACB03CE}"/>
            </a:ext>
          </a:extLst>
        </p:cNvPr>
        <p:cNvGrpSpPr/>
        <p:nvPr/>
      </p:nvGrpSpPr>
      <p:grpSpPr>
        <a:xfrm>
          <a:off x="0" y="0"/>
          <a:ext cx="0" cy="0"/>
          <a:chOff x="0" y="0"/>
          <a:chExt cx="0" cy="0"/>
        </a:xfrm>
      </p:grpSpPr>
      <p:sp>
        <p:nvSpPr>
          <p:cNvPr id="570" name="Google Shape;570;p15:notes">
            <a:extLst>
              <a:ext uri="{FF2B5EF4-FFF2-40B4-BE49-F238E27FC236}">
                <a16:creationId xmlns:a16="http://schemas.microsoft.com/office/drawing/2014/main" id="{9A2BE408-DA3A-5F40-E7F9-968B8BC60D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5:notes">
            <a:extLst>
              <a:ext uri="{FF2B5EF4-FFF2-40B4-BE49-F238E27FC236}">
                <a16:creationId xmlns:a16="http://schemas.microsoft.com/office/drawing/2014/main" id="{9F2FE1BE-368D-B59C-071F-1F8D92EF6F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48495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3" name="Google Shape;74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00028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9" name="Google Shape;759;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dirty="0"/>
              <a:t>Excellent Achievement </a:t>
            </a:r>
            <a:r>
              <a:rPr lang="en-GB" dirty="0" err="1"/>
              <a:t>berarti</a:t>
            </a:r>
            <a:r>
              <a:rPr lang="en-GB" dirty="0"/>
              <a:t> </a:t>
            </a:r>
            <a:r>
              <a:rPr lang="en-GB" dirty="0" err="1"/>
              <a:t>bersemangat</a:t>
            </a:r>
            <a:r>
              <a:rPr lang="en-GB" dirty="0"/>
              <a:t> dan </a:t>
            </a:r>
            <a:r>
              <a:rPr lang="en-GB" dirty="0" err="1"/>
              <a:t>gigih</a:t>
            </a:r>
            <a:r>
              <a:rPr lang="en-GB" dirty="0"/>
              <a:t> </a:t>
            </a:r>
            <a:r>
              <a:rPr lang="en-GB" dirty="0" err="1"/>
              <a:t>melakukan</a:t>
            </a:r>
            <a:r>
              <a:rPr lang="en-GB" dirty="0"/>
              <a:t> </a:t>
            </a:r>
            <a:r>
              <a:rPr lang="en-GB" dirty="0" err="1"/>
              <a:t>setiap</a:t>
            </a:r>
            <a:r>
              <a:rPr lang="en-GB" dirty="0"/>
              <a:t> </a:t>
            </a:r>
            <a:r>
              <a:rPr lang="en-GB" dirty="0" err="1"/>
              <a:t>aktivitas</a:t>
            </a:r>
            <a:r>
              <a:rPr lang="en-GB" dirty="0"/>
              <a:t> </a:t>
            </a:r>
            <a:r>
              <a:rPr lang="en-GB" dirty="0" err="1"/>
              <a:t>operasional</a:t>
            </a:r>
            <a:r>
              <a:rPr lang="en-GB" dirty="0"/>
              <a:t> </a:t>
            </a:r>
            <a:r>
              <a:rPr lang="en-GB" dirty="0" err="1"/>
              <a:t>dalam</a:t>
            </a:r>
            <a:r>
              <a:rPr lang="en-GB" dirty="0"/>
              <a:t> </a:t>
            </a:r>
            <a:r>
              <a:rPr lang="en-GB" dirty="0" err="1"/>
              <a:t>pekerjaan</a:t>
            </a:r>
            <a:r>
              <a:rPr lang="en-GB" dirty="0"/>
              <a:t>, </a:t>
            </a:r>
            <a:r>
              <a:rPr lang="en-GB" dirty="0" err="1"/>
              <a:t>melakukan</a:t>
            </a:r>
            <a:r>
              <a:rPr lang="en-GB" dirty="0"/>
              <a:t> check/review </a:t>
            </a:r>
            <a:r>
              <a:rPr lang="en-GB" dirty="0" err="1"/>
              <a:t>secara</a:t>
            </a:r>
            <a:r>
              <a:rPr lang="en-GB" dirty="0"/>
              <a:t> periodic </a:t>
            </a:r>
            <a:r>
              <a:rPr lang="en-GB" dirty="0" err="1"/>
              <a:t>dengan</a:t>
            </a:r>
            <a:r>
              <a:rPr lang="en-GB" dirty="0"/>
              <a:t> </a:t>
            </a:r>
            <a:r>
              <a:rPr lang="en-GB" dirty="0" err="1"/>
              <a:t>menerapkan</a:t>
            </a:r>
            <a:r>
              <a:rPr lang="en-GB" dirty="0"/>
              <a:t> </a:t>
            </a:r>
            <a:r>
              <a:rPr lang="en-GB" dirty="0" err="1"/>
              <a:t>siklus</a:t>
            </a:r>
            <a:r>
              <a:rPr lang="en-GB" dirty="0"/>
              <a:t> PDCA </a:t>
            </a:r>
            <a:r>
              <a:rPr lang="en-GB" dirty="0" err="1"/>
              <a:t>secara</a:t>
            </a:r>
            <a:r>
              <a:rPr lang="en-GB" dirty="0"/>
              <a:t> </a:t>
            </a:r>
            <a:r>
              <a:rPr lang="en-GB" dirty="0" err="1"/>
              <a:t>konsisten</a:t>
            </a:r>
            <a:r>
              <a:rPr lang="en-GB" dirty="0"/>
              <a:t> &amp; </a:t>
            </a:r>
            <a:r>
              <a:rPr lang="en-GB" dirty="0" err="1"/>
              <a:t>benar</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760" name="Google Shape;760;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26</a:t>
            </a:fld>
            <a:endParaRPr/>
          </a:p>
        </p:txBody>
      </p:sp>
    </p:spTree>
    <p:extLst>
      <p:ext uri="{BB962C8B-B14F-4D97-AF65-F5344CB8AC3E}">
        <p14:creationId xmlns:p14="http://schemas.microsoft.com/office/powerpoint/2010/main" val="7901074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1" name="Google Shape;80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57860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2" name="Google Shape;82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50798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4" name="Google Shape;83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13994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6" name="Google Shape;84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58845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a:extLst>
            <a:ext uri="{FF2B5EF4-FFF2-40B4-BE49-F238E27FC236}">
              <a16:creationId xmlns:a16="http://schemas.microsoft.com/office/drawing/2014/main" id="{4DDF7585-181D-F235-1A79-CE6AE851FE1D}"/>
            </a:ext>
          </a:extLst>
        </p:cNvPr>
        <p:cNvGrpSpPr/>
        <p:nvPr/>
      </p:nvGrpSpPr>
      <p:grpSpPr>
        <a:xfrm>
          <a:off x="0" y="0"/>
          <a:ext cx="0" cy="0"/>
          <a:chOff x="0" y="0"/>
          <a:chExt cx="0" cy="0"/>
        </a:xfrm>
      </p:grpSpPr>
      <p:sp>
        <p:nvSpPr>
          <p:cNvPr id="570" name="Google Shape;570;p15:notes">
            <a:extLst>
              <a:ext uri="{FF2B5EF4-FFF2-40B4-BE49-F238E27FC236}">
                <a16:creationId xmlns:a16="http://schemas.microsoft.com/office/drawing/2014/main" id="{4CC47C24-BCA2-D9B5-F639-3790DDE7967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5:notes">
            <a:extLst>
              <a:ext uri="{FF2B5EF4-FFF2-40B4-BE49-F238E27FC236}">
                <a16:creationId xmlns:a16="http://schemas.microsoft.com/office/drawing/2014/main" id="{5D637C81-18B3-73C6-4DC2-74C8A23B6E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46067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0" name="Google Shape;860;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72829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a:t>Synergy berarti saling membantu dalam membangun hubungan kerjasama yang produktif, baik internal maupun eksternal sebagai rekanan yang dapat diandalkan untuk dapat mencapai visi misi perusahaan</a:t>
            </a:r>
            <a:endParaRPr/>
          </a:p>
          <a:p>
            <a:pPr marL="0" lvl="0" indent="0" algn="l" rtl="0">
              <a:spcBef>
                <a:spcPts val="0"/>
              </a:spcBef>
              <a:spcAft>
                <a:spcPts val="0"/>
              </a:spcAft>
              <a:buNone/>
            </a:pPr>
            <a:endParaRPr b="1"/>
          </a:p>
          <a:p>
            <a:pPr marL="0" lvl="0" indent="0" algn="l" rtl="0">
              <a:spcBef>
                <a:spcPts val="0"/>
              </a:spcBef>
              <a:spcAft>
                <a:spcPts val="0"/>
              </a:spcAft>
              <a:buNone/>
            </a:pPr>
            <a:endParaRPr/>
          </a:p>
        </p:txBody>
      </p:sp>
      <p:sp>
        <p:nvSpPr>
          <p:cNvPr id="877" name="Google Shape;877;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33</a:t>
            </a:fld>
            <a:endParaRPr/>
          </a:p>
        </p:txBody>
      </p:sp>
    </p:spTree>
    <p:extLst>
      <p:ext uri="{BB962C8B-B14F-4D97-AF65-F5344CB8AC3E}">
        <p14:creationId xmlns:p14="http://schemas.microsoft.com/office/powerpoint/2010/main" val="30465865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2" name="Google Shape;92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05977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3" name="Google Shape;94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72929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7" name="Google Shape;957;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27912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1" name="Google Shape;97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2116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a:extLst>
            <a:ext uri="{FF2B5EF4-FFF2-40B4-BE49-F238E27FC236}">
              <a16:creationId xmlns:a16="http://schemas.microsoft.com/office/drawing/2014/main" id="{EE6EEBA3-FEC3-0FCF-E2A5-799A47267730}"/>
            </a:ext>
          </a:extLst>
        </p:cNvPr>
        <p:cNvGrpSpPr/>
        <p:nvPr/>
      </p:nvGrpSpPr>
      <p:grpSpPr>
        <a:xfrm>
          <a:off x="0" y="0"/>
          <a:ext cx="0" cy="0"/>
          <a:chOff x="0" y="0"/>
          <a:chExt cx="0" cy="0"/>
        </a:xfrm>
      </p:grpSpPr>
      <p:sp>
        <p:nvSpPr>
          <p:cNvPr id="570" name="Google Shape;570;p15:notes">
            <a:extLst>
              <a:ext uri="{FF2B5EF4-FFF2-40B4-BE49-F238E27FC236}">
                <a16:creationId xmlns:a16="http://schemas.microsoft.com/office/drawing/2014/main" id="{75DDECCC-E12D-1EAD-AECF-E637628A4FF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5:notes">
            <a:extLst>
              <a:ext uri="{FF2B5EF4-FFF2-40B4-BE49-F238E27FC236}">
                <a16:creationId xmlns:a16="http://schemas.microsoft.com/office/drawing/2014/main" id="{DC99CA63-6A3F-1894-FD73-8E57BDBEBC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8333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7" name="Google Shape;99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9922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4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4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40" name="Google Shape;4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
        <p:cNvGrpSpPr/>
        <p:nvPr/>
      </p:nvGrpSpPr>
      <p:grpSpPr>
        <a:xfrm>
          <a:off x="0" y="0"/>
          <a:ext cx="0" cy="0"/>
          <a:chOff x="0" y="0"/>
          <a:chExt cx="0" cy="0"/>
        </a:xfrm>
      </p:grpSpPr>
      <p:sp>
        <p:nvSpPr>
          <p:cNvPr id="44" name="Google Shape;44;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4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6" name="Google Shape;46;p4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7" name="Google Shape;47;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4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3" name="Google Shape;53;p4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4" name="Google Shape;54;p4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5" name="Google Shape;55;p4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6" name="Google Shape;56;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4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4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2" name="Google Shape;62;p4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3" name="Google Shape;63;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4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47"/>
          <p:cNvSpPr>
            <a:spLocks noGrp="1"/>
          </p:cNvSpPr>
          <p:nvPr>
            <p:ph type="pic" idx="2"/>
          </p:nvPr>
        </p:nvSpPr>
        <p:spPr>
          <a:xfrm>
            <a:off x="1792288" y="612775"/>
            <a:ext cx="5486400" cy="4114800"/>
          </a:xfrm>
          <a:prstGeom prst="rect">
            <a:avLst/>
          </a:prstGeom>
          <a:noFill/>
          <a:ln>
            <a:noFill/>
          </a:ln>
        </p:spPr>
      </p:sp>
      <p:sp>
        <p:nvSpPr>
          <p:cNvPr id="69" name="Google Shape;69;p4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0" name="Google Shape;70;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48"/>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6" name="Google Shape;76;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49"/>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49"/>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End Slide Layout">
  <p:cSld name="End Slide Layout">
    <p:bg>
      <p:bgPr>
        <a:blipFill>
          <a:blip r:embed="rId2">
            <a:alphaModFix/>
          </a:blip>
          <a:stretch>
            <a:fillRect/>
          </a:stretch>
        </a:blipFill>
        <a:effectLst/>
      </p:bgPr>
    </p:bg>
    <p:spTree>
      <p:nvGrpSpPr>
        <p:cNvPr id="1" name="Shape 85"/>
        <p:cNvGrpSpPr/>
        <p:nvPr/>
      </p:nvGrpSpPr>
      <p:grpSpPr>
        <a:xfrm>
          <a:off x="0" y="0"/>
          <a:ext cx="0" cy="0"/>
          <a:chOff x="0" y="0"/>
          <a:chExt cx="0" cy="0"/>
        </a:xfrm>
      </p:grpSpPr>
      <p:sp>
        <p:nvSpPr>
          <p:cNvPr id="86" name="Google Shape;86;p50"/>
          <p:cNvSpPr/>
          <p:nvPr/>
        </p:nvSpPr>
        <p:spPr>
          <a:xfrm>
            <a:off x="-296" y="1066872"/>
            <a:ext cx="18288001" cy="2736304"/>
          </a:xfrm>
          <a:prstGeom prst="rect">
            <a:avLst/>
          </a:prstGeom>
          <a:solidFill>
            <a:schemeClr val="lt1">
              <a:alpha val="65882"/>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Calibri"/>
              <a:ea typeface="Calibri"/>
              <a:cs typeface="Calibri"/>
              <a:sym typeface="Calibri"/>
            </a:endParaRPr>
          </a:p>
        </p:txBody>
      </p:sp>
      <p:sp>
        <p:nvSpPr>
          <p:cNvPr id="87" name="Google Shape;87;p50"/>
          <p:cNvSpPr txBox="1">
            <a:spLocks noGrp="1"/>
          </p:cNvSpPr>
          <p:nvPr>
            <p:ph type="body" idx="1"/>
          </p:nvPr>
        </p:nvSpPr>
        <p:spPr>
          <a:xfrm>
            <a:off x="0" y="1543100"/>
            <a:ext cx="18288001" cy="1152126"/>
          </a:xfrm>
          <a:prstGeom prst="rect">
            <a:avLst/>
          </a:prstGeom>
          <a:noFill/>
          <a:ln>
            <a:noFill/>
          </a:ln>
        </p:spPr>
        <p:txBody>
          <a:bodyPr spcFirstLastPara="1" wrap="square" lIns="91425" tIns="45700" rIns="91425" bIns="45700" anchor="ctr" anchorCtr="0">
            <a:normAutofit/>
          </a:bodyPr>
          <a:lstStyle>
            <a:lvl1pPr marL="457200" lvl="0" indent="-228600" algn="ctr">
              <a:spcBef>
                <a:spcPts val="1440"/>
              </a:spcBef>
              <a:spcAft>
                <a:spcPts val="0"/>
              </a:spcAft>
              <a:buClr>
                <a:srgbClr val="3F3F3F"/>
              </a:buClr>
              <a:buSzPts val="7200"/>
              <a:buNone/>
              <a:defRPr sz="7200" b="0">
                <a:solidFill>
                  <a:srgbClr val="3F3F3F"/>
                </a:solidFill>
                <a:latin typeface="Calibri"/>
                <a:ea typeface="Calibri"/>
                <a:cs typeface="Calibri"/>
                <a:sym typeface="Calibri"/>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8" name="Google Shape;88;p50"/>
          <p:cNvSpPr txBox="1">
            <a:spLocks noGrp="1"/>
          </p:cNvSpPr>
          <p:nvPr>
            <p:ph type="body" idx="2"/>
          </p:nvPr>
        </p:nvSpPr>
        <p:spPr>
          <a:xfrm>
            <a:off x="-296" y="2695228"/>
            <a:ext cx="18288001" cy="576064"/>
          </a:xfrm>
          <a:prstGeom prst="rect">
            <a:avLst/>
          </a:prstGeom>
          <a:noFill/>
          <a:ln>
            <a:noFill/>
          </a:ln>
        </p:spPr>
        <p:txBody>
          <a:bodyPr spcFirstLastPara="1" wrap="square" lIns="91425" tIns="45700" rIns="91425" bIns="45700" anchor="ctr" anchorCtr="0">
            <a:normAutofit/>
          </a:bodyPr>
          <a:lstStyle>
            <a:lvl1pPr marL="457200" lvl="0" indent="-228600" algn="ctr">
              <a:spcBef>
                <a:spcPts val="560"/>
              </a:spcBef>
              <a:spcAft>
                <a:spcPts val="0"/>
              </a:spcAft>
              <a:buClr>
                <a:srgbClr val="3F3F3F"/>
              </a:buClr>
              <a:buSzPts val="2800"/>
              <a:buNone/>
              <a:defRPr sz="2800" b="0">
                <a:solidFill>
                  <a:srgbClr val="3F3F3F"/>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9" name="Google Shape;89;p50"/>
          <p:cNvSpPr/>
          <p:nvPr/>
        </p:nvSpPr>
        <p:spPr>
          <a:xfrm>
            <a:off x="7559824" y="0"/>
            <a:ext cx="3024336" cy="39097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sic Layout">
  <p:cSld name="Basic Layout">
    <p:bg>
      <p:bgPr>
        <a:blipFill>
          <a:blip r:embed="rId2">
            <a:alphaModFix/>
          </a:blip>
          <a:stretch>
            <a:fillRect/>
          </a:stretch>
        </a:blipFill>
        <a:effectLst/>
      </p:bgPr>
    </p:bg>
    <p:spTree>
      <p:nvGrpSpPr>
        <p:cNvPr id="1" name="Shape 90"/>
        <p:cNvGrpSpPr/>
        <p:nvPr/>
      </p:nvGrpSpPr>
      <p:grpSpPr>
        <a:xfrm>
          <a:off x="0" y="0"/>
          <a:ext cx="0" cy="0"/>
          <a:chOff x="0" y="0"/>
          <a:chExt cx="0" cy="0"/>
        </a:xfrm>
      </p:grpSpPr>
      <p:sp>
        <p:nvSpPr>
          <p:cNvPr id="91" name="Google Shape;91;p51"/>
          <p:cNvSpPr txBox="1">
            <a:spLocks noGrp="1"/>
          </p:cNvSpPr>
          <p:nvPr>
            <p:ph type="body" idx="1"/>
          </p:nvPr>
        </p:nvSpPr>
        <p:spPr>
          <a:xfrm>
            <a:off x="0" y="246956"/>
            <a:ext cx="18288001" cy="1152128"/>
          </a:xfrm>
          <a:prstGeom prst="rect">
            <a:avLst/>
          </a:prstGeom>
          <a:noFill/>
          <a:ln>
            <a:noFill/>
          </a:ln>
        </p:spPr>
        <p:txBody>
          <a:bodyPr spcFirstLastPara="1" wrap="square" lIns="91425" tIns="45700" rIns="91425" bIns="45700" anchor="ctr" anchorCtr="0">
            <a:normAutofit/>
          </a:bodyPr>
          <a:lstStyle>
            <a:lvl1pPr marL="457200" lvl="0" indent="-228600" algn="ctr">
              <a:spcBef>
                <a:spcPts val="1440"/>
              </a:spcBef>
              <a:spcAft>
                <a:spcPts val="0"/>
              </a:spcAft>
              <a:buClr>
                <a:schemeClr val="dk1"/>
              </a:buClr>
              <a:buSzPts val="7200"/>
              <a:buNone/>
              <a:defRPr sz="7200" b="0">
                <a:latin typeface="Calibri"/>
                <a:ea typeface="Calibri"/>
                <a:cs typeface="Calibri"/>
                <a:sym typeface="Calibri"/>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2" name="Google Shape;92;p51"/>
          <p:cNvSpPr txBox="1">
            <a:spLocks noGrp="1"/>
          </p:cNvSpPr>
          <p:nvPr>
            <p:ph type="body" idx="2"/>
          </p:nvPr>
        </p:nvSpPr>
        <p:spPr>
          <a:xfrm>
            <a:off x="0" y="1399084"/>
            <a:ext cx="18288001" cy="576064"/>
          </a:xfrm>
          <a:prstGeom prst="rect">
            <a:avLst/>
          </a:prstGeom>
          <a:noFill/>
          <a:ln>
            <a:noFill/>
          </a:ln>
        </p:spPr>
        <p:txBody>
          <a:bodyPr spcFirstLastPara="1" wrap="square" lIns="91425" tIns="45700" rIns="91425" bIns="45700" anchor="ctr" anchorCtr="0">
            <a:normAutofit/>
          </a:bodyPr>
          <a:lstStyle>
            <a:lvl1pPr marL="457200" lvl="0" indent="-228600" algn="ctr">
              <a:spcBef>
                <a:spcPts val="560"/>
              </a:spcBef>
              <a:spcAft>
                <a:spcPts val="0"/>
              </a:spcAft>
              <a:buClr>
                <a:schemeClr val="dk1"/>
              </a:buClr>
              <a:buSzPts val="2800"/>
              <a:buNone/>
              <a:defRPr sz="2800" b="0">
                <a:latin typeface="Calibri"/>
                <a:ea typeface="Calibri"/>
                <a:cs typeface="Calibri"/>
                <a:sym typeface="Calibri"/>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3" name="Google Shape;93;p51"/>
          <p:cNvSpPr/>
          <p:nvPr/>
        </p:nvSpPr>
        <p:spPr>
          <a:xfrm>
            <a:off x="6056056" y="0"/>
            <a:ext cx="6192688" cy="9143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Calibri"/>
              <a:ea typeface="Calibri"/>
              <a:cs typeface="Calibri"/>
              <a:sym typeface="Calibri"/>
            </a:endParaRPr>
          </a:p>
        </p:txBody>
      </p:sp>
      <p:sp>
        <p:nvSpPr>
          <p:cNvPr id="94" name="Google Shape;94;p51"/>
          <p:cNvSpPr/>
          <p:nvPr/>
        </p:nvSpPr>
        <p:spPr>
          <a:xfrm>
            <a:off x="0" y="10129962"/>
            <a:ext cx="18288001" cy="1663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Basic Layout">
  <p:cSld name="1_Basic Layout">
    <p:bg>
      <p:bgPr>
        <a:solidFill>
          <a:schemeClr val="lt1"/>
        </a:solidFill>
        <a:effectLst/>
      </p:bgPr>
    </p:bg>
    <p:spTree>
      <p:nvGrpSpPr>
        <p:cNvPr id="1" name="Shape 95"/>
        <p:cNvGrpSpPr/>
        <p:nvPr/>
      </p:nvGrpSpPr>
      <p:grpSpPr>
        <a:xfrm>
          <a:off x="0" y="0"/>
          <a:ext cx="0" cy="0"/>
          <a:chOff x="0" y="0"/>
          <a:chExt cx="0" cy="0"/>
        </a:xfrm>
      </p:grpSpPr>
      <p:sp>
        <p:nvSpPr>
          <p:cNvPr id="96" name="Google Shape;96;p52"/>
          <p:cNvSpPr txBox="1">
            <a:spLocks noGrp="1"/>
          </p:cNvSpPr>
          <p:nvPr>
            <p:ph type="body" idx="1"/>
          </p:nvPr>
        </p:nvSpPr>
        <p:spPr>
          <a:xfrm>
            <a:off x="0" y="246956"/>
            <a:ext cx="18288001" cy="1152128"/>
          </a:xfrm>
          <a:prstGeom prst="rect">
            <a:avLst/>
          </a:prstGeom>
          <a:noFill/>
          <a:ln>
            <a:noFill/>
          </a:ln>
        </p:spPr>
        <p:txBody>
          <a:bodyPr spcFirstLastPara="1" wrap="square" lIns="91425" tIns="45700" rIns="91425" bIns="45700" anchor="ctr" anchorCtr="0">
            <a:normAutofit/>
          </a:bodyPr>
          <a:lstStyle>
            <a:lvl1pPr marL="457200" lvl="0" indent="-228600" algn="ctr">
              <a:spcBef>
                <a:spcPts val="1440"/>
              </a:spcBef>
              <a:spcAft>
                <a:spcPts val="0"/>
              </a:spcAft>
              <a:buClr>
                <a:srgbClr val="3F3F3F"/>
              </a:buClr>
              <a:buSzPts val="7200"/>
              <a:buNone/>
              <a:defRPr sz="7200" b="0">
                <a:solidFill>
                  <a:srgbClr val="3F3F3F"/>
                </a:solidFill>
                <a:latin typeface="Calibri"/>
                <a:ea typeface="Calibri"/>
                <a:cs typeface="Calibri"/>
                <a:sym typeface="Calibri"/>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7" name="Google Shape;97;p52"/>
          <p:cNvSpPr txBox="1">
            <a:spLocks noGrp="1"/>
          </p:cNvSpPr>
          <p:nvPr>
            <p:ph type="body" idx="2"/>
          </p:nvPr>
        </p:nvSpPr>
        <p:spPr>
          <a:xfrm>
            <a:off x="0" y="1399084"/>
            <a:ext cx="18288001" cy="576064"/>
          </a:xfrm>
          <a:prstGeom prst="rect">
            <a:avLst/>
          </a:prstGeom>
          <a:noFill/>
          <a:ln>
            <a:noFill/>
          </a:ln>
        </p:spPr>
        <p:txBody>
          <a:bodyPr spcFirstLastPara="1" wrap="square" lIns="91425" tIns="45700" rIns="91425" bIns="45700" anchor="ctr" anchorCtr="0">
            <a:normAutofit/>
          </a:bodyPr>
          <a:lstStyle>
            <a:lvl1pPr marL="457200" lvl="0" indent="-228600" algn="ctr">
              <a:spcBef>
                <a:spcPts val="560"/>
              </a:spcBef>
              <a:spcAft>
                <a:spcPts val="0"/>
              </a:spcAft>
              <a:buClr>
                <a:srgbClr val="3F3F3F"/>
              </a:buClr>
              <a:buSzPts val="2800"/>
              <a:buNone/>
              <a:defRPr sz="2800" b="0">
                <a:solidFill>
                  <a:srgbClr val="3F3F3F"/>
                </a:solidFill>
                <a:latin typeface="Calibri"/>
                <a:ea typeface="Calibri"/>
                <a:cs typeface="Calibri"/>
                <a:sym typeface="Calibri"/>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8" name="Google Shape;98;p52"/>
          <p:cNvSpPr/>
          <p:nvPr/>
        </p:nvSpPr>
        <p:spPr>
          <a:xfrm>
            <a:off x="6056056" y="0"/>
            <a:ext cx="6192688" cy="9143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Calibri"/>
              <a:ea typeface="Calibri"/>
              <a:cs typeface="Calibri"/>
              <a:sym typeface="Calibri"/>
            </a:endParaRPr>
          </a:p>
        </p:txBody>
      </p:sp>
      <p:sp>
        <p:nvSpPr>
          <p:cNvPr id="99" name="Google Shape;99;p52"/>
          <p:cNvSpPr/>
          <p:nvPr/>
        </p:nvSpPr>
        <p:spPr>
          <a:xfrm>
            <a:off x="0" y="10129962"/>
            <a:ext cx="18288001" cy="1663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00"/>
        <p:cNvGrpSpPr/>
        <p:nvPr/>
      </p:nvGrpSpPr>
      <p:grpSpPr>
        <a:xfrm>
          <a:off x="0" y="0"/>
          <a:ext cx="0" cy="0"/>
          <a:chOff x="0" y="0"/>
          <a:chExt cx="0" cy="0"/>
        </a:xfrm>
      </p:grpSpPr>
      <p:sp>
        <p:nvSpPr>
          <p:cNvPr id="101" name="Google Shape;101;p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genda Layout">
  <p:cSld name="Agenda Layout">
    <p:bg>
      <p:bgPr>
        <a:blipFill>
          <a:blip r:embed="rId2">
            <a:alphaModFix/>
          </a:blip>
          <a:stretch>
            <a:fillRect/>
          </a:stretch>
        </a:blipFill>
        <a:effectLst/>
      </p:bgPr>
    </p:bg>
    <p:spTree>
      <p:nvGrpSpPr>
        <p:cNvPr id="1" name="Shape 106"/>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sic Layout">
  <p:cSld name="Basic Layout">
    <p:bg>
      <p:bgPr>
        <a:blipFill>
          <a:blip r:embed="rId2">
            <a:alphaModFix/>
          </a:blip>
          <a:stretch>
            <a:fillRect/>
          </a:stretch>
        </a:blipFill>
        <a:effectLst/>
      </p:bgPr>
    </p:bg>
    <p:spTree>
      <p:nvGrpSpPr>
        <p:cNvPr id="1" name="Shape 107"/>
        <p:cNvGrpSpPr/>
        <p:nvPr/>
      </p:nvGrpSpPr>
      <p:grpSpPr>
        <a:xfrm>
          <a:off x="0" y="0"/>
          <a:ext cx="0" cy="0"/>
          <a:chOff x="0" y="0"/>
          <a:chExt cx="0" cy="0"/>
        </a:xfrm>
      </p:grpSpPr>
      <p:sp>
        <p:nvSpPr>
          <p:cNvPr id="108" name="Google Shape;108;p56"/>
          <p:cNvSpPr txBox="1">
            <a:spLocks noGrp="1"/>
          </p:cNvSpPr>
          <p:nvPr>
            <p:ph type="body" idx="1"/>
          </p:nvPr>
        </p:nvSpPr>
        <p:spPr>
          <a:xfrm>
            <a:off x="0" y="246956"/>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chemeClr val="dk1"/>
              </a:buClr>
              <a:buSzPts val="7200"/>
              <a:buFont typeface="Arial"/>
              <a:buNone/>
              <a:defRPr sz="7200" b="0" i="0" u="none" strike="noStrike" cap="none">
                <a:solidFill>
                  <a:schemeClr val="dk1"/>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09" name="Google Shape;109;p56"/>
          <p:cNvSpPr txBox="1">
            <a:spLocks noGrp="1"/>
          </p:cNvSpPr>
          <p:nvPr>
            <p:ph type="body" idx="2"/>
          </p:nvPr>
        </p:nvSpPr>
        <p:spPr>
          <a:xfrm>
            <a:off x="0" y="1399084"/>
            <a:ext cx="18288001"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10" name="Google Shape;110;p56"/>
          <p:cNvSpPr/>
          <p:nvPr/>
        </p:nvSpPr>
        <p:spPr>
          <a:xfrm>
            <a:off x="6056056" y="1"/>
            <a:ext cx="6192688" cy="9143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11" name="Google Shape;111;p56"/>
          <p:cNvSpPr/>
          <p:nvPr/>
        </p:nvSpPr>
        <p:spPr>
          <a:xfrm>
            <a:off x="0" y="10129962"/>
            <a:ext cx="18288001" cy="1663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Basic Layout">
  <p:cSld name="1_Basic Layout">
    <p:bg>
      <p:bgPr>
        <a:solidFill>
          <a:schemeClr val="lt1"/>
        </a:solidFill>
        <a:effectLst/>
      </p:bgPr>
    </p:bg>
    <p:spTree>
      <p:nvGrpSpPr>
        <p:cNvPr id="1" name="Shape 112"/>
        <p:cNvGrpSpPr/>
        <p:nvPr/>
      </p:nvGrpSpPr>
      <p:grpSpPr>
        <a:xfrm>
          <a:off x="0" y="0"/>
          <a:ext cx="0" cy="0"/>
          <a:chOff x="0" y="0"/>
          <a:chExt cx="0" cy="0"/>
        </a:xfrm>
      </p:grpSpPr>
      <p:sp>
        <p:nvSpPr>
          <p:cNvPr id="113" name="Google Shape;113;p57"/>
          <p:cNvSpPr txBox="1">
            <a:spLocks noGrp="1"/>
          </p:cNvSpPr>
          <p:nvPr>
            <p:ph type="body" idx="1"/>
          </p:nvPr>
        </p:nvSpPr>
        <p:spPr>
          <a:xfrm>
            <a:off x="0" y="246956"/>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rgbClr val="3F3F3F"/>
              </a:buClr>
              <a:buSzPts val="7200"/>
              <a:buFont typeface="Arial"/>
              <a:buNone/>
              <a:defRPr sz="72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14" name="Google Shape;114;p57"/>
          <p:cNvSpPr txBox="1">
            <a:spLocks noGrp="1"/>
          </p:cNvSpPr>
          <p:nvPr>
            <p:ph type="body" idx="2"/>
          </p:nvPr>
        </p:nvSpPr>
        <p:spPr>
          <a:xfrm>
            <a:off x="0" y="1399084"/>
            <a:ext cx="18288001"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560"/>
              </a:spcBef>
              <a:spcAft>
                <a:spcPts val="0"/>
              </a:spcAft>
              <a:buClr>
                <a:srgbClr val="3F3F3F"/>
              </a:buClr>
              <a:buSzPts val="2800"/>
              <a:buFont typeface="Arial"/>
              <a:buNone/>
              <a:defRPr sz="28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15" name="Google Shape;115;p57"/>
          <p:cNvSpPr/>
          <p:nvPr/>
        </p:nvSpPr>
        <p:spPr>
          <a:xfrm>
            <a:off x="6056056" y="1"/>
            <a:ext cx="6192688" cy="9143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16" name="Google Shape;116;p57"/>
          <p:cNvSpPr/>
          <p:nvPr/>
        </p:nvSpPr>
        <p:spPr>
          <a:xfrm>
            <a:off x="0" y="10129962"/>
            <a:ext cx="18288001" cy="1663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_Basic Layout">
  <p:cSld name="2_Basic Layout">
    <p:bg>
      <p:bgPr>
        <a:solidFill>
          <a:schemeClr val="lt1"/>
        </a:solidFill>
        <a:effectLst/>
      </p:bgPr>
    </p:bg>
    <p:spTree>
      <p:nvGrpSpPr>
        <p:cNvPr id="1" name="Shape 117"/>
        <p:cNvGrpSpPr/>
        <p:nvPr/>
      </p:nvGrpSpPr>
      <p:grpSpPr>
        <a:xfrm>
          <a:off x="0" y="0"/>
          <a:ext cx="0" cy="0"/>
          <a:chOff x="0" y="0"/>
          <a:chExt cx="0" cy="0"/>
        </a:xfrm>
      </p:grpSpPr>
      <p:sp>
        <p:nvSpPr>
          <p:cNvPr id="118" name="Google Shape;118;p58"/>
          <p:cNvSpPr txBox="1">
            <a:spLocks noGrp="1"/>
          </p:cNvSpPr>
          <p:nvPr>
            <p:ph type="body" idx="1"/>
          </p:nvPr>
        </p:nvSpPr>
        <p:spPr>
          <a:xfrm>
            <a:off x="4103440" y="246956"/>
            <a:ext cx="14184560" cy="1152128"/>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1440"/>
              </a:spcBef>
              <a:spcAft>
                <a:spcPts val="0"/>
              </a:spcAft>
              <a:buClr>
                <a:srgbClr val="3F3F3F"/>
              </a:buClr>
              <a:buSzPts val="7200"/>
              <a:buFont typeface="Arial"/>
              <a:buNone/>
              <a:defRPr sz="72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19" name="Google Shape;119;p58"/>
          <p:cNvSpPr txBox="1">
            <a:spLocks noGrp="1"/>
          </p:cNvSpPr>
          <p:nvPr>
            <p:ph type="body" idx="2"/>
          </p:nvPr>
        </p:nvSpPr>
        <p:spPr>
          <a:xfrm>
            <a:off x="4103440" y="1399084"/>
            <a:ext cx="14184560" cy="576064"/>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560"/>
              </a:spcBef>
              <a:spcAft>
                <a:spcPts val="0"/>
              </a:spcAft>
              <a:buClr>
                <a:srgbClr val="3F3F3F"/>
              </a:buClr>
              <a:buSzPts val="2800"/>
              <a:buFont typeface="Arial"/>
              <a:buNone/>
              <a:defRPr sz="28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20" name="Google Shape;120;p58"/>
          <p:cNvSpPr/>
          <p:nvPr/>
        </p:nvSpPr>
        <p:spPr>
          <a:xfrm>
            <a:off x="0" y="1"/>
            <a:ext cx="3815408" cy="1029627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Images and Contents Layout">
  <p:cSld name="Images and Contents Layout">
    <p:spTree>
      <p:nvGrpSpPr>
        <p:cNvPr id="1" name="Shape 121"/>
        <p:cNvGrpSpPr/>
        <p:nvPr/>
      </p:nvGrpSpPr>
      <p:grpSpPr>
        <a:xfrm>
          <a:off x="0" y="0"/>
          <a:ext cx="0" cy="0"/>
          <a:chOff x="0" y="0"/>
          <a:chExt cx="0" cy="0"/>
        </a:xfrm>
      </p:grpSpPr>
      <p:sp>
        <p:nvSpPr>
          <p:cNvPr id="122" name="Google Shape;122;p59"/>
          <p:cNvSpPr txBox="1">
            <a:spLocks noGrp="1"/>
          </p:cNvSpPr>
          <p:nvPr>
            <p:ph type="body" idx="1"/>
          </p:nvPr>
        </p:nvSpPr>
        <p:spPr>
          <a:xfrm>
            <a:off x="0" y="363264"/>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chemeClr val="dk1"/>
              </a:buClr>
              <a:buSzPts val="7200"/>
              <a:buFont typeface="Arial"/>
              <a:buNone/>
              <a:defRPr sz="7200" b="0" i="0" u="none" strike="noStrike" cap="none">
                <a:solidFill>
                  <a:schemeClr val="dk1"/>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23" name="Google Shape;123;p59"/>
          <p:cNvSpPr txBox="1">
            <a:spLocks noGrp="1"/>
          </p:cNvSpPr>
          <p:nvPr>
            <p:ph type="body" idx="2"/>
          </p:nvPr>
        </p:nvSpPr>
        <p:spPr>
          <a:xfrm>
            <a:off x="0" y="1515392"/>
            <a:ext cx="18288001"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560"/>
              </a:spcBef>
              <a:spcAft>
                <a:spcPts val="0"/>
              </a:spcAft>
              <a:buClr>
                <a:srgbClr val="3F3F3F"/>
              </a:buClr>
              <a:buSzPts val="2800"/>
              <a:buFont typeface="Arial"/>
              <a:buNone/>
              <a:defRPr sz="28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24" name="Google Shape;124;p59"/>
          <p:cNvSpPr/>
          <p:nvPr/>
        </p:nvSpPr>
        <p:spPr>
          <a:xfrm>
            <a:off x="0" y="3415308"/>
            <a:ext cx="18288001" cy="3600400"/>
          </a:xfrm>
          <a:prstGeom prst="rect">
            <a:avLst/>
          </a:prstGeom>
          <a:solidFill>
            <a:schemeClr val="accen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25" name="Google Shape;125;p59"/>
          <p:cNvSpPr/>
          <p:nvPr/>
        </p:nvSpPr>
        <p:spPr>
          <a:xfrm rot="10800000">
            <a:off x="2375088" y="7016263"/>
            <a:ext cx="576064" cy="496606"/>
          </a:xfrm>
          <a:prstGeom prst="triangle">
            <a:avLst>
              <a:gd name="adj" fmla="val 50000"/>
            </a:avLst>
          </a:prstGeom>
          <a:solidFill>
            <a:schemeClr val="accen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26" name="Google Shape;126;p59"/>
          <p:cNvSpPr/>
          <p:nvPr/>
        </p:nvSpPr>
        <p:spPr>
          <a:xfrm rot="10800000">
            <a:off x="6695568" y="7016263"/>
            <a:ext cx="576064" cy="496606"/>
          </a:xfrm>
          <a:prstGeom prst="triangle">
            <a:avLst>
              <a:gd name="adj" fmla="val 50000"/>
            </a:avLst>
          </a:prstGeom>
          <a:solidFill>
            <a:schemeClr val="accen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27" name="Google Shape;127;p59"/>
          <p:cNvSpPr/>
          <p:nvPr/>
        </p:nvSpPr>
        <p:spPr>
          <a:xfrm rot="10800000">
            <a:off x="11016048" y="7016263"/>
            <a:ext cx="576064" cy="496606"/>
          </a:xfrm>
          <a:prstGeom prst="triangle">
            <a:avLst>
              <a:gd name="adj" fmla="val 50000"/>
            </a:avLst>
          </a:prstGeom>
          <a:solidFill>
            <a:schemeClr val="accen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28" name="Google Shape;128;p59"/>
          <p:cNvSpPr/>
          <p:nvPr/>
        </p:nvSpPr>
        <p:spPr>
          <a:xfrm rot="10800000">
            <a:off x="15336522" y="7016263"/>
            <a:ext cx="576064" cy="496606"/>
          </a:xfrm>
          <a:prstGeom prst="triangle">
            <a:avLst>
              <a:gd name="adj" fmla="val 50000"/>
            </a:avLst>
          </a:prstGeom>
          <a:solidFill>
            <a:schemeClr val="accen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29" name="Google Shape;129;p59"/>
          <p:cNvSpPr/>
          <p:nvPr/>
        </p:nvSpPr>
        <p:spPr>
          <a:xfrm>
            <a:off x="6056056" y="1"/>
            <a:ext cx="6192688" cy="9143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30" name="Google Shape;130;p59"/>
          <p:cNvSpPr/>
          <p:nvPr/>
        </p:nvSpPr>
        <p:spPr>
          <a:xfrm>
            <a:off x="0" y="10129962"/>
            <a:ext cx="18288001" cy="1663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31" name="Google Shape;131;p59"/>
          <p:cNvSpPr>
            <a:spLocks noGrp="1"/>
          </p:cNvSpPr>
          <p:nvPr>
            <p:ph type="pic" idx="3"/>
          </p:nvPr>
        </p:nvSpPr>
        <p:spPr>
          <a:xfrm>
            <a:off x="1223120" y="3775508"/>
            <a:ext cx="2880000" cy="2880000"/>
          </a:xfrm>
          <a:prstGeom prst="ellipse">
            <a:avLst/>
          </a:prstGeom>
          <a:solidFill>
            <a:srgbClr val="F2F2F2"/>
          </a:solidFill>
          <a:ln>
            <a:noFill/>
          </a:ln>
        </p:spPr>
      </p:sp>
      <p:sp>
        <p:nvSpPr>
          <p:cNvPr id="132" name="Google Shape;132;p59"/>
          <p:cNvSpPr>
            <a:spLocks noGrp="1"/>
          </p:cNvSpPr>
          <p:nvPr>
            <p:ph type="pic" idx="4"/>
          </p:nvPr>
        </p:nvSpPr>
        <p:spPr>
          <a:xfrm>
            <a:off x="5543598" y="3775508"/>
            <a:ext cx="2880000" cy="2880000"/>
          </a:xfrm>
          <a:prstGeom prst="ellipse">
            <a:avLst/>
          </a:prstGeom>
          <a:solidFill>
            <a:srgbClr val="F2F2F2"/>
          </a:solidFill>
          <a:ln>
            <a:noFill/>
          </a:ln>
        </p:spPr>
      </p:sp>
      <p:sp>
        <p:nvSpPr>
          <p:cNvPr id="133" name="Google Shape;133;p59"/>
          <p:cNvSpPr>
            <a:spLocks noGrp="1"/>
          </p:cNvSpPr>
          <p:nvPr>
            <p:ph type="pic" idx="5"/>
          </p:nvPr>
        </p:nvSpPr>
        <p:spPr>
          <a:xfrm>
            <a:off x="9864076" y="3775508"/>
            <a:ext cx="2880000" cy="2880000"/>
          </a:xfrm>
          <a:prstGeom prst="ellipse">
            <a:avLst/>
          </a:prstGeom>
          <a:solidFill>
            <a:srgbClr val="F2F2F2"/>
          </a:solidFill>
          <a:ln>
            <a:noFill/>
          </a:ln>
        </p:spPr>
      </p:sp>
      <p:sp>
        <p:nvSpPr>
          <p:cNvPr id="134" name="Google Shape;134;p59"/>
          <p:cNvSpPr>
            <a:spLocks noGrp="1"/>
          </p:cNvSpPr>
          <p:nvPr>
            <p:ph type="pic" idx="6"/>
          </p:nvPr>
        </p:nvSpPr>
        <p:spPr>
          <a:xfrm>
            <a:off x="14184555" y="3775508"/>
            <a:ext cx="2880000" cy="2880000"/>
          </a:xfrm>
          <a:prstGeom prst="ellipse">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Images and Contents Layout">
  <p:cSld name="1_Images and Contents Layout">
    <p:spTree>
      <p:nvGrpSpPr>
        <p:cNvPr id="1" name="Shape 135"/>
        <p:cNvGrpSpPr/>
        <p:nvPr/>
      </p:nvGrpSpPr>
      <p:grpSpPr>
        <a:xfrm>
          <a:off x="0" y="0"/>
          <a:ext cx="0" cy="0"/>
          <a:chOff x="0" y="0"/>
          <a:chExt cx="0" cy="0"/>
        </a:xfrm>
      </p:grpSpPr>
      <p:sp>
        <p:nvSpPr>
          <p:cNvPr id="136" name="Google Shape;136;p60"/>
          <p:cNvSpPr/>
          <p:nvPr/>
        </p:nvSpPr>
        <p:spPr>
          <a:xfrm>
            <a:off x="7847856" y="3415308"/>
            <a:ext cx="8567936" cy="5904656"/>
          </a:xfrm>
          <a:prstGeom prst="rect">
            <a:avLst/>
          </a:prstGeom>
          <a:solidFill>
            <a:srgbClr val="F2F2F2"/>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3F3F3F"/>
              </a:solidFill>
              <a:latin typeface="Arial"/>
              <a:ea typeface="Arial"/>
              <a:cs typeface="Arial"/>
              <a:sym typeface="Arial"/>
            </a:endParaRPr>
          </a:p>
        </p:txBody>
      </p:sp>
      <p:sp>
        <p:nvSpPr>
          <p:cNvPr id="137" name="Google Shape;137;p60"/>
          <p:cNvSpPr>
            <a:spLocks noGrp="1"/>
          </p:cNvSpPr>
          <p:nvPr>
            <p:ph type="pic" idx="2"/>
          </p:nvPr>
        </p:nvSpPr>
        <p:spPr>
          <a:xfrm>
            <a:off x="1655168" y="2119164"/>
            <a:ext cx="6840000" cy="5544000"/>
          </a:xfrm>
          <a:prstGeom prst="rect">
            <a:avLst/>
          </a:prstGeom>
          <a:solidFill>
            <a:srgbClr val="F2F2F2"/>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Images and Contents Layout">
  <p:cSld name="2_Images and Contents Layout">
    <p:spTree>
      <p:nvGrpSpPr>
        <p:cNvPr id="1" name="Shape 138"/>
        <p:cNvGrpSpPr/>
        <p:nvPr/>
      </p:nvGrpSpPr>
      <p:grpSpPr>
        <a:xfrm>
          <a:off x="0" y="0"/>
          <a:ext cx="0" cy="0"/>
          <a:chOff x="0" y="0"/>
          <a:chExt cx="0" cy="0"/>
        </a:xfrm>
      </p:grpSpPr>
      <p:sp>
        <p:nvSpPr>
          <p:cNvPr id="139" name="Google Shape;139;p61"/>
          <p:cNvSpPr>
            <a:spLocks noGrp="1"/>
          </p:cNvSpPr>
          <p:nvPr>
            <p:ph type="pic" idx="2"/>
          </p:nvPr>
        </p:nvSpPr>
        <p:spPr>
          <a:xfrm>
            <a:off x="0" y="1485900"/>
            <a:ext cx="5831632" cy="8801100"/>
          </a:xfrm>
          <a:prstGeom prst="rect">
            <a:avLst/>
          </a:prstGeom>
          <a:solidFill>
            <a:srgbClr val="F2F2F2"/>
          </a:solidFill>
          <a:ln>
            <a:noFill/>
          </a:ln>
        </p:spPr>
      </p:sp>
      <p:sp>
        <p:nvSpPr>
          <p:cNvPr id="140" name="Google Shape;140;p61"/>
          <p:cNvSpPr>
            <a:spLocks noGrp="1"/>
          </p:cNvSpPr>
          <p:nvPr>
            <p:ph type="pic" idx="3"/>
          </p:nvPr>
        </p:nvSpPr>
        <p:spPr>
          <a:xfrm>
            <a:off x="6119664" y="0"/>
            <a:ext cx="12168335" cy="5431532"/>
          </a:xfrm>
          <a:prstGeom prst="rect">
            <a:avLst/>
          </a:prstGeom>
          <a:solidFill>
            <a:srgbClr val="F2F2F2"/>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_Images and Contents Layout">
  <p:cSld name="3_Images and Contents Layout">
    <p:spTree>
      <p:nvGrpSpPr>
        <p:cNvPr id="1" name="Shape 141"/>
        <p:cNvGrpSpPr/>
        <p:nvPr/>
      </p:nvGrpSpPr>
      <p:grpSpPr>
        <a:xfrm>
          <a:off x="0" y="0"/>
          <a:ext cx="0" cy="0"/>
          <a:chOff x="0" y="0"/>
          <a:chExt cx="0" cy="0"/>
        </a:xfrm>
      </p:grpSpPr>
      <p:sp>
        <p:nvSpPr>
          <p:cNvPr id="142" name="Google Shape;142;p62"/>
          <p:cNvSpPr>
            <a:spLocks noGrp="1"/>
          </p:cNvSpPr>
          <p:nvPr>
            <p:ph type="pic" idx="2"/>
          </p:nvPr>
        </p:nvSpPr>
        <p:spPr>
          <a:xfrm>
            <a:off x="0" y="1520244"/>
            <a:ext cx="5831632" cy="5351448"/>
          </a:xfrm>
          <a:prstGeom prst="rect">
            <a:avLst/>
          </a:prstGeom>
          <a:solidFill>
            <a:srgbClr val="F2F2F2"/>
          </a:solidFill>
          <a:ln>
            <a:noFill/>
          </a:ln>
        </p:spPr>
      </p:sp>
      <p:sp>
        <p:nvSpPr>
          <p:cNvPr id="143" name="Google Shape;143;p62"/>
          <p:cNvSpPr>
            <a:spLocks noGrp="1"/>
          </p:cNvSpPr>
          <p:nvPr>
            <p:ph type="pic" idx="3"/>
          </p:nvPr>
        </p:nvSpPr>
        <p:spPr>
          <a:xfrm>
            <a:off x="12456368" y="0"/>
            <a:ext cx="5831632" cy="6871692"/>
          </a:xfrm>
          <a:prstGeom prst="rect">
            <a:avLst/>
          </a:prstGeom>
          <a:solidFill>
            <a:srgbClr val="F2F2F2"/>
          </a:solidFill>
          <a:ln>
            <a:noFill/>
          </a:ln>
        </p:spPr>
      </p:sp>
      <p:sp>
        <p:nvSpPr>
          <p:cNvPr id="144" name="Google Shape;144;p62"/>
          <p:cNvSpPr>
            <a:spLocks noGrp="1"/>
          </p:cNvSpPr>
          <p:nvPr>
            <p:ph type="pic" idx="4"/>
          </p:nvPr>
        </p:nvSpPr>
        <p:spPr>
          <a:xfrm>
            <a:off x="0" y="7159724"/>
            <a:ext cx="9144000" cy="3127276"/>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4_Images and Contents Layout">
  <p:cSld name="4_Images and Contents Layout">
    <p:spTree>
      <p:nvGrpSpPr>
        <p:cNvPr id="1" name="Shape 145"/>
        <p:cNvGrpSpPr/>
        <p:nvPr/>
      </p:nvGrpSpPr>
      <p:grpSpPr>
        <a:xfrm>
          <a:off x="0" y="0"/>
          <a:ext cx="0" cy="0"/>
          <a:chOff x="0" y="0"/>
          <a:chExt cx="0" cy="0"/>
        </a:xfrm>
      </p:grpSpPr>
      <p:sp>
        <p:nvSpPr>
          <p:cNvPr id="146" name="Google Shape;146;p63"/>
          <p:cNvSpPr txBox="1">
            <a:spLocks noGrp="1"/>
          </p:cNvSpPr>
          <p:nvPr>
            <p:ph type="body" idx="1"/>
          </p:nvPr>
        </p:nvSpPr>
        <p:spPr>
          <a:xfrm>
            <a:off x="0" y="363264"/>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rgbClr val="3F3F3F"/>
              </a:buClr>
              <a:buSzPts val="7200"/>
              <a:buFont typeface="Arial"/>
              <a:buNone/>
              <a:defRPr sz="72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47" name="Google Shape;147;p63"/>
          <p:cNvSpPr txBox="1">
            <a:spLocks noGrp="1"/>
          </p:cNvSpPr>
          <p:nvPr>
            <p:ph type="body" idx="2"/>
          </p:nvPr>
        </p:nvSpPr>
        <p:spPr>
          <a:xfrm>
            <a:off x="0" y="1515392"/>
            <a:ext cx="18288001"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560"/>
              </a:spcBef>
              <a:spcAft>
                <a:spcPts val="0"/>
              </a:spcAft>
              <a:buClr>
                <a:srgbClr val="3F3F3F"/>
              </a:buClr>
              <a:buSzPts val="2800"/>
              <a:buFont typeface="Arial"/>
              <a:buNone/>
              <a:defRPr sz="28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48" name="Google Shape;148;p63"/>
          <p:cNvSpPr/>
          <p:nvPr/>
        </p:nvSpPr>
        <p:spPr>
          <a:xfrm>
            <a:off x="892540" y="6151996"/>
            <a:ext cx="3600000" cy="3456000"/>
          </a:xfrm>
          <a:prstGeom prst="rect">
            <a:avLst/>
          </a:prstGeom>
          <a:solidFill>
            <a:schemeClr val="accent2"/>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2400">
              <a:solidFill>
                <a:srgbClr val="3F3F3F"/>
              </a:solidFill>
              <a:latin typeface="Arial"/>
              <a:ea typeface="Arial"/>
              <a:cs typeface="Arial"/>
              <a:sym typeface="Arial"/>
            </a:endParaRPr>
          </a:p>
        </p:txBody>
      </p:sp>
      <p:sp>
        <p:nvSpPr>
          <p:cNvPr id="149" name="Google Shape;149;p63"/>
          <p:cNvSpPr/>
          <p:nvPr/>
        </p:nvSpPr>
        <p:spPr>
          <a:xfrm>
            <a:off x="13795459" y="2551212"/>
            <a:ext cx="3600000" cy="3456000"/>
          </a:xfrm>
          <a:prstGeom prst="rect">
            <a:avLst/>
          </a:prstGeom>
          <a:solidFill>
            <a:schemeClr val="accent3"/>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2400">
              <a:solidFill>
                <a:srgbClr val="3F3F3F"/>
              </a:solidFill>
              <a:latin typeface="Arial"/>
              <a:ea typeface="Arial"/>
              <a:cs typeface="Arial"/>
              <a:sym typeface="Arial"/>
            </a:endParaRPr>
          </a:p>
        </p:txBody>
      </p:sp>
      <p:sp>
        <p:nvSpPr>
          <p:cNvPr id="150" name="Google Shape;150;p63"/>
          <p:cNvSpPr>
            <a:spLocks noGrp="1"/>
          </p:cNvSpPr>
          <p:nvPr>
            <p:ph type="pic" idx="3"/>
          </p:nvPr>
        </p:nvSpPr>
        <p:spPr>
          <a:xfrm>
            <a:off x="892540" y="2551212"/>
            <a:ext cx="3600000" cy="3456000"/>
          </a:xfrm>
          <a:prstGeom prst="rect">
            <a:avLst/>
          </a:prstGeom>
          <a:solidFill>
            <a:srgbClr val="F2F2F2"/>
          </a:solidFill>
          <a:ln>
            <a:noFill/>
          </a:ln>
        </p:spPr>
      </p:sp>
      <p:sp>
        <p:nvSpPr>
          <p:cNvPr id="151" name="Google Shape;151;p63"/>
          <p:cNvSpPr>
            <a:spLocks noGrp="1"/>
          </p:cNvSpPr>
          <p:nvPr>
            <p:ph type="pic" idx="4"/>
          </p:nvPr>
        </p:nvSpPr>
        <p:spPr>
          <a:xfrm>
            <a:off x="13795459" y="6151996"/>
            <a:ext cx="3600000" cy="3456000"/>
          </a:xfrm>
          <a:prstGeom prst="rect">
            <a:avLst/>
          </a:prstGeom>
          <a:solidFill>
            <a:srgbClr val="F2F2F2"/>
          </a:solidFill>
          <a:ln>
            <a:noFill/>
          </a:ln>
        </p:spPr>
      </p:sp>
      <p:sp>
        <p:nvSpPr>
          <p:cNvPr id="152" name="Google Shape;152;p63"/>
          <p:cNvSpPr>
            <a:spLocks noGrp="1"/>
          </p:cNvSpPr>
          <p:nvPr>
            <p:ph type="pic" idx="5"/>
          </p:nvPr>
        </p:nvSpPr>
        <p:spPr>
          <a:xfrm>
            <a:off x="4679503" y="6151996"/>
            <a:ext cx="8928994" cy="3456000"/>
          </a:xfrm>
          <a:prstGeom prst="rect">
            <a:avLst/>
          </a:prstGeom>
          <a:solidFill>
            <a:srgbClr val="F2F2F2"/>
          </a:solidFill>
          <a:ln>
            <a:noFill/>
          </a:ln>
        </p:spPr>
      </p:sp>
      <p:sp>
        <p:nvSpPr>
          <p:cNvPr id="153" name="Google Shape;153;p63"/>
          <p:cNvSpPr>
            <a:spLocks noGrp="1"/>
          </p:cNvSpPr>
          <p:nvPr>
            <p:ph type="pic" idx="6"/>
          </p:nvPr>
        </p:nvSpPr>
        <p:spPr>
          <a:xfrm>
            <a:off x="4679503" y="2551212"/>
            <a:ext cx="8928994" cy="3456000"/>
          </a:xfrm>
          <a:prstGeom prst="rect">
            <a:avLst/>
          </a:prstGeom>
          <a:solidFill>
            <a:srgbClr val="F2F2F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5_Images and Contents Layout">
  <p:cSld name="5_Images and Contents Layout">
    <p:spTree>
      <p:nvGrpSpPr>
        <p:cNvPr id="1" name="Shape 154"/>
        <p:cNvGrpSpPr/>
        <p:nvPr/>
      </p:nvGrpSpPr>
      <p:grpSpPr>
        <a:xfrm>
          <a:off x="0" y="0"/>
          <a:ext cx="0" cy="0"/>
          <a:chOff x="0" y="0"/>
          <a:chExt cx="0" cy="0"/>
        </a:xfrm>
      </p:grpSpPr>
      <p:sp>
        <p:nvSpPr>
          <p:cNvPr id="155" name="Google Shape;155;p64"/>
          <p:cNvSpPr>
            <a:spLocks noGrp="1"/>
          </p:cNvSpPr>
          <p:nvPr>
            <p:ph type="pic" idx="2"/>
          </p:nvPr>
        </p:nvSpPr>
        <p:spPr>
          <a:xfrm>
            <a:off x="1064474" y="720082"/>
            <a:ext cx="6336704" cy="6295628"/>
          </a:xfrm>
          <a:prstGeom prst="rect">
            <a:avLst/>
          </a:prstGeom>
          <a:solidFill>
            <a:srgbClr val="F2F2F2"/>
          </a:solidFill>
          <a:ln>
            <a:noFill/>
          </a:ln>
        </p:spPr>
      </p:sp>
      <p:sp>
        <p:nvSpPr>
          <p:cNvPr id="156" name="Google Shape;156;p64"/>
          <p:cNvSpPr>
            <a:spLocks noGrp="1"/>
          </p:cNvSpPr>
          <p:nvPr>
            <p:ph type="pic" idx="3"/>
          </p:nvPr>
        </p:nvSpPr>
        <p:spPr>
          <a:xfrm>
            <a:off x="7689210" y="720083"/>
            <a:ext cx="9505056" cy="3444158"/>
          </a:xfrm>
          <a:prstGeom prst="rect">
            <a:avLst/>
          </a:prstGeom>
          <a:solidFill>
            <a:srgbClr val="F2F2F2"/>
          </a:solidFill>
          <a:ln>
            <a:noFill/>
          </a:ln>
        </p:spPr>
      </p:sp>
      <p:sp>
        <p:nvSpPr>
          <p:cNvPr id="157" name="Google Shape;157;p64"/>
          <p:cNvSpPr>
            <a:spLocks noGrp="1"/>
          </p:cNvSpPr>
          <p:nvPr>
            <p:ph type="pic" idx="4"/>
          </p:nvPr>
        </p:nvSpPr>
        <p:spPr>
          <a:xfrm>
            <a:off x="7689210" y="4423422"/>
            <a:ext cx="2952000" cy="2592288"/>
          </a:xfrm>
          <a:prstGeom prst="rect">
            <a:avLst/>
          </a:prstGeom>
          <a:solidFill>
            <a:srgbClr val="F2F2F2"/>
          </a:solidFill>
          <a:ln>
            <a:noFill/>
          </a:ln>
        </p:spPr>
      </p:sp>
      <p:sp>
        <p:nvSpPr>
          <p:cNvPr id="158" name="Google Shape;158;p64"/>
          <p:cNvSpPr>
            <a:spLocks noGrp="1"/>
          </p:cNvSpPr>
          <p:nvPr>
            <p:ph type="pic" idx="5"/>
          </p:nvPr>
        </p:nvSpPr>
        <p:spPr>
          <a:xfrm>
            <a:off x="10965738" y="4423422"/>
            <a:ext cx="2952000" cy="2592288"/>
          </a:xfrm>
          <a:prstGeom prst="rect">
            <a:avLst/>
          </a:prstGeom>
          <a:solidFill>
            <a:srgbClr val="F2F2F2"/>
          </a:solidFill>
          <a:ln>
            <a:noFill/>
          </a:ln>
        </p:spPr>
      </p:sp>
      <p:sp>
        <p:nvSpPr>
          <p:cNvPr id="159" name="Google Shape;159;p64"/>
          <p:cNvSpPr>
            <a:spLocks noGrp="1"/>
          </p:cNvSpPr>
          <p:nvPr>
            <p:ph type="pic" idx="6"/>
          </p:nvPr>
        </p:nvSpPr>
        <p:spPr>
          <a:xfrm>
            <a:off x="14242266" y="4423422"/>
            <a:ext cx="2952000" cy="2592288"/>
          </a:xfrm>
          <a:prstGeom prst="rect">
            <a:avLst/>
          </a:prstGeom>
          <a:solidFill>
            <a:srgbClr val="F2F2F2"/>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7_Images and Contents Layout">
  <p:cSld name="7_Images and Contents Layout">
    <p:spTree>
      <p:nvGrpSpPr>
        <p:cNvPr id="1" name="Shape 160"/>
        <p:cNvGrpSpPr/>
        <p:nvPr/>
      </p:nvGrpSpPr>
      <p:grpSpPr>
        <a:xfrm>
          <a:off x="0" y="0"/>
          <a:ext cx="0" cy="0"/>
          <a:chOff x="0" y="0"/>
          <a:chExt cx="0" cy="0"/>
        </a:xfrm>
      </p:grpSpPr>
      <p:sp>
        <p:nvSpPr>
          <p:cNvPr id="161" name="Google Shape;161;p65"/>
          <p:cNvSpPr txBox="1">
            <a:spLocks noGrp="1"/>
          </p:cNvSpPr>
          <p:nvPr>
            <p:ph type="body" idx="1"/>
          </p:nvPr>
        </p:nvSpPr>
        <p:spPr>
          <a:xfrm>
            <a:off x="0" y="363264"/>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rgbClr val="3F3F3F"/>
              </a:buClr>
              <a:buSzPts val="7200"/>
              <a:buFont typeface="Arial"/>
              <a:buNone/>
              <a:defRPr sz="72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62" name="Google Shape;162;p65"/>
          <p:cNvSpPr txBox="1">
            <a:spLocks noGrp="1"/>
          </p:cNvSpPr>
          <p:nvPr>
            <p:ph type="body" idx="2"/>
          </p:nvPr>
        </p:nvSpPr>
        <p:spPr>
          <a:xfrm>
            <a:off x="0" y="1515392"/>
            <a:ext cx="18288001"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560"/>
              </a:spcBef>
              <a:spcAft>
                <a:spcPts val="0"/>
              </a:spcAft>
              <a:buClr>
                <a:srgbClr val="3F3F3F"/>
              </a:buClr>
              <a:buSzPts val="2800"/>
              <a:buFont typeface="Arial"/>
              <a:buNone/>
              <a:defRPr sz="28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pic>
        <p:nvPicPr>
          <p:cNvPr id="163" name="Google Shape;163;p65"/>
          <p:cNvPicPr preferRelativeResize="0"/>
          <p:nvPr/>
        </p:nvPicPr>
        <p:blipFill rotWithShape="1">
          <a:blip r:embed="rId2">
            <a:alphaModFix/>
          </a:blip>
          <a:srcRect/>
          <a:stretch/>
        </p:blipFill>
        <p:spPr>
          <a:xfrm>
            <a:off x="6820151" y="3415309"/>
            <a:ext cx="10857186" cy="5949062"/>
          </a:xfrm>
          <a:prstGeom prst="rect">
            <a:avLst/>
          </a:prstGeom>
          <a:noFill/>
          <a:ln>
            <a:noFill/>
          </a:ln>
        </p:spPr>
      </p:pic>
      <p:sp>
        <p:nvSpPr>
          <p:cNvPr id="164" name="Google Shape;164;p65"/>
          <p:cNvSpPr>
            <a:spLocks noGrp="1"/>
          </p:cNvSpPr>
          <p:nvPr>
            <p:ph type="pic" idx="3"/>
          </p:nvPr>
        </p:nvSpPr>
        <p:spPr>
          <a:xfrm>
            <a:off x="8558812" y="3728869"/>
            <a:ext cx="7249336" cy="4686358"/>
          </a:xfrm>
          <a:prstGeom prst="rect">
            <a:avLst/>
          </a:prstGeom>
          <a:solidFill>
            <a:srgbClr val="F2F2F2"/>
          </a:solidFill>
          <a:ln>
            <a:noFill/>
          </a:ln>
        </p:spPr>
      </p:sp>
      <p:sp>
        <p:nvSpPr>
          <p:cNvPr id="165" name="Google Shape;165;p65"/>
          <p:cNvSpPr/>
          <p:nvPr/>
        </p:nvSpPr>
        <p:spPr>
          <a:xfrm>
            <a:off x="6056056" y="1"/>
            <a:ext cx="6192688" cy="91438"/>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66" name="Google Shape;166;p65"/>
          <p:cNvSpPr/>
          <p:nvPr/>
        </p:nvSpPr>
        <p:spPr>
          <a:xfrm>
            <a:off x="0" y="10129962"/>
            <a:ext cx="18288001" cy="166312"/>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8_Images and Contents Layout">
  <p:cSld name="8_Images and Contents Layout">
    <p:spTree>
      <p:nvGrpSpPr>
        <p:cNvPr id="1" name="Shape 167"/>
        <p:cNvGrpSpPr/>
        <p:nvPr/>
      </p:nvGrpSpPr>
      <p:grpSpPr>
        <a:xfrm>
          <a:off x="0" y="0"/>
          <a:ext cx="0" cy="0"/>
          <a:chOff x="0" y="0"/>
          <a:chExt cx="0" cy="0"/>
        </a:xfrm>
      </p:grpSpPr>
      <p:sp>
        <p:nvSpPr>
          <p:cNvPr id="168" name="Google Shape;168;p66"/>
          <p:cNvSpPr txBox="1">
            <a:spLocks noGrp="1"/>
          </p:cNvSpPr>
          <p:nvPr>
            <p:ph type="body" idx="1"/>
          </p:nvPr>
        </p:nvSpPr>
        <p:spPr>
          <a:xfrm>
            <a:off x="0" y="363264"/>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rgbClr val="3F3F3F"/>
              </a:buClr>
              <a:buSzPts val="7200"/>
              <a:buFont typeface="Arial"/>
              <a:buNone/>
              <a:defRPr sz="72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69" name="Google Shape;169;p66"/>
          <p:cNvSpPr txBox="1">
            <a:spLocks noGrp="1"/>
          </p:cNvSpPr>
          <p:nvPr>
            <p:ph type="body" idx="2"/>
          </p:nvPr>
        </p:nvSpPr>
        <p:spPr>
          <a:xfrm>
            <a:off x="0" y="1515392"/>
            <a:ext cx="18288001"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560"/>
              </a:spcBef>
              <a:spcAft>
                <a:spcPts val="0"/>
              </a:spcAft>
              <a:buClr>
                <a:srgbClr val="3F3F3F"/>
              </a:buClr>
              <a:buSzPts val="2800"/>
              <a:buFont typeface="Arial"/>
              <a:buNone/>
              <a:defRPr sz="28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pic>
        <p:nvPicPr>
          <p:cNvPr id="170" name="Google Shape;170;p66" descr="D:\Fullppt\005-PNG이미지\모니터.png"/>
          <p:cNvPicPr preferRelativeResize="0"/>
          <p:nvPr/>
        </p:nvPicPr>
        <p:blipFill rotWithShape="1">
          <a:blip r:embed="rId2">
            <a:alphaModFix/>
          </a:blip>
          <a:srcRect/>
          <a:stretch/>
        </p:blipFill>
        <p:spPr>
          <a:xfrm>
            <a:off x="1164600" y="2723620"/>
            <a:ext cx="5040560" cy="5025812"/>
          </a:xfrm>
          <a:prstGeom prst="rect">
            <a:avLst/>
          </a:prstGeom>
          <a:noFill/>
          <a:ln>
            <a:noFill/>
          </a:ln>
        </p:spPr>
      </p:pic>
      <p:pic>
        <p:nvPicPr>
          <p:cNvPr id="171" name="Google Shape;171;p66" descr="D:\Fullppt\005-PNG이미지\모니터.png"/>
          <p:cNvPicPr preferRelativeResize="0"/>
          <p:nvPr/>
        </p:nvPicPr>
        <p:blipFill rotWithShape="1">
          <a:blip r:embed="rId2">
            <a:alphaModFix/>
          </a:blip>
          <a:srcRect/>
          <a:stretch/>
        </p:blipFill>
        <p:spPr>
          <a:xfrm>
            <a:off x="6610238" y="2723620"/>
            <a:ext cx="5040560" cy="5025812"/>
          </a:xfrm>
          <a:prstGeom prst="rect">
            <a:avLst/>
          </a:prstGeom>
          <a:noFill/>
          <a:ln>
            <a:noFill/>
          </a:ln>
        </p:spPr>
      </p:pic>
      <p:pic>
        <p:nvPicPr>
          <p:cNvPr id="172" name="Google Shape;172;p66" descr="D:\Fullppt\005-PNG이미지\모니터.png"/>
          <p:cNvPicPr preferRelativeResize="0"/>
          <p:nvPr/>
        </p:nvPicPr>
        <p:blipFill rotWithShape="1">
          <a:blip r:embed="rId2">
            <a:alphaModFix/>
          </a:blip>
          <a:srcRect/>
          <a:stretch/>
        </p:blipFill>
        <p:spPr>
          <a:xfrm>
            <a:off x="12055876" y="2723620"/>
            <a:ext cx="5040560" cy="5025812"/>
          </a:xfrm>
          <a:prstGeom prst="rect">
            <a:avLst/>
          </a:prstGeom>
          <a:noFill/>
          <a:ln>
            <a:noFill/>
          </a:ln>
        </p:spPr>
      </p:pic>
      <p:sp>
        <p:nvSpPr>
          <p:cNvPr id="173" name="Google Shape;173;p66"/>
          <p:cNvSpPr>
            <a:spLocks noGrp="1"/>
          </p:cNvSpPr>
          <p:nvPr>
            <p:ph type="pic" idx="3"/>
          </p:nvPr>
        </p:nvSpPr>
        <p:spPr>
          <a:xfrm>
            <a:off x="1364852" y="2936943"/>
            <a:ext cx="4610796" cy="3120042"/>
          </a:xfrm>
          <a:prstGeom prst="rect">
            <a:avLst/>
          </a:prstGeom>
          <a:solidFill>
            <a:srgbClr val="F2F2F2"/>
          </a:solidFill>
          <a:ln>
            <a:noFill/>
          </a:ln>
        </p:spPr>
      </p:sp>
      <p:sp>
        <p:nvSpPr>
          <p:cNvPr id="174" name="Google Shape;174;p66"/>
          <p:cNvSpPr>
            <a:spLocks noGrp="1"/>
          </p:cNvSpPr>
          <p:nvPr>
            <p:ph type="pic" idx="4"/>
          </p:nvPr>
        </p:nvSpPr>
        <p:spPr>
          <a:xfrm>
            <a:off x="6809342" y="2936943"/>
            <a:ext cx="4610796" cy="3120042"/>
          </a:xfrm>
          <a:prstGeom prst="rect">
            <a:avLst/>
          </a:prstGeom>
          <a:solidFill>
            <a:srgbClr val="F2F2F2"/>
          </a:solidFill>
          <a:ln>
            <a:noFill/>
          </a:ln>
        </p:spPr>
      </p:sp>
      <p:sp>
        <p:nvSpPr>
          <p:cNvPr id="175" name="Google Shape;175;p66"/>
          <p:cNvSpPr>
            <a:spLocks noGrp="1"/>
          </p:cNvSpPr>
          <p:nvPr>
            <p:ph type="pic" idx="5"/>
          </p:nvPr>
        </p:nvSpPr>
        <p:spPr>
          <a:xfrm>
            <a:off x="12253832" y="2936943"/>
            <a:ext cx="4610796" cy="3120042"/>
          </a:xfrm>
          <a:prstGeom prst="rect">
            <a:avLst/>
          </a:prstGeom>
          <a:solidFill>
            <a:srgbClr val="F2F2F2"/>
          </a:solidFill>
          <a:ln>
            <a:noFill/>
          </a:ln>
        </p:spPr>
      </p:sp>
      <p:sp>
        <p:nvSpPr>
          <p:cNvPr id="176" name="Google Shape;176;p66"/>
          <p:cNvSpPr/>
          <p:nvPr/>
        </p:nvSpPr>
        <p:spPr>
          <a:xfrm>
            <a:off x="6056056" y="1"/>
            <a:ext cx="6192688" cy="9143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77" name="Google Shape;177;p66"/>
          <p:cNvSpPr/>
          <p:nvPr/>
        </p:nvSpPr>
        <p:spPr>
          <a:xfrm>
            <a:off x="0" y="10129962"/>
            <a:ext cx="18288001" cy="1663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9_Images and Contents Layout">
  <p:cSld name="9_Images and Contents Layout">
    <p:spTree>
      <p:nvGrpSpPr>
        <p:cNvPr id="1" name="Shape 178"/>
        <p:cNvGrpSpPr/>
        <p:nvPr/>
      </p:nvGrpSpPr>
      <p:grpSpPr>
        <a:xfrm>
          <a:off x="0" y="0"/>
          <a:ext cx="0" cy="0"/>
          <a:chOff x="0" y="0"/>
          <a:chExt cx="0" cy="0"/>
        </a:xfrm>
      </p:grpSpPr>
      <p:sp>
        <p:nvSpPr>
          <p:cNvPr id="179" name="Google Shape;179;p67"/>
          <p:cNvSpPr>
            <a:spLocks noGrp="1"/>
          </p:cNvSpPr>
          <p:nvPr>
            <p:ph type="pic" idx="2"/>
          </p:nvPr>
        </p:nvSpPr>
        <p:spPr>
          <a:xfrm>
            <a:off x="0" y="0"/>
            <a:ext cx="18288001" cy="6151612"/>
          </a:xfrm>
          <a:prstGeom prst="rect">
            <a:avLst/>
          </a:prstGeom>
          <a:solidFill>
            <a:srgbClr val="D8D8D8"/>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icon sets layout">
  <p:cSld name="icon sets layout">
    <p:spTree>
      <p:nvGrpSpPr>
        <p:cNvPr id="1" name="Shape 180"/>
        <p:cNvGrpSpPr/>
        <p:nvPr/>
      </p:nvGrpSpPr>
      <p:grpSpPr>
        <a:xfrm>
          <a:off x="0" y="0"/>
          <a:ext cx="0" cy="0"/>
          <a:chOff x="0" y="0"/>
          <a:chExt cx="0" cy="0"/>
        </a:xfrm>
      </p:grpSpPr>
      <p:sp>
        <p:nvSpPr>
          <p:cNvPr id="181" name="Google Shape;181;p68"/>
          <p:cNvSpPr txBox="1">
            <a:spLocks noGrp="1"/>
          </p:cNvSpPr>
          <p:nvPr>
            <p:ph type="body" idx="1"/>
          </p:nvPr>
        </p:nvSpPr>
        <p:spPr>
          <a:xfrm>
            <a:off x="0" y="246956"/>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chemeClr val="dk1"/>
              </a:buClr>
              <a:buSzPts val="7200"/>
              <a:buFont typeface="Arial"/>
              <a:buNone/>
              <a:defRPr sz="7200" b="0" i="0" u="none" strike="noStrike" cap="none">
                <a:solidFill>
                  <a:schemeClr val="dk1"/>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grpSp>
        <p:nvGrpSpPr>
          <p:cNvPr id="182" name="Google Shape;182;p68"/>
          <p:cNvGrpSpPr/>
          <p:nvPr/>
        </p:nvGrpSpPr>
        <p:grpSpPr>
          <a:xfrm>
            <a:off x="708016" y="2263179"/>
            <a:ext cx="5699680" cy="7298342"/>
            <a:chOff x="354008" y="1131589"/>
            <a:chExt cx="2849840" cy="3649171"/>
          </a:xfrm>
        </p:grpSpPr>
        <p:sp>
          <p:nvSpPr>
            <p:cNvPr id="183" name="Google Shape;183;p68"/>
            <p:cNvSpPr/>
            <p:nvPr/>
          </p:nvSpPr>
          <p:spPr>
            <a:xfrm>
              <a:off x="354008" y="1131589"/>
              <a:ext cx="2849840" cy="3649171"/>
            </a:xfrm>
            <a:prstGeom prst="roundRect">
              <a:avLst>
                <a:gd name="adj" fmla="val 3968"/>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84" name="Google Shape;184;p68"/>
            <p:cNvSpPr/>
            <p:nvPr/>
          </p:nvSpPr>
          <p:spPr>
            <a:xfrm>
              <a:off x="531932" y="1347500"/>
              <a:ext cx="108520" cy="3240473"/>
            </a:xfrm>
            <a:prstGeom prst="roundRect">
              <a:avLst>
                <a:gd name="adj" fmla="val 50000"/>
              </a:avLst>
            </a:prstGeom>
            <a:solidFill>
              <a:schemeClr val="lt1">
                <a:alpha val="4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85" name="Google Shape;185;p68"/>
            <p:cNvSpPr/>
            <p:nvPr/>
          </p:nvSpPr>
          <p:spPr>
            <a:xfrm rot="5400000">
              <a:off x="2592642" y="1238201"/>
              <a:ext cx="502331" cy="502331"/>
            </a:xfrm>
            <a:prstGeom prst="halfFrame">
              <a:avLst>
                <a:gd name="adj1" fmla="val 23728"/>
                <a:gd name="adj2" fmla="val 24642"/>
              </a:avLst>
            </a:prstGeom>
            <a:solidFill>
              <a:schemeClr val="lt1">
                <a:alpha val="2274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000000"/>
                </a:solidFill>
                <a:latin typeface="Arial"/>
                <a:ea typeface="Arial"/>
                <a:cs typeface="Arial"/>
                <a:sym typeface="Aria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Agenda Layout">
  <p:cSld name="Agenda Layout">
    <p:bg>
      <p:bgPr>
        <a:blipFill>
          <a:blip r:embed="rId2">
            <a:alphaModFix/>
          </a:blip>
          <a:stretch>
            <a:fillRect/>
          </a:stretch>
        </a:blipFill>
        <a:effectLst/>
      </p:bgPr>
    </p:bg>
    <p:spTree>
      <p:nvGrpSpPr>
        <p:cNvPr id="1" name="Shape 187"/>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sic Layout">
  <p:cSld name="Basic Layout">
    <p:bg>
      <p:bgPr>
        <a:blipFill>
          <a:blip r:embed="rId2">
            <a:alphaModFix/>
          </a:blip>
          <a:stretch>
            <a:fillRect/>
          </a:stretch>
        </a:blipFill>
        <a:effectLst/>
      </p:bgPr>
    </p:bg>
    <p:spTree>
      <p:nvGrpSpPr>
        <p:cNvPr id="1" name="Shape 188"/>
        <p:cNvGrpSpPr/>
        <p:nvPr/>
      </p:nvGrpSpPr>
      <p:grpSpPr>
        <a:xfrm>
          <a:off x="0" y="0"/>
          <a:ext cx="0" cy="0"/>
          <a:chOff x="0" y="0"/>
          <a:chExt cx="0" cy="0"/>
        </a:xfrm>
      </p:grpSpPr>
      <p:sp>
        <p:nvSpPr>
          <p:cNvPr id="189" name="Google Shape;189;p71"/>
          <p:cNvSpPr txBox="1">
            <a:spLocks noGrp="1"/>
          </p:cNvSpPr>
          <p:nvPr>
            <p:ph type="body" idx="1"/>
          </p:nvPr>
        </p:nvSpPr>
        <p:spPr>
          <a:xfrm>
            <a:off x="0" y="246956"/>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chemeClr val="dk1"/>
              </a:buClr>
              <a:buSzPts val="7200"/>
              <a:buFont typeface="Arial"/>
              <a:buNone/>
              <a:defRPr sz="7200" b="0" i="0" u="none" strike="noStrike" cap="none">
                <a:solidFill>
                  <a:schemeClr val="dk1"/>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90" name="Google Shape;190;p71"/>
          <p:cNvSpPr txBox="1">
            <a:spLocks noGrp="1"/>
          </p:cNvSpPr>
          <p:nvPr>
            <p:ph type="body" idx="2"/>
          </p:nvPr>
        </p:nvSpPr>
        <p:spPr>
          <a:xfrm>
            <a:off x="0" y="1399084"/>
            <a:ext cx="18288001"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91" name="Google Shape;191;p71"/>
          <p:cNvSpPr/>
          <p:nvPr/>
        </p:nvSpPr>
        <p:spPr>
          <a:xfrm>
            <a:off x="6056056" y="1"/>
            <a:ext cx="6192688" cy="9143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92" name="Google Shape;192;p71"/>
          <p:cNvSpPr/>
          <p:nvPr/>
        </p:nvSpPr>
        <p:spPr>
          <a:xfrm>
            <a:off x="0" y="10129962"/>
            <a:ext cx="18288001" cy="1663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Basic Layout">
  <p:cSld name="1_Basic Layout">
    <p:bg>
      <p:bgPr>
        <a:solidFill>
          <a:schemeClr val="lt1"/>
        </a:solidFill>
        <a:effectLst/>
      </p:bgPr>
    </p:bg>
    <p:spTree>
      <p:nvGrpSpPr>
        <p:cNvPr id="1" name="Shape 193"/>
        <p:cNvGrpSpPr/>
        <p:nvPr/>
      </p:nvGrpSpPr>
      <p:grpSpPr>
        <a:xfrm>
          <a:off x="0" y="0"/>
          <a:ext cx="0" cy="0"/>
          <a:chOff x="0" y="0"/>
          <a:chExt cx="0" cy="0"/>
        </a:xfrm>
      </p:grpSpPr>
      <p:sp>
        <p:nvSpPr>
          <p:cNvPr id="194" name="Google Shape;194;p72"/>
          <p:cNvSpPr txBox="1">
            <a:spLocks noGrp="1"/>
          </p:cNvSpPr>
          <p:nvPr>
            <p:ph type="body" idx="1"/>
          </p:nvPr>
        </p:nvSpPr>
        <p:spPr>
          <a:xfrm>
            <a:off x="0" y="246956"/>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rgbClr val="3F3F3F"/>
              </a:buClr>
              <a:buSzPts val="7200"/>
              <a:buFont typeface="Arial"/>
              <a:buNone/>
              <a:defRPr sz="72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95" name="Google Shape;195;p72"/>
          <p:cNvSpPr txBox="1">
            <a:spLocks noGrp="1"/>
          </p:cNvSpPr>
          <p:nvPr>
            <p:ph type="body" idx="2"/>
          </p:nvPr>
        </p:nvSpPr>
        <p:spPr>
          <a:xfrm>
            <a:off x="0" y="1399084"/>
            <a:ext cx="18288001"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560"/>
              </a:spcBef>
              <a:spcAft>
                <a:spcPts val="0"/>
              </a:spcAft>
              <a:buClr>
                <a:srgbClr val="3F3F3F"/>
              </a:buClr>
              <a:buSzPts val="2800"/>
              <a:buFont typeface="Arial"/>
              <a:buNone/>
              <a:defRPr sz="28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196" name="Google Shape;196;p72"/>
          <p:cNvSpPr/>
          <p:nvPr/>
        </p:nvSpPr>
        <p:spPr>
          <a:xfrm>
            <a:off x="6056056" y="1"/>
            <a:ext cx="6192688" cy="9143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197" name="Google Shape;197;p72"/>
          <p:cNvSpPr/>
          <p:nvPr/>
        </p:nvSpPr>
        <p:spPr>
          <a:xfrm>
            <a:off x="0" y="10129962"/>
            <a:ext cx="18288001" cy="1663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_Basic Layout">
  <p:cSld name="2_Basic Layout">
    <p:bg>
      <p:bgPr>
        <a:solidFill>
          <a:schemeClr val="lt1"/>
        </a:solidFill>
        <a:effectLst/>
      </p:bgPr>
    </p:bg>
    <p:spTree>
      <p:nvGrpSpPr>
        <p:cNvPr id="1" name="Shape 198"/>
        <p:cNvGrpSpPr/>
        <p:nvPr/>
      </p:nvGrpSpPr>
      <p:grpSpPr>
        <a:xfrm>
          <a:off x="0" y="0"/>
          <a:ext cx="0" cy="0"/>
          <a:chOff x="0" y="0"/>
          <a:chExt cx="0" cy="0"/>
        </a:xfrm>
      </p:grpSpPr>
      <p:sp>
        <p:nvSpPr>
          <p:cNvPr id="199" name="Google Shape;199;p73"/>
          <p:cNvSpPr txBox="1">
            <a:spLocks noGrp="1"/>
          </p:cNvSpPr>
          <p:nvPr>
            <p:ph type="body" idx="1"/>
          </p:nvPr>
        </p:nvSpPr>
        <p:spPr>
          <a:xfrm>
            <a:off x="4103440" y="246956"/>
            <a:ext cx="14184560" cy="1152128"/>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1440"/>
              </a:spcBef>
              <a:spcAft>
                <a:spcPts val="0"/>
              </a:spcAft>
              <a:buClr>
                <a:srgbClr val="3F3F3F"/>
              </a:buClr>
              <a:buSzPts val="7200"/>
              <a:buFont typeface="Arial"/>
              <a:buNone/>
              <a:defRPr sz="72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200" name="Google Shape;200;p73"/>
          <p:cNvSpPr txBox="1">
            <a:spLocks noGrp="1"/>
          </p:cNvSpPr>
          <p:nvPr>
            <p:ph type="body" idx="2"/>
          </p:nvPr>
        </p:nvSpPr>
        <p:spPr>
          <a:xfrm>
            <a:off x="4103440" y="1399084"/>
            <a:ext cx="14184560" cy="576064"/>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560"/>
              </a:spcBef>
              <a:spcAft>
                <a:spcPts val="0"/>
              </a:spcAft>
              <a:buClr>
                <a:srgbClr val="3F3F3F"/>
              </a:buClr>
              <a:buSzPts val="2800"/>
              <a:buFont typeface="Arial"/>
              <a:buNone/>
              <a:defRPr sz="28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201" name="Google Shape;201;p73"/>
          <p:cNvSpPr/>
          <p:nvPr/>
        </p:nvSpPr>
        <p:spPr>
          <a:xfrm>
            <a:off x="0" y="1"/>
            <a:ext cx="3815408" cy="1029627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Images and Contents Layout">
  <p:cSld name="Images and Contents Layout">
    <p:spTree>
      <p:nvGrpSpPr>
        <p:cNvPr id="1" name="Shape 202"/>
        <p:cNvGrpSpPr/>
        <p:nvPr/>
      </p:nvGrpSpPr>
      <p:grpSpPr>
        <a:xfrm>
          <a:off x="0" y="0"/>
          <a:ext cx="0" cy="0"/>
          <a:chOff x="0" y="0"/>
          <a:chExt cx="0" cy="0"/>
        </a:xfrm>
      </p:grpSpPr>
      <p:sp>
        <p:nvSpPr>
          <p:cNvPr id="203" name="Google Shape;203;p74"/>
          <p:cNvSpPr txBox="1">
            <a:spLocks noGrp="1"/>
          </p:cNvSpPr>
          <p:nvPr>
            <p:ph type="body" idx="1"/>
          </p:nvPr>
        </p:nvSpPr>
        <p:spPr>
          <a:xfrm>
            <a:off x="0" y="363264"/>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chemeClr val="dk1"/>
              </a:buClr>
              <a:buSzPts val="7200"/>
              <a:buFont typeface="Arial"/>
              <a:buNone/>
              <a:defRPr sz="7200" b="0" i="0" u="none" strike="noStrike" cap="none">
                <a:solidFill>
                  <a:schemeClr val="dk1"/>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204" name="Google Shape;204;p74"/>
          <p:cNvSpPr txBox="1">
            <a:spLocks noGrp="1"/>
          </p:cNvSpPr>
          <p:nvPr>
            <p:ph type="body" idx="2"/>
          </p:nvPr>
        </p:nvSpPr>
        <p:spPr>
          <a:xfrm>
            <a:off x="0" y="1515392"/>
            <a:ext cx="18288001"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560"/>
              </a:spcBef>
              <a:spcAft>
                <a:spcPts val="0"/>
              </a:spcAft>
              <a:buClr>
                <a:srgbClr val="3F3F3F"/>
              </a:buClr>
              <a:buSzPts val="2800"/>
              <a:buFont typeface="Arial"/>
              <a:buNone/>
              <a:defRPr sz="28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205" name="Google Shape;205;p74"/>
          <p:cNvSpPr/>
          <p:nvPr/>
        </p:nvSpPr>
        <p:spPr>
          <a:xfrm>
            <a:off x="0" y="3415308"/>
            <a:ext cx="18288001" cy="3600400"/>
          </a:xfrm>
          <a:prstGeom prst="rect">
            <a:avLst/>
          </a:prstGeom>
          <a:solidFill>
            <a:schemeClr val="accen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206" name="Google Shape;206;p74"/>
          <p:cNvSpPr/>
          <p:nvPr/>
        </p:nvSpPr>
        <p:spPr>
          <a:xfrm rot="10800000">
            <a:off x="2375088" y="7016263"/>
            <a:ext cx="576064" cy="496606"/>
          </a:xfrm>
          <a:prstGeom prst="triangle">
            <a:avLst>
              <a:gd name="adj" fmla="val 50000"/>
            </a:avLst>
          </a:prstGeom>
          <a:solidFill>
            <a:schemeClr val="accen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207" name="Google Shape;207;p74"/>
          <p:cNvSpPr/>
          <p:nvPr/>
        </p:nvSpPr>
        <p:spPr>
          <a:xfrm rot="10800000">
            <a:off x="6695568" y="7016263"/>
            <a:ext cx="576064" cy="496606"/>
          </a:xfrm>
          <a:prstGeom prst="triangle">
            <a:avLst>
              <a:gd name="adj" fmla="val 50000"/>
            </a:avLst>
          </a:prstGeom>
          <a:solidFill>
            <a:schemeClr val="accen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208" name="Google Shape;208;p74"/>
          <p:cNvSpPr/>
          <p:nvPr/>
        </p:nvSpPr>
        <p:spPr>
          <a:xfrm rot="10800000">
            <a:off x="11016048" y="7016263"/>
            <a:ext cx="576064" cy="496606"/>
          </a:xfrm>
          <a:prstGeom prst="triangle">
            <a:avLst>
              <a:gd name="adj" fmla="val 50000"/>
            </a:avLst>
          </a:prstGeom>
          <a:solidFill>
            <a:schemeClr val="accen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209" name="Google Shape;209;p74"/>
          <p:cNvSpPr/>
          <p:nvPr/>
        </p:nvSpPr>
        <p:spPr>
          <a:xfrm rot="10800000">
            <a:off x="15336522" y="7016263"/>
            <a:ext cx="576064" cy="496606"/>
          </a:xfrm>
          <a:prstGeom prst="triangle">
            <a:avLst>
              <a:gd name="adj" fmla="val 50000"/>
            </a:avLst>
          </a:prstGeom>
          <a:solidFill>
            <a:schemeClr val="accen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210" name="Google Shape;210;p74"/>
          <p:cNvSpPr/>
          <p:nvPr/>
        </p:nvSpPr>
        <p:spPr>
          <a:xfrm>
            <a:off x="6056056" y="1"/>
            <a:ext cx="6192688" cy="9143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211" name="Google Shape;211;p74"/>
          <p:cNvSpPr/>
          <p:nvPr/>
        </p:nvSpPr>
        <p:spPr>
          <a:xfrm>
            <a:off x="0" y="10129962"/>
            <a:ext cx="18288001" cy="1663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212" name="Google Shape;212;p74"/>
          <p:cNvSpPr>
            <a:spLocks noGrp="1"/>
          </p:cNvSpPr>
          <p:nvPr>
            <p:ph type="pic" idx="3"/>
          </p:nvPr>
        </p:nvSpPr>
        <p:spPr>
          <a:xfrm>
            <a:off x="1223120" y="3775508"/>
            <a:ext cx="2880000" cy="2880000"/>
          </a:xfrm>
          <a:prstGeom prst="ellipse">
            <a:avLst/>
          </a:prstGeom>
          <a:solidFill>
            <a:srgbClr val="F2F2F2"/>
          </a:solidFill>
          <a:ln>
            <a:noFill/>
          </a:ln>
        </p:spPr>
      </p:sp>
      <p:sp>
        <p:nvSpPr>
          <p:cNvPr id="213" name="Google Shape;213;p74"/>
          <p:cNvSpPr>
            <a:spLocks noGrp="1"/>
          </p:cNvSpPr>
          <p:nvPr>
            <p:ph type="pic" idx="4"/>
          </p:nvPr>
        </p:nvSpPr>
        <p:spPr>
          <a:xfrm>
            <a:off x="5543598" y="3775508"/>
            <a:ext cx="2880000" cy="2880000"/>
          </a:xfrm>
          <a:prstGeom prst="ellipse">
            <a:avLst/>
          </a:prstGeom>
          <a:solidFill>
            <a:srgbClr val="F2F2F2"/>
          </a:solidFill>
          <a:ln>
            <a:noFill/>
          </a:ln>
        </p:spPr>
      </p:sp>
      <p:sp>
        <p:nvSpPr>
          <p:cNvPr id="214" name="Google Shape;214;p74"/>
          <p:cNvSpPr>
            <a:spLocks noGrp="1"/>
          </p:cNvSpPr>
          <p:nvPr>
            <p:ph type="pic" idx="5"/>
          </p:nvPr>
        </p:nvSpPr>
        <p:spPr>
          <a:xfrm>
            <a:off x="9864076" y="3775508"/>
            <a:ext cx="2880000" cy="2880000"/>
          </a:xfrm>
          <a:prstGeom prst="ellipse">
            <a:avLst/>
          </a:prstGeom>
          <a:solidFill>
            <a:srgbClr val="F2F2F2"/>
          </a:solidFill>
          <a:ln>
            <a:noFill/>
          </a:ln>
        </p:spPr>
      </p:sp>
      <p:sp>
        <p:nvSpPr>
          <p:cNvPr id="215" name="Google Shape;215;p74"/>
          <p:cNvSpPr>
            <a:spLocks noGrp="1"/>
          </p:cNvSpPr>
          <p:nvPr>
            <p:ph type="pic" idx="6"/>
          </p:nvPr>
        </p:nvSpPr>
        <p:spPr>
          <a:xfrm>
            <a:off x="14184555" y="3775508"/>
            <a:ext cx="2880000" cy="2880000"/>
          </a:xfrm>
          <a:prstGeom prst="ellipse">
            <a:avLst/>
          </a:prstGeom>
          <a:solidFill>
            <a:srgbClr val="F2F2F2"/>
          </a:solid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1_Images and Contents Layout">
  <p:cSld name="1_Images and Contents Layout">
    <p:spTree>
      <p:nvGrpSpPr>
        <p:cNvPr id="1" name="Shape 216"/>
        <p:cNvGrpSpPr/>
        <p:nvPr/>
      </p:nvGrpSpPr>
      <p:grpSpPr>
        <a:xfrm>
          <a:off x="0" y="0"/>
          <a:ext cx="0" cy="0"/>
          <a:chOff x="0" y="0"/>
          <a:chExt cx="0" cy="0"/>
        </a:xfrm>
      </p:grpSpPr>
      <p:sp>
        <p:nvSpPr>
          <p:cNvPr id="217" name="Google Shape;217;p75"/>
          <p:cNvSpPr/>
          <p:nvPr/>
        </p:nvSpPr>
        <p:spPr>
          <a:xfrm>
            <a:off x="7847856" y="3415308"/>
            <a:ext cx="8567936" cy="5904656"/>
          </a:xfrm>
          <a:prstGeom prst="rect">
            <a:avLst/>
          </a:prstGeom>
          <a:solidFill>
            <a:srgbClr val="F2F2F2"/>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3F3F3F"/>
              </a:solidFill>
              <a:latin typeface="Arial"/>
              <a:ea typeface="Arial"/>
              <a:cs typeface="Arial"/>
              <a:sym typeface="Arial"/>
            </a:endParaRPr>
          </a:p>
        </p:txBody>
      </p:sp>
      <p:sp>
        <p:nvSpPr>
          <p:cNvPr id="218" name="Google Shape;218;p75"/>
          <p:cNvSpPr>
            <a:spLocks noGrp="1"/>
          </p:cNvSpPr>
          <p:nvPr>
            <p:ph type="pic" idx="2"/>
          </p:nvPr>
        </p:nvSpPr>
        <p:spPr>
          <a:xfrm>
            <a:off x="1655168" y="2119164"/>
            <a:ext cx="6840000" cy="5544000"/>
          </a:xfrm>
          <a:prstGeom prst="rect">
            <a:avLst/>
          </a:prstGeom>
          <a:solidFill>
            <a:srgbClr val="F2F2F2"/>
          </a:solid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_Images and Contents Layout">
  <p:cSld name="2_Images and Contents Layout">
    <p:spTree>
      <p:nvGrpSpPr>
        <p:cNvPr id="1" name="Shape 219"/>
        <p:cNvGrpSpPr/>
        <p:nvPr/>
      </p:nvGrpSpPr>
      <p:grpSpPr>
        <a:xfrm>
          <a:off x="0" y="0"/>
          <a:ext cx="0" cy="0"/>
          <a:chOff x="0" y="0"/>
          <a:chExt cx="0" cy="0"/>
        </a:xfrm>
      </p:grpSpPr>
      <p:sp>
        <p:nvSpPr>
          <p:cNvPr id="220" name="Google Shape;220;p76"/>
          <p:cNvSpPr>
            <a:spLocks noGrp="1"/>
          </p:cNvSpPr>
          <p:nvPr>
            <p:ph type="pic" idx="2"/>
          </p:nvPr>
        </p:nvSpPr>
        <p:spPr>
          <a:xfrm>
            <a:off x="0" y="1485900"/>
            <a:ext cx="5831632" cy="8801100"/>
          </a:xfrm>
          <a:prstGeom prst="rect">
            <a:avLst/>
          </a:prstGeom>
          <a:solidFill>
            <a:srgbClr val="F2F2F2"/>
          </a:solidFill>
          <a:ln>
            <a:noFill/>
          </a:ln>
        </p:spPr>
      </p:sp>
      <p:sp>
        <p:nvSpPr>
          <p:cNvPr id="221" name="Google Shape;221;p76"/>
          <p:cNvSpPr>
            <a:spLocks noGrp="1"/>
          </p:cNvSpPr>
          <p:nvPr>
            <p:ph type="pic" idx="3"/>
          </p:nvPr>
        </p:nvSpPr>
        <p:spPr>
          <a:xfrm>
            <a:off x="6119664" y="0"/>
            <a:ext cx="12168335" cy="5431532"/>
          </a:xfrm>
          <a:prstGeom prst="rect">
            <a:avLst/>
          </a:prstGeom>
          <a:solidFill>
            <a:srgbClr val="F2F2F2"/>
          </a:solid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3_Images and Contents Layout">
  <p:cSld name="3_Images and Contents Layout">
    <p:spTree>
      <p:nvGrpSpPr>
        <p:cNvPr id="1" name="Shape 222"/>
        <p:cNvGrpSpPr/>
        <p:nvPr/>
      </p:nvGrpSpPr>
      <p:grpSpPr>
        <a:xfrm>
          <a:off x="0" y="0"/>
          <a:ext cx="0" cy="0"/>
          <a:chOff x="0" y="0"/>
          <a:chExt cx="0" cy="0"/>
        </a:xfrm>
      </p:grpSpPr>
      <p:sp>
        <p:nvSpPr>
          <p:cNvPr id="223" name="Google Shape;223;p77"/>
          <p:cNvSpPr>
            <a:spLocks noGrp="1"/>
          </p:cNvSpPr>
          <p:nvPr>
            <p:ph type="pic" idx="2"/>
          </p:nvPr>
        </p:nvSpPr>
        <p:spPr>
          <a:xfrm>
            <a:off x="0" y="1520244"/>
            <a:ext cx="5831632" cy="5351448"/>
          </a:xfrm>
          <a:prstGeom prst="rect">
            <a:avLst/>
          </a:prstGeom>
          <a:solidFill>
            <a:srgbClr val="F2F2F2"/>
          </a:solidFill>
          <a:ln>
            <a:noFill/>
          </a:ln>
        </p:spPr>
      </p:sp>
      <p:sp>
        <p:nvSpPr>
          <p:cNvPr id="224" name="Google Shape;224;p77"/>
          <p:cNvSpPr>
            <a:spLocks noGrp="1"/>
          </p:cNvSpPr>
          <p:nvPr>
            <p:ph type="pic" idx="3"/>
          </p:nvPr>
        </p:nvSpPr>
        <p:spPr>
          <a:xfrm>
            <a:off x="12456368" y="0"/>
            <a:ext cx="5831632" cy="6871692"/>
          </a:xfrm>
          <a:prstGeom prst="rect">
            <a:avLst/>
          </a:prstGeom>
          <a:solidFill>
            <a:srgbClr val="F2F2F2"/>
          </a:solidFill>
          <a:ln>
            <a:noFill/>
          </a:ln>
        </p:spPr>
      </p:sp>
      <p:sp>
        <p:nvSpPr>
          <p:cNvPr id="225" name="Google Shape;225;p77"/>
          <p:cNvSpPr>
            <a:spLocks noGrp="1"/>
          </p:cNvSpPr>
          <p:nvPr>
            <p:ph type="pic" idx="4"/>
          </p:nvPr>
        </p:nvSpPr>
        <p:spPr>
          <a:xfrm>
            <a:off x="0" y="7159724"/>
            <a:ext cx="9144000" cy="3127276"/>
          </a:xfrm>
          <a:prstGeom prst="rect">
            <a:avLst/>
          </a:prstGeom>
          <a:solidFill>
            <a:srgbClr val="F2F2F2"/>
          </a:solid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4_Images and Contents Layout">
  <p:cSld name="4_Images and Contents Layout">
    <p:spTree>
      <p:nvGrpSpPr>
        <p:cNvPr id="1" name="Shape 226"/>
        <p:cNvGrpSpPr/>
        <p:nvPr/>
      </p:nvGrpSpPr>
      <p:grpSpPr>
        <a:xfrm>
          <a:off x="0" y="0"/>
          <a:ext cx="0" cy="0"/>
          <a:chOff x="0" y="0"/>
          <a:chExt cx="0" cy="0"/>
        </a:xfrm>
      </p:grpSpPr>
      <p:sp>
        <p:nvSpPr>
          <p:cNvPr id="227" name="Google Shape;227;p78"/>
          <p:cNvSpPr txBox="1">
            <a:spLocks noGrp="1"/>
          </p:cNvSpPr>
          <p:nvPr>
            <p:ph type="body" idx="1"/>
          </p:nvPr>
        </p:nvSpPr>
        <p:spPr>
          <a:xfrm>
            <a:off x="0" y="363264"/>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rgbClr val="3F3F3F"/>
              </a:buClr>
              <a:buSzPts val="7200"/>
              <a:buFont typeface="Arial"/>
              <a:buNone/>
              <a:defRPr sz="72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228" name="Google Shape;228;p78"/>
          <p:cNvSpPr txBox="1">
            <a:spLocks noGrp="1"/>
          </p:cNvSpPr>
          <p:nvPr>
            <p:ph type="body" idx="2"/>
          </p:nvPr>
        </p:nvSpPr>
        <p:spPr>
          <a:xfrm>
            <a:off x="0" y="1515392"/>
            <a:ext cx="18288001"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560"/>
              </a:spcBef>
              <a:spcAft>
                <a:spcPts val="0"/>
              </a:spcAft>
              <a:buClr>
                <a:srgbClr val="3F3F3F"/>
              </a:buClr>
              <a:buSzPts val="2800"/>
              <a:buFont typeface="Arial"/>
              <a:buNone/>
              <a:defRPr sz="28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229" name="Google Shape;229;p78"/>
          <p:cNvSpPr/>
          <p:nvPr/>
        </p:nvSpPr>
        <p:spPr>
          <a:xfrm>
            <a:off x="892540" y="6151996"/>
            <a:ext cx="3600000" cy="3456000"/>
          </a:xfrm>
          <a:prstGeom prst="rect">
            <a:avLst/>
          </a:prstGeom>
          <a:solidFill>
            <a:schemeClr val="accent2"/>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2400">
              <a:solidFill>
                <a:srgbClr val="3F3F3F"/>
              </a:solidFill>
              <a:latin typeface="Arial"/>
              <a:ea typeface="Arial"/>
              <a:cs typeface="Arial"/>
              <a:sym typeface="Arial"/>
            </a:endParaRPr>
          </a:p>
        </p:txBody>
      </p:sp>
      <p:sp>
        <p:nvSpPr>
          <p:cNvPr id="230" name="Google Shape;230;p78"/>
          <p:cNvSpPr/>
          <p:nvPr/>
        </p:nvSpPr>
        <p:spPr>
          <a:xfrm>
            <a:off x="13795459" y="2551212"/>
            <a:ext cx="3600000" cy="3456000"/>
          </a:xfrm>
          <a:prstGeom prst="rect">
            <a:avLst/>
          </a:prstGeom>
          <a:solidFill>
            <a:schemeClr val="accent3"/>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2400">
              <a:solidFill>
                <a:srgbClr val="3F3F3F"/>
              </a:solidFill>
              <a:latin typeface="Arial"/>
              <a:ea typeface="Arial"/>
              <a:cs typeface="Arial"/>
              <a:sym typeface="Arial"/>
            </a:endParaRPr>
          </a:p>
        </p:txBody>
      </p:sp>
      <p:sp>
        <p:nvSpPr>
          <p:cNvPr id="231" name="Google Shape;231;p78"/>
          <p:cNvSpPr>
            <a:spLocks noGrp="1"/>
          </p:cNvSpPr>
          <p:nvPr>
            <p:ph type="pic" idx="3"/>
          </p:nvPr>
        </p:nvSpPr>
        <p:spPr>
          <a:xfrm>
            <a:off x="892540" y="2551212"/>
            <a:ext cx="3600000" cy="3456000"/>
          </a:xfrm>
          <a:prstGeom prst="rect">
            <a:avLst/>
          </a:prstGeom>
          <a:solidFill>
            <a:srgbClr val="F2F2F2"/>
          </a:solidFill>
          <a:ln>
            <a:noFill/>
          </a:ln>
        </p:spPr>
      </p:sp>
      <p:sp>
        <p:nvSpPr>
          <p:cNvPr id="232" name="Google Shape;232;p78"/>
          <p:cNvSpPr>
            <a:spLocks noGrp="1"/>
          </p:cNvSpPr>
          <p:nvPr>
            <p:ph type="pic" idx="4"/>
          </p:nvPr>
        </p:nvSpPr>
        <p:spPr>
          <a:xfrm>
            <a:off x="13795459" y="6151996"/>
            <a:ext cx="3600000" cy="3456000"/>
          </a:xfrm>
          <a:prstGeom prst="rect">
            <a:avLst/>
          </a:prstGeom>
          <a:solidFill>
            <a:srgbClr val="F2F2F2"/>
          </a:solidFill>
          <a:ln>
            <a:noFill/>
          </a:ln>
        </p:spPr>
      </p:sp>
      <p:sp>
        <p:nvSpPr>
          <p:cNvPr id="233" name="Google Shape;233;p78"/>
          <p:cNvSpPr>
            <a:spLocks noGrp="1"/>
          </p:cNvSpPr>
          <p:nvPr>
            <p:ph type="pic" idx="5"/>
          </p:nvPr>
        </p:nvSpPr>
        <p:spPr>
          <a:xfrm>
            <a:off x="4679503" y="6151996"/>
            <a:ext cx="8928994" cy="3456000"/>
          </a:xfrm>
          <a:prstGeom prst="rect">
            <a:avLst/>
          </a:prstGeom>
          <a:solidFill>
            <a:srgbClr val="F2F2F2"/>
          </a:solidFill>
          <a:ln>
            <a:noFill/>
          </a:ln>
        </p:spPr>
      </p:sp>
      <p:sp>
        <p:nvSpPr>
          <p:cNvPr id="234" name="Google Shape;234;p78"/>
          <p:cNvSpPr>
            <a:spLocks noGrp="1"/>
          </p:cNvSpPr>
          <p:nvPr>
            <p:ph type="pic" idx="6"/>
          </p:nvPr>
        </p:nvSpPr>
        <p:spPr>
          <a:xfrm>
            <a:off x="4679503" y="2551212"/>
            <a:ext cx="8928994" cy="3456000"/>
          </a:xfrm>
          <a:prstGeom prst="rect">
            <a:avLst/>
          </a:prstGeom>
          <a:solidFill>
            <a:srgbClr val="F2F2F2"/>
          </a:solid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5_Images and Contents Layout">
  <p:cSld name="5_Images and Contents Layout">
    <p:spTree>
      <p:nvGrpSpPr>
        <p:cNvPr id="1" name="Shape 235"/>
        <p:cNvGrpSpPr/>
        <p:nvPr/>
      </p:nvGrpSpPr>
      <p:grpSpPr>
        <a:xfrm>
          <a:off x="0" y="0"/>
          <a:ext cx="0" cy="0"/>
          <a:chOff x="0" y="0"/>
          <a:chExt cx="0" cy="0"/>
        </a:xfrm>
      </p:grpSpPr>
      <p:sp>
        <p:nvSpPr>
          <p:cNvPr id="236" name="Google Shape;236;p79"/>
          <p:cNvSpPr>
            <a:spLocks noGrp="1"/>
          </p:cNvSpPr>
          <p:nvPr>
            <p:ph type="pic" idx="2"/>
          </p:nvPr>
        </p:nvSpPr>
        <p:spPr>
          <a:xfrm>
            <a:off x="1064474" y="720082"/>
            <a:ext cx="6336704" cy="6295628"/>
          </a:xfrm>
          <a:prstGeom prst="rect">
            <a:avLst/>
          </a:prstGeom>
          <a:solidFill>
            <a:srgbClr val="F2F2F2"/>
          </a:solidFill>
          <a:ln>
            <a:noFill/>
          </a:ln>
        </p:spPr>
      </p:sp>
      <p:sp>
        <p:nvSpPr>
          <p:cNvPr id="237" name="Google Shape;237;p79"/>
          <p:cNvSpPr>
            <a:spLocks noGrp="1"/>
          </p:cNvSpPr>
          <p:nvPr>
            <p:ph type="pic" idx="3"/>
          </p:nvPr>
        </p:nvSpPr>
        <p:spPr>
          <a:xfrm>
            <a:off x="7689210" y="720083"/>
            <a:ext cx="9505056" cy="3444158"/>
          </a:xfrm>
          <a:prstGeom prst="rect">
            <a:avLst/>
          </a:prstGeom>
          <a:solidFill>
            <a:srgbClr val="F2F2F2"/>
          </a:solidFill>
          <a:ln>
            <a:noFill/>
          </a:ln>
        </p:spPr>
      </p:sp>
      <p:sp>
        <p:nvSpPr>
          <p:cNvPr id="238" name="Google Shape;238;p79"/>
          <p:cNvSpPr>
            <a:spLocks noGrp="1"/>
          </p:cNvSpPr>
          <p:nvPr>
            <p:ph type="pic" idx="4"/>
          </p:nvPr>
        </p:nvSpPr>
        <p:spPr>
          <a:xfrm>
            <a:off x="7689210" y="4423422"/>
            <a:ext cx="2952000" cy="2592288"/>
          </a:xfrm>
          <a:prstGeom prst="rect">
            <a:avLst/>
          </a:prstGeom>
          <a:solidFill>
            <a:srgbClr val="F2F2F2"/>
          </a:solidFill>
          <a:ln>
            <a:noFill/>
          </a:ln>
        </p:spPr>
      </p:sp>
      <p:sp>
        <p:nvSpPr>
          <p:cNvPr id="239" name="Google Shape;239;p79"/>
          <p:cNvSpPr>
            <a:spLocks noGrp="1"/>
          </p:cNvSpPr>
          <p:nvPr>
            <p:ph type="pic" idx="5"/>
          </p:nvPr>
        </p:nvSpPr>
        <p:spPr>
          <a:xfrm>
            <a:off x="10965738" y="4423422"/>
            <a:ext cx="2952000" cy="2592288"/>
          </a:xfrm>
          <a:prstGeom prst="rect">
            <a:avLst/>
          </a:prstGeom>
          <a:solidFill>
            <a:srgbClr val="F2F2F2"/>
          </a:solidFill>
          <a:ln>
            <a:noFill/>
          </a:ln>
        </p:spPr>
      </p:sp>
      <p:sp>
        <p:nvSpPr>
          <p:cNvPr id="240" name="Google Shape;240;p79"/>
          <p:cNvSpPr>
            <a:spLocks noGrp="1"/>
          </p:cNvSpPr>
          <p:nvPr>
            <p:ph type="pic" idx="6"/>
          </p:nvPr>
        </p:nvSpPr>
        <p:spPr>
          <a:xfrm>
            <a:off x="14242266" y="4423422"/>
            <a:ext cx="2952000" cy="2592288"/>
          </a:xfrm>
          <a:prstGeom prst="rect">
            <a:avLst/>
          </a:prstGeom>
          <a:solidFill>
            <a:srgbClr val="F2F2F2"/>
          </a:solid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7_Images and Contents Layout">
  <p:cSld name="7_Images and Contents Layout">
    <p:spTree>
      <p:nvGrpSpPr>
        <p:cNvPr id="1" name="Shape 241"/>
        <p:cNvGrpSpPr/>
        <p:nvPr/>
      </p:nvGrpSpPr>
      <p:grpSpPr>
        <a:xfrm>
          <a:off x="0" y="0"/>
          <a:ext cx="0" cy="0"/>
          <a:chOff x="0" y="0"/>
          <a:chExt cx="0" cy="0"/>
        </a:xfrm>
      </p:grpSpPr>
      <p:sp>
        <p:nvSpPr>
          <p:cNvPr id="242" name="Google Shape;242;p80"/>
          <p:cNvSpPr txBox="1">
            <a:spLocks noGrp="1"/>
          </p:cNvSpPr>
          <p:nvPr>
            <p:ph type="body" idx="1"/>
          </p:nvPr>
        </p:nvSpPr>
        <p:spPr>
          <a:xfrm>
            <a:off x="0" y="363264"/>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rgbClr val="3F3F3F"/>
              </a:buClr>
              <a:buSzPts val="7200"/>
              <a:buFont typeface="Arial"/>
              <a:buNone/>
              <a:defRPr sz="72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243" name="Google Shape;243;p80"/>
          <p:cNvSpPr txBox="1">
            <a:spLocks noGrp="1"/>
          </p:cNvSpPr>
          <p:nvPr>
            <p:ph type="body" idx="2"/>
          </p:nvPr>
        </p:nvSpPr>
        <p:spPr>
          <a:xfrm>
            <a:off x="0" y="1515392"/>
            <a:ext cx="18288001"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560"/>
              </a:spcBef>
              <a:spcAft>
                <a:spcPts val="0"/>
              </a:spcAft>
              <a:buClr>
                <a:srgbClr val="3F3F3F"/>
              </a:buClr>
              <a:buSzPts val="2800"/>
              <a:buFont typeface="Arial"/>
              <a:buNone/>
              <a:defRPr sz="28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pic>
        <p:nvPicPr>
          <p:cNvPr id="244" name="Google Shape;244;p80"/>
          <p:cNvPicPr preferRelativeResize="0"/>
          <p:nvPr/>
        </p:nvPicPr>
        <p:blipFill rotWithShape="1">
          <a:blip r:embed="rId2">
            <a:alphaModFix/>
          </a:blip>
          <a:srcRect/>
          <a:stretch/>
        </p:blipFill>
        <p:spPr>
          <a:xfrm>
            <a:off x="6820151" y="3415309"/>
            <a:ext cx="10857186" cy="5949062"/>
          </a:xfrm>
          <a:prstGeom prst="rect">
            <a:avLst/>
          </a:prstGeom>
          <a:noFill/>
          <a:ln>
            <a:noFill/>
          </a:ln>
        </p:spPr>
      </p:pic>
      <p:sp>
        <p:nvSpPr>
          <p:cNvPr id="245" name="Google Shape;245;p80"/>
          <p:cNvSpPr>
            <a:spLocks noGrp="1"/>
          </p:cNvSpPr>
          <p:nvPr>
            <p:ph type="pic" idx="3"/>
          </p:nvPr>
        </p:nvSpPr>
        <p:spPr>
          <a:xfrm>
            <a:off x="8558812" y="3728869"/>
            <a:ext cx="7249336" cy="4686358"/>
          </a:xfrm>
          <a:prstGeom prst="rect">
            <a:avLst/>
          </a:prstGeom>
          <a:solidFill>
            <a:srgbClr val="F2F2F2"/>
          </a:solidFill>
          <a:ln>
            <a:noFill/>
          </a:ln>
        </p:spPr>
      </p:sp>
      <p:sp>
        <p:nvSpPr>
          <p:cNvPr id="246" name="Google Shape;246;p80"/>
          <p:cNvSpPr/>
          <p:nvPr/>
        </p:nvSpPr>
        <p:spPr>
          <a:xfrm>
            <a:off x="6056056" y="1"/>
            <a:ext cx="6192688" cy="91438"/>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247" name="Google Shape;247;p80"/>
          <p:cNvSpPr/>
          <p:nvPr/>
        </p:nvSpPr>
        <p:spPr>
          <a:xfrm>
            <a:off x="0" y="10129962"/>
            <a:ext cx="18288001" cy="166312"/>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8_Images and Contents Layout">
  <p:cSld name="8_Images and Contents Layout">
    <p:spTree>
      <p:nvGrpSpPr>
        <p:cNvPr id="1" name="Shape 248"/>
        <p:cNvGrpSpPr/>
        <p:nvPr/>
      </p:nvGrpSpPr>
      <p:grpSpPr>
        <a:xfrm>
          <a:off x="0" y="0"/>
          <a:ext cx="0" cy="0"/>
          <a:chOff x="0" y="0"/>
          <a:chExt cx="0" cy="0"/>
        </a:xfrm>
      </p:grpSpPr>
      <p:sp>
        <p:nvSpPr>
          <p:cNvPr id="249" name="Google Shape;249;p81"/>
          <p:cNvSpPr txBox="1">
            <a:spLocks noGrp="1"/>
          </p:cNvSpPr>
          <p:nvPr>
            <p:ph type="body" idx="1"/>
          </p:nvPr>
        </p:nvSpPr>
        <p:spPr>
          <a:xfrm>
            <a:off x="0" y="363264"/>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rgbClr val="3F3F3F"/>
              </a:buClr>
              <a:buSzPts val="7200"/>
              <a:buFont typeface="Arial"/>
              <a:buNone/>
              <a:defRPr sz="72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250" name="Google Shape;250;p81"/>
          <p:cNvSpPr txBox="1">
            <a:spLocks noGrp="1"/>
          </p:cNvSpPr>
          <p:nvPr>
            <p:ph type="body" idx="2"/>
          </p:nvPr>
        </p:nvSpPr>
        <p:spPr>
          <a:xfrm>
            <a:off x="0" y="1515392"/>
            <a:ext cx="18288001"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560"/>
              </a:spcBef>
              <a:spcAft>
                <a:spcPts val="0"/>
              </a:spcAft>
              <a:buClr>
                <a:srgbClr val="3F3F3F"/>
              </a:buClr>
              <a:buSzPts val="2800"/>
              <a:buFont typeface="Arial"/>
              <a:buNone/>
              <a:defRPr sz="2800" b="0" i="0" u="none" strike="noStrike" cap="none">
                <a:solidFill>
                  <a:srgbClr val="3F3F3F"/>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pic>
        <p:nvPicPr>
          <p:cNvPr id="251" name="Google Shape;251;p81" descr="D:\Fullppt\005-PNG이미지\모니터.png"/>
          <p:cNvPicPr preferRelativeResize="0"/>
          <p:nvPr/>
        </p:nvPicPr>
        <p:blipFill rotWithShape="1">
          <a:blip r:embed="rId2">
            <a:alphaModFix/>
          </a:blip>
          <a:srcRect/>
          <a:stretch/>
        </p:blipFill>
        <p:spPr>
          <a:xfrm>
            <a:off x="1164600" y="2723620"/>
            <a:ext cx="5040560" cy="5025812"/>
          </a:xfrm>
          <a:prstGeom prst="rect">
            <a:avLst/>
          </a:prstGeom>
          <a:noFill/>
          <a:ln>
            <a:noFill/>
          </a:ln>
        </p:spPr>
      </p:pic>
      <p:pic>
        <p:nvPicPr>
          <p:cNvPr id="252" name="Google Shape;252;p81" descr="D:\Fullppt\005-PNG이미지\모니터.png"/>
          <p:cNvPicPr preferRelativeResize="0"/>
          <p:nvPr/>
        </p:nvPicPr>
        <p:blipFill rotWithShape="1">
          <a:blip r:embed="rId2">
            <a:alphaModFix/>
          </a:blip>
          <a:srcRect/>
          <a:stretch/>
        </p:blipFill>
        <p:spPr>
          <a:xfrm>
            <a:off x="6610238" y="2723620"/>
            <a:ext cx="5040560" cy="5025812"/>
          </a:xfrm>
          <a:prstGeom prst="rect">
            <a:avLst/>
          </a:prstGeom>
          <a:noFill/>
          <a:ln>
            <a:noFill/>
          </a:ln>
        </p:spPr>
      </p:pic>
      <p:pic>
        <p:nvPicPr>
          <p:cNvPr id="253" name="Google Shape;253;p81" descr="D:\Fullppt\005-PNG이미지\모니터.png"/>
          <p:cNvPicPr preferRelativeResize="0"/>
          <p:nvPr/>
        </p:nvPicPr>
        <p:blipFill rotWithShape="1">
          <a:blip r:embed="rId2">
            <a:alphaModFix/>
          </a:blip>
          <a:srcRect/>
          <a:stretch/>
        </p:blipFill>
        <p:spPr>
          <a:xfrm>
            <a:off x="12055876" y="2723620"/>
            <a:ext cx="5040560" cy="5025812"/>
          </a:xfrm>
          <a:prstGeom prst="rect">
            <a:avLst/>
          </a:prstGeom>
          <a:noFill/>
          <a:ln>
            <a:noFill/>
          </a:ln>
        </p:spPr>
      </p:pic>
      <p:sp>
        <p:nvSpPr>
          <p:cNvPr id="254" name="Google Shape;254;p81"/>
          <p:cNvSpPr>
            <a:spLocks noGrp="1"/>
          </p:cNvSpPr>
          <p:nvPr>
            <p:ph type="pic" idx="3"/>
          </p:nvPr>
        </p:nvSpPr>
        <p:spPr>
          <a:xfrm>
            <a:off x="1364852" y="2936943"/>
            <a:ext cx="4610796" cy="3120042"/>
          </a:xfrm>
          <a:prstGeom prst="rect">
            <a:avLst/>
          </a:prstGeom>
          <a:solidFill>
            <a:srgbClr val="F2F2F2"/>
          </a:solidFill>
          <a:ln>
            <a:noFill/>
          </a:ln>
        </p:spPr>
      </p:sp>
      <p:sp>
        <p:nvSpPr>
          <p:cNvPr id="255" name="Google Shape;255;p81"/>
          <p:cNvSpPr>
            <a:spLocks noGrp="1"/>
          </p:cNvSpPr>
          <p:nvPr>
            <p:ph type="pic" idx="4"/>
          </p:nvPr>
        </p:nvSpPr>
        <p:spPr>
          <a:xfrm>
            <a:off x="6809342" y="2936943"/>
            <a:ext cx="4610796" cy="3120042"/>
          </a:xfrm>
          <a:prstGeom prst="rect">
            <a:avLst/>
          </a:prstGeom>
          <a:solidFill>
            <a:srgbClr val="F2F2F2"/>
          </a:solidFill>
          <a:ln>
            <a:noFill/>
          </a:ln>
        </p:spPr>
      </p:sp>
      <p:sp>
        <p:nvSpPr>
          <p:cNvPr id="256" name="Google Shape;256;p81"/>
          <p:cNvSpPr>
            <a:spLocks noGrp="1"/>
          </p:cNvSpPr>
          <p:nvPr>
            <p:ph type="pic" idx="5"/>
          </p:nvPr>
        </p:nvSpPr>
        <p:spPr>
          <a:xfrm>
            <a:off x="12253832" y="2936943"/>
            <a:ext cx="4610796" cy="3120042"/>
          </a:xfrm>
          <a:prstGeom prst="rect">
            <a:avLst/>
          </a:prstGeom>
          <a:solidFill>
            <a:srgbClr val="F2F2F2"/>
          </a:solidFill>
          <a:ln>
            <a:noFill/>
          </a:ln>
        </p:spPr>
      </p:sp>
      <p:sp>
        <p:nvSpPr>
          <p:cNvPr id="257" name="Google Shape;257;p81"/>
          <p:cNvSpPr/>
          <p:nvPr/>
        </p:nvSpPr>
        <p:spPr>
          <a:xfrm>
            <a:off x="6056056" y="1"/>
            <a:ext cx="6192688" cy="9143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258" name="Google Shape;258;p81"/>
          <p:cNvSpPr/>
          <p:nvPr/>
        </p:nvSpPr>
        <p:spPr>
          <a:xfrm>
            <a:off x="0" y="10129962"/>
            <a:ext cx="18288001" cy="16631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9_Images and Contents Layout">
  <p:cSld name="9_Images and Contents Layout">
    <p:spTree>
      <p:nvGrpSpPr>
        <p:cNvPr id="1" name="Shape 259"/>
        <p:cNvGrpSpPr/>
        <p:nvPr/>
      </p:nvGrpSpPr>
      <p:grpSpPr>
        <a:xfrm>
          <a:off x="0" y="0"/>
          <a:ext cx="0" cy="0"/>
          <a:chOff x="0" y="0"/>
          <a:chExt cx="0" cy="0"/>
        </a:xfrm>
      </p:grpSpPr>
      <p:sp>
        <p:nvSpPr>
          <p:cNvPr id="260" name="Google Shape;260;p82"/>
          <p:cNvSpPr>
            <a:spLocks noGrp="1"/>
          </p:cNvSpPr>
          <p:nvPr>
            <p:ph type="pic" idx="2"/>
          </p:nvPr>
        </p:nvSpPr>
        <p:spPr>
          <a:xfrm>
            <a:off x="0" y="0"/>
            <a:ext cx="18288001" cy="6151612"/>
          </a:xfrm>
          <a:prstGeom prst="rect">
            <a:avLst/>
          </a:prstGeom>
          <a:solidFill>
            <a:srgbClr val="D8D8D8"/>
          </a:solid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icon sets layout">
  <p:cSld name="icon sets layout">
    <p:spTree>
      <p:nvGrpSpPr>
        <p:cNvPr id="1" name="Shape 261"/>
        <p:cNvGrpSpPr/>
        <p:nvPr/>
      </p:nvGrpSpPr>
      <p:grpSpPr>
        <a:xfrm>
          <a:off x="0" y="0"/>
          <a:ext cx="0" cy="0"/>
          <a:chOff x="0" y="0"/>
          <a:chExt cx="0" cy="0"/>
        </a:xfrm>
      </p:grpSpPr>
      <p:sp>
        <p:nvSpPr>
          <p:cNvPr id="262" name="Google Shape;262;p83"/>
          <p:cNvSpPr txBox="1">
            <a:spLocks noGrp="1"/>
          </p:cNvSpPr>
          <p:nvPr>
            <p:ph type="body" idx="1"/>
          </p:nvPr>
        </p:nvSpPr>
        <p:spPr>
          <a:xfrm>
            <a:off x="0" y="246956"/>
            <a:ext cx="18288001" cy="1152128"/>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1440"/>
              </a:spcBef>
              <a:spcAft>
                <a:spcPts val="0"/>
              </a:spcAft>
              <a:buClr>
                <a:schemeClr val="dk1"/>
              </a:buClr>
              <a:buSzPts val="7200"/>
              <a:buFont typeface="Arial"/>
              <a:buNone/>
              <a:defRPr sz="7200" b="0" i="0" u="none" strike="noStrike" cap="none">
                <a:solidFill>
                  <a:schemeClr val="dk1"/>
                </a:solidFill>
                <a:latin typeface="Arial"/>
                <a:ea typeface="Arial"/>
                <a:cs typeface="Arial"/>
                <a:sym typeface="Arial"/>
              </a:defRPr>
            </a:lvl1pPr>
            <a:lvl2pPr marL="914400" marR="0" lvl="1" indent="-584200"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L="1371600" marR="0" lvl="2"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L="1828800" marR="0" lvl="3"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L="2286000" marR="0" lvl="4"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L="2743200" marR="0" lvl="5"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L="3200400" marR="0" lvl="6"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L="3657600" marR="0" lvl="7"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L="4114800" marR="0" lvl="8" indent="-482600"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grpSp>
        <p:nvGrpSpPr>
          <p:cNvPr id="263" name="Google Shape;263;p83"/>
          <p:cNvGrpSpPr/>
          <p:nvPr/>
        </p:nvGrpSpPr>
        <p:grpSpPr>
          <a:xfrm>
            <a:off x="708016" y="2263179"/>
            <a:ext cx="5699680" cy="7298342"/>
            <a:chOff x="354008" y="1131589"/>
            <a:chExt cx="2849840" cy="3649171"/>
          </a:xfrm>
        </p:grpSpPr>
        <p:sp>
          <p:nvSpPr>
            <p:cNvPr id="264" name="Google Shape;264;p83"/>
            <p:cNvSpPr/>
            <p:nvPr/>
          </p:nvSpPr>
          <p:spPr>
            <a:xfrm>
              <a:off x="354008" y="1131589"/>
              <a:ext cx="2849840" cy="3649171"/>
            </a:xfrm>
            <a:prstGeom prst="roundRect">
              <a:avLst>
                <a:gd name="adj" fmla="val 3968"/>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265" name="Google Shape;265;p83"/>
            <p:cNvSpPr/>
            <p:nvPr/>
          </p:nvSpPr>
          <p:spPr>
            <a:xfrm>
              <a:off x="531932" y="1347500"/>
              <a:ext cx="108520" cy="3240473"/>
            </a:xfrm>
            <a:prstGeom prst="roundRect">
              <a:avLst>
                <a:gd name="adj" fmla="val 50000"/>
              </a:avLst>
            </a:prstGeom>
            <a:solidFill>
              <a:schemeClr val="lt1">
                <a:alpha val="4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Arial"/>
                <a:ea typeface="Arial"/>
                <a:cs typeface="Arial"/>
                <a:sym typeface="Arial"/>
              </a:endParaRPr>
            </a:p>
          </p:txBody>
        </p:sp>
        <p:sp>
          <p:nvSpPr>
            <p:cNvPr id="266" name="Google Shape;266;p83"/>
            <p:cNvSpPr/>
            <p:nvPr/>
          </p:nvSpPr>
          <p:spPr>
            <a:xfrm rot="5400000">
              <a:off x="2592642" y="1238201"/>
              <a:ext cx="502331" cy="502331"/>
            </a:xfrm>
            <a:prstGeom prst="halfFrame">
              <a:avLst>
                <a:gd name="adj1" fmla="val 23728"/>
                <a:gd name="adj2" fmla="val 24642"/>
              </a:avLst>
            </a:prstGeom>
            <a:solidFill>
              <a:schemeClr val="lt1">
                <a:alpha val="2274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000000"/>
                </a:solidFill>
                <a:latin typeface="Arial"/>
                <a:ea typeface="Arial"/>
                <a:cs typeface="Arial"/>
                <a:sym typeface="Arial"/>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Slide" type="obj">
  <p:cSld name="OBJECT">
    <p:spTree>
      <p:nvGrpSpPr>
        <p:cNvPr id="1" name="Shape 267"/>
        <p:cNvGrpSpPr/>
        <p:nvPr/>
      </p:nvGrpSpPr>
      <p:grpSpPr>
        <a:xfrm>
          <a:off x="0" y="0"/>
          <a:ext cx="0" cy="0"/>
          <a:chOff x="0" y="0"/>
          <a:chExt cx="0" cy="0"/>
        </a:xfrm>
      </p:grpSpPr>
      <p:sp>
        <p:nvSpPr>
          <p:cNvPr id="268" name="Google Shape;268;p84"/>
          <p:cNvSpPr txBox="1">
            <a:spLocks noGrp="1"/>
          </p:cNvSpPr>
          <p:nvPr>
            <p:ph type="ctrTitle"/>
          </p:nvPr>
        </p:nvSpPr>
        <p:spPr>
          <a:xfrm>
            <a:off x="6882511" y="3684904"/>
            <a:ext cx="4522977" cy="68072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Clr>
                <a:srgbClr val="FF7338"/>
              </a:buClr>
              <a:buSzPts val="4300"/>
              <a:buFont typeface="Calibri"/>
              <a:buNone/>
              <a:defRPr sz="4300" b="0" i="0" u="none" strike="noStrike" cap="none">
                <a:solidFill>
                  <a:srgbClr val="FF733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9" name="Google Shape;269;p84"/>
          <p:cNvSpPr txBox="1">
            <a:spLocks noGrp="1"/>
          </p:cNvSpPr>
          <p:nvPr>
            <p:ph type="subTitle" idx="1"/>
          </p:nvPr>
        </p:nvSpPr>
        <p:spPr>
          <a:xfrm>
            <a:off x="2743200" y="5760720"/>
            <a:ext cx="12801600" cy="2571750"/>
          </a:xfrm>
          <a:prstGeom prst="rect">
            <a:avLst/>
          </a:prstGeom>
          <a:noFill/>
          <a:ln>
            <a:noFill/>
          </a:ln>
        </p:spPr>
        <p:txBody>
          <a:bodyPr spcFirstLastPara="1" wrap="square" lIns="0" tIns="0" rIns="0" bIns="0" anchor="t" anchorCtr="0">
            <a:spAutoFit/>
          </a:bodyPr>
          <a:lstStyle>
            <a:lvl1pPr marR="0" lvl="0" algn="l" rtl="0">
              <a:spcBef>
                <a:spcPts val="1280"/>
              </a:spcBef>
              <a:spcAft>
                <a:spcPts val="0"/>
              </a:spcAft>
              <a:buClr>
                <a:schemeClr val="dk1"/>
              </a:buClr>
              <a:buSzPts val="6400"/>
              <a:buFont typeface="Arial"/>
              <a:buChar char="•"/>
              <a:defRPr sz="6400" b="0" i="0" u="none" strike="noStrike" cap="none">
                <a:solidFill>
                  <a:schemeClr val="dk1"/>
                </a:solidFill>
                <a:latin typeface="Arial"/>
                <a:ea typeface="Arial"/>
                <a:cs typeface="Arial"/>
                <a:sym typeface="Arial"/>
              </a:defRPr>
            </a:lvl1pPr>
            <a:lvl2pPr marR="0" lvl="1" algn="l" rtl="0">
              <a:spcBef>
                <a:spcPts val="1120"/>
              </a:spcBef>
              <a:spcAft>
                <a:spcPts val="0"/>
              </a:spcAft>
              <a:buClr>
                <a:schemeClr val="dk1"/>
              </a:buClr>
              <a:buSzPts val="5600"/>
              <a:buFont typeface="Arial"/>
              <a:buChar char="–"/>
              <a:defRPr sz="5600" b="0" i="0" u="none" strike="noStrike" cap="none">
                <a:solidFill>
                  <a:schemeClr val="dk1"/>
                </a:solidFill>
                <a:latin typeface="Arial"/>
                <a:ea typeface="Arial"/>
                <a:cs typeface="Arial"/>
                <a:sym typeface="Arial"/>
              </a:defRPr>
            </a:lvl2pPr>
            <a:lvl3pPr marR="0" lvl="2"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3pPr>
            <a:lvl4pPr marR="0" lvl="3"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4pPr>
            <a:lvl5pPr marR="0" lvl="4"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5pPr>
            <a:lvl6pPr marR="0" lvl="5"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6pPr>
            <a:lvl7pPr marR="0" lvl="6"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7pPr>
            <a:lvl8pPr marR="0" lvl="7"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8pPr>
            <a:lvl9pPr marR="0" lvl="8" algn="l" rtl="0">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9pPr>
          </a:lstStyle>
          <a:p>
            <a:endParaRPr/>
          </a:p>
        </p:txBody>
      </p:sp>
      <p:sp>
        <p:nvSpPr>
          <p:cNvPr id="270" name="Google Shape;270;p84"/>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18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1" name="Google Shape;271;p84"/>
          <p:cNvSpPr txBox="1">
            <a:spLocks noGrp="1"/>
          </p:cNvSpPr>
          <p:nvPr>
            <p:ph type="dt" idx="10"/>
          </p:nvPr>
        </p:nvSpPr>
        <p:spPr>
          <a:xfrm>
            <a:off x="914400" y="9566910"/>
            <a:ext cx="4206240" cy="276999"/>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2" name="Google Shape;272;p84"/>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800">
                <a:solidFill>
                  <a:srgbClr val="888888"/>
                </a:solidFill>
                <a:latin typeface="Arial"/>
                <a:ea typeface="Arial"/>
                <a:cs typeface="Arial"/>
                <a:sym typeface="Arial"/>
              </a:defRPr>
            </a:lvl1pPr>
            <a:lvl2pPr marL="0" marR="0" lvl="1" indent="0" algn="r" rtl="0">
              <a:spcBef>
                <a:spcPts val="0"/>
              </a:spcBef>
              <a:buNone/>
              <a:defRPr sz="1800">
                <a:solidFill>
                  <a:srgbClr val="888888"/>
                </a:solidFill>
                <a:latin typeface="Arial"/>
                <a:ea typeface="Arial"/>
                <a:cs typeface="Arial"/>
                <a:sym typeface="Arial"/>
              </a:defRPr>
            </a:lvl2pPr>
            <a:lvl3pPr marL="0" marR="0" lvl="2" indent="0" algn="r" rtl="0">
              <a:spcBef>
                <a:spcPts val="0"/>
              </a:spcBef>
              <a:buNone/>
              <a:defRPr sz="1800">
                <a:solidFill>
                  <a:srgbClr val="888888"/>
                </a:solidFill>
                <a:latin typeface="Arial"/>
                <a:ea typeface="Arial"/>
                <a:cs typeface="Arial"/>
                <a:sym typeface="Arial"/>
              </a:defRPr>
            </a:lvl3pPr>
            <a:lvl4pPr marL="0" marR="0" lvl="3" indent="0" algn="r" rtl="0">
              <a:spcBef>
                <a:spcPts val="0"/>
              </a:spcBef>
              <a:buNone/>
              <a:defRPr sz="1800">
                <a:solidFill>
                  <a:srgbClr val="888888"/>
                </a:solidFill>
                <a:latin typeface="Arial"/>
                <a:ea typeface="Arial"/>
                <a:cs typeface="Arial"/>
                <a:sym typeface="Arial"/>
              </a:defRPr>
            </a:lvl4pPr>
            <a:lvl5pPr marL="0" marR="0" lvl="4" indent="0" algn="r" rtl="0">
              <a:spcBef>
                <a:spcPts val="0"/>
              </a:spcBef>
              <a:buNone/>
              <a:defRPr sz="1800">
                <a:solidFill>
                  <a:srgbClr val="888888"/>
                </a:solidFill>
                <a:latin typeface="Arial"/>
                <a:ea typeface="Arial"/>
                <a:cs typeface="Arial"/>
                <a:sym typeface="Arial"/>
              </a:defRPr>
            </a:lvl5pPr>
            <a:lvl6pPr marL="0" marR="0" lvl="5" indent="0" algn="r" rtl="0">
              <a:spcBef>
                <a:spcPts val="0"/>
              </a:spcBef>
              <a:buNone/>
              <a:defRPr sz="1800">
                <a:solidFill>
                  <a:srgbClr val="888888"/>
                </a:solidFill>
                <a:latin typeface="Arial"/>
                <a:ea typeface="Arial"/>
                <a:cs typeface="Arial"/>
                <a:sym typeface="Arial"/>
              </a:defRPr>
            </a:lvl6pPr>
            <a:lvl7pPr marL="0" marR="0" lvl="6" indent="0" algn="r" rtl="0">
              <a:spcBef>
                <a:spcPts val="0"/>
              </a:spcBef>
              <a:buNone/>
              <a:defRPr sz="1800">
                <a:solidFill>
                  <a:srgbClr val="888888"/>
                </a:solidFill>
                <a:latin typeface="Arial"/>
                <a:ea typeface="Arial"/>
                <a:cs typeface="Arial"/>
                <a:sym typeface="Arial"/>
              </a:defRPr>
            </a:lvl7pPr>
            <a:lvl8pPr marL="0" marR="0" lvl="7" indent="0" algn="r" rtl="0">
              <a:spcBef>
                <a:spcPts val="0"/>
              </a:spcBef>
              <a:buNone/>
              <a:defRPr sz="1800">
                <a:solidFill>
                  <a:srgbClr val="888888"/>
                </a:solidFill>
                <a:latin typeface="Arial"/>
                <a:ea typeface="Arial"/>
                <a:cs typeface="Arial"/>
                <a:sym typeface="Arial"/>
              </a:defRPr>
            </a:lvl8pPr>
            <a:lvl9pPr marL="0" marR="0" lvl="8" indent="0" algn="r" rtl="0">
              <a:spcBef>
                <a:spcPts val="0"/>
              </a:spcBef>
              <a:buNone/>
              <a:defRPr sz="180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485294" y="509264"/>
            <a:ext cx="17359796" cy="1086371"/>
          </a:xfrm>
          <a:prstGeom prst="rect">
            <a:avLst/>
          </a:prstGeom>
        </p:spPr>
        <p:txBody>
          <a:bodyPr anchor="ctr"/>
          <a:lstStyle>
            <a:lvl1pPr marL="0" indent="0" algn="ctr">
              <a:buNone/>
              <a:defRPr sz="81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1658353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485294" y="509264"/>
            <a:ext cx="17359796" cy="1086371"/>
          </a:xfrm>
          <a:prstGeom prst="rect">
            <a:avLst/>
          </a:prstGeom>
        </p:spPr>
        <p:txBody>
          <a:bodyPr anchor="ctr"/>
          <a:lstStyle>
            <a:lvl1pPr marL="0" indent="0" algn="ctr">
              <a:buNone/>
              <a:defRPr sz="81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9854547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97338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90604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485294" y="509264"/>
            <a:ext cx="17359796" cy="1086371"/>
          </a:xfrm>
          <a:prstGeom prst="rect">
            <a:avLst/>
          </a:prstGeom>
        </p:spPr>
        <p:txBody>
          <a:bodyPr anchor="ctr"/>
          <a:lstStyle>
            <a:lvl1pPr marL="0" indent="0" algn="ctr">
              <a:buNone/>
              <a:defRPr sz="81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13" name="Rectangle 12">
            <a:extLst>
              <a:ext uri="{FF2B5EF4-FFF2-40B4-BE49-F238E27FC236}">
                <a16:creationId xmlns:a16="http://schemas.microsoft.com/office/drawing/2014/main" id="{8FB55B03-2AD5-47F1-9DB6-84D4C5430D5C}"/>
              </a:ext>
            </a:extLst>
          </p:cNvPr>
          <p:cNvSpPr/>
          <p:nvPr userDrawn="1"/>
        </p:nvSpPr>
        <p:spPr>
          <a:xfrm>
            <a:off x="0" y="2355014"/>
            <a:ext cx="18288000" cy="29243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4" name="그림 개체 틀 2">
            <a:extLst>
              <a:ext uri="{FF2B5EF4-FFF2-40B4-BE49-F238E27FC236}">
                <a16:creationId xmlns:a16="http://schemas.microsoft.com/office/drawing/2014/main" id="{9AFB6764-C60D-4150-B586-3BD8B928072C}"/>
              </a:ext>
            </a:extLst>
          </p:cNvPr>
          <p:cNvSpPr>
            <a:spLocks noGrp="1"/>
          </p:cNvSpPr>
          <p:nvPr>
            <p:ph type="pic" sz="quarter" idx="16" hasCustomPrompt="1"/>
          </p:nvPr>
        </p:nvSpPr>
        <p:spPr>
          <a:xfrm>
            <a:off x="1091526" y="4081673"/>
            <a:ext cx="3456384" cy="2376000"/>
          </a:xfrm>
          <a:prstGeom prst="rect">
            <a:avLst/>
          </a:prstGeom>
          <a:solidFill>
            <a:schemeClr val="bg1">
              <a:lumMod val="95000"/>
            </a:schemeClr>
          </a:solidFill>
        </p:spPr>
        <p:txBody>
          <a:bodyPr anchor="ctr"/>
          <a:lstStyle>
            <a:lvl1pPr marL="0" indent="0" algn="ctr">
              <a:buNone/>
              <a:defRPr sz="1800">
                <a:solidFill>
                  <a:schemeClr val="tx1">
                    <a:lumMod val="75000"/>
                    <a:lumOff val="25000"/>
                  </a:schemeClr>
                </a:solidFill>
              </a:defRPr>
            </a:lvl1pPr>
          </a:lstStyle>
          <a:p>
            <a:r>
              <a:rPr lang="en-US" altLang="ko-KR" dirty="0"/>
              <a:t>Place Your Picture Here</a:t>
            </a:r>
            <a:endParaRPr lang="ko-KR" altLang="en-US" dirty="0"/>
          </a:p>
        </p:txBody>
      </p:sp>
      <p:sp>
        <p:nvSpPr>
          <p:cNvPr id="15" name="그림 개체 틀 2">
            <a:extLst>
              <a:ext uri="{FF2B5EF4-FFF2-40B4-BE49-F238E27FC236}">
                <a16:creationId xmlns:a16="http://schemas.microsoft.com/office/drawing/2014/main" id="{E7E06D7E-6841-4959-B8DE-3F59F7CC4F79}"/>
              </a:ext>
            </a:extLst>
          </p:cNvPr>
          <p:cNvSpPr>
            <a:spLocks noGrp="1"/>
          </p:cNvSpPr>
          <p:nvPr>
            <p:ph type="pic" sz="quarter" idx="17" hasCustomPrompt="1"/>
          </p:nvPr>
        </p:nvSpPr>
        <p:spPr>
          <a:xfrm>
            <a:off x="5307606" y="4081673"/>
            <a:ext cx="3456384" cy="2376000"/>
          </a:xfrm>
          <a:prstGeom prst="rect">
            <a:avLst/>
          </a:prstGeom>
          <a:solidFill>
            <a:schemeClr val="bg1">
              <a:lumMod val="95000"/>
            </a:schemeClr>
          </a:solidFill>
        </p:spPr>
        <p:txBody>
          <a:bodyPr anchor="ctr"/>
          <a:lstStyle>
            <a:lvl1pPr marL="0" indent="0" algn="ctr">
              <a:buNone/>
              <a:defRPr sz="1800">
                <a:solidFill>
                  <a:schemeClr val="tx1">
                    <a:lumMod val="75000"/>
                    <a:lumOff val="25000"/>
                  </a:schemeClr>
                </a:solidFill>
              </a:defRPr>
            </a:lvl1pPr>
          </a:lstStyle>
          <a:p>
            <a:r>
              <a:rPr lang="en-US" altLang="ko-KR" dirty="0"/>
              <a:t>Place Your Picture Here</a:t>
            </a:r>
            <a:endParaRPr lang="ko-KR" altLang="en-US" dirty="0"/>
          </a:p>
        </p:txBody>
      </p:sp>
      <p:sp>
        <p:nvSpPr>
          <p:cNvPr id="16" name="그림 개체 틀 2">
            <a:extLst>
              <a:ext uri="{FF2B5EF4-FFF2-40B4-BE49-F238E27FC236}">
                <a16:creationId xmlns:a16="http://schemas.microsoft.com/office/drawing/2014/main" id="{532D84A8-2E6A-4339-8D10-172129386D02}"/>
              </a:ext>
            </a:extLst>
          </p:cNvPr>
          <p:cNvSpPr>
            <a:spLocks noGrp="1"/>
          </p:cNvSpPr>
          <p:nvPr>
            <p:ph type="pic" sz="quarter" idx="18" hasCustomPrompt="1"/>
          </p:nvPr>
        </p:nvSpPr>
        <p:spPr>
          <a:xfrm>
            <a:off x="9523686" y="4081673"/>
            <a:ext cx="3456384" cy="2376000"/>
          </a:xfrm>
          <a:prstGeom prst="rect">
            <a:avLst/>
          </a:prstGeom>
          <a:solidFill>
            <a:schemeClr val="bg1">
              <a:lumMod val="95000"/>
            </a:schemeClr>
          </a:solidFill>
        </p:spPr>
        <p:txBody>
          <a:bodyPr anchor="ctr"/>
          <a:lstStyle>
            <a:lvl1pPr marL="0" indent="0" algn="ctr">
              <a:buNone/>
              <a:defRPr sz="1800">
                <a:solidFill>
                  <a:schemeClr val="tx1">
                    <a:lumMod val="75000"/>
                    <a:lumOff val="25000"/>
                  </a:schemeClr>
                </a:solidFill>
              </a:defRPr>
            </a:lvl1pPr>
          </a:lstStyle>
          <a:p>
            <a:r>
              <a:rPr lang="en-US" altLang="ko-KR" dirty="0"/>
              <a:t>Place Your Picture Here</a:t>
            </a:r>
            <a:endParaRPr lang="ko-KR" altLang="en-US" dirty="0"/>
          </a:p>
        </p:txBody>
      </p:sp>
      <p:sp>
        <p:nvSpPr>
          <p:cNvPr id="17" name="그림 개체 틀 2">
            <a:extLst>
              <a:ext uri="{FF2B5EF4-FFF2-40B4-BE49-F238E27FC236}">
                <a16:creationId xmlns:a16="http://schemas.microsoft.com/office/drawing/2014/main" id="{0AC6C735-0E24-47B6-9C8C-93DBC13BDFC1}"/>
              </a:ext>
            </a:extLst>
          </p:cNvPr>
          <p:cNvSpPr>
            <a:spLocks noGrp="1"/>
          </p:cNvSpPr>
          <p:nvPr>
            <p:ph type="pic" sz="quarter" idx="19" hasCustomPrompt="1"/>
          </p:nvPr>
        </p:nvSpPr>
        <p:spPr>
          <a:xfrm>
            <a:off x="13739766" y="4081673"/>
            <a:ext cx="3456384" cy="2376000"/>
          </a:xfrm>
          <a:prstGeom prst="rect">
            <a:avLst/>
          </a:prstGeom>
          <a:solidFill>
            <a:schemeClr val="bg1">
              <a:lumMod val="95000"/>
            </a:schemeClr>
          </a:solidFill>
        </p:spPr>
        <p:txBody>
          <a:bodyPr anchor="ctr"/>
          <a:lstStyle>
            <a:lvl1pPr marL="0" indent="0" algn="ctr">
              <a:buNone/>
              <a:defRPr sz="18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0342338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0BCB2B99-9A01-484A-BFF4-CFC31BB67175}"/>
              </a:ext>
            </a:extLst>
          </p:cNvPr>
          <p:cNvSpPr>
            <a:spLocks noGrp="1"/>
          </p:cNvSpPr>
          <p:nvPr>
            <p:ph type="pic" idx="10" hasCustomPrompt="1"/>
          </p:nvPr>
        </p:nvSpPr>
        <p:spPr>
          <a:xfrm>
            <a:off x="13968000" y="0"/>
            <a:ext cx="4320000" cy="7020000"/>
          </a:xfrm>
          <a:prstGeom prst="rect">
            <a:avLst/>
          </a:prstGeom>
          <a:solidFill>
            <a:schemeClr val="bg1">
              <a:lumMod val="95000"/>
            </a:schemeClr>
          </a:solidFill>
          <a:ln w="12700">
            <a:noFill/>
          </a:ln>
        </p:spPr>
        <p:txBody>
          <a:bodyPr anchor="ctr"/>
          <a:lstStyle>
            <a:lvl1pPr marL="0" indent="0" algn="ctr">
              <a:buNone/>
              <a:defRPr sz="1800">
                <a:latin typeface="+mn-lt"/>
                <a:cs typeface="Arial" pitchFamily="34" charset="0"/>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ko-KR" dirty="0"/>
              <a:t>Your Picture Here And Send To Back</a:t>
            </a:r>
            <a:endParaRPr lang="ko-KR" altLang="en-US" dirty="0"/>
          </a:p>
        </p:txBody>
      </p:sp>
      <p:sp>
        <p:nvSpPr>
          <p:cNvPr id="3" name="Picture Placeholder 2">
            <a:extLst>
              <a:ext uri="{FF2B5EF4-FFF2-40B4-BE49-F238E27FC236}">
                <a16:creationId xmlns:a16="http://schemas.microsoft.com/office/drawing/2014/main" id="{E6F2984A-66F1-4308-8BFD-B5A3A264BC53}"/>
              </a:ext>
            </a:extLst>
          </p:cNvPr>
          <p:cNvSpPr>
            <a:spLocks noGrp="1"/>
          </p:cNvSpPr>
          <p:nvPr>
            <p:ph type="pic" idx="11" hasCustomPrompt="1"/>
          </p:nvPr>
        </p:nvSpPr>
        <p:spPr>
          <a:xfrm>
            <a:off x="9144000" y="3267000"/>
            <a:ext cx="4320000" cy="7020000"/>
          </a:xfrm>
          <a:prstGeom prst="rect">
            <a:avLst/>
          </a:prstGeom>
          <a:solidFill>
            <a:schemeClr val="bg1">
              <a:lumMod val="95000"/>
            </a:schemeClr>
          </a:solidFill>
          <a:ln w="12700">
            <a:noFill/>
          </a:ln>
        </p:spPr>
        <p:txBody>
          <a:bodyPr anchor="ctr"/>
          <a:lstStyle>
            <a:lvl1pPr marL="0" indent="0" algn="ctr">
              <a:buNone/>
              <a:defRPr sz="1800">
                <a:latin typeface="+mn-lt"/>
                <a:cs typeface="Arial" pitchFamily="34" charset="0"/>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ko-KR" dirty="0"/>
              <a:t>Your Picture Here </a:t>
            </a:r>
            <a:endParaRPr lang="ko-KR" altLang="en-US" dirty="0"/>
          </a:p>
        </p:txBody>
      </p:sp>
    </p:spTree>
    <p:extLst>
      <p:ext uri="{BB962C8B-B14F-4D97-AF65-F5344CB8AC3E}">
        <p14:creationId xmlns:p14="http://schemas.microsoft.com/office/powerpoint/2010/main" val="107184155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454491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66" name="Oval 65">
            <a:extLst>
              <a:ext uri="{FF2B5EF4-FFF2-40B4-BE49-F238E27FC236}">
                <a16:creationId xmlns:a16="http://schemas.microsoft.com/office/drawing/2014/main" id="{FBD0708C-ECF4-4056-951B-F953FDFA2F92}"/>
              </a:ext>
            </a:extLst>
          </p:cNvPr>
          <p:cNvSpPr/>
          <p:nvPr userDrawn="1"/>
        </p:nvSpPr>
        <p:spPr>
          <a:xfrm>
            <a:off x="6212234" y="4613084"/>
            <a:ext cx="5940002" cy="601698"/>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050" dirty="0"/>
          </a:p>
        </p:txBody>
      </p:sp>
      <p:sp>
        <p:nvSpPr>
          <p:cNvPr id="65" name="Oval 64">
            <a:extLst>
              <a:ext uri="{FF2B5EF4-FFF2-40B4-BE49-F238E27FC236}">
                <a16:creationId xmlns:a16="http://schemas.microsoft.com/office/drawing/2014/main" id="{461FFD45-86E5-4164-9F94-080F3824C6DC}"/>
              </a:ext>
            </a:extLst>
          </p:cNvPr>
          <p:cNvSpPr/>
          <p:nvPr userDrawn="1"/>
        </p:nvSpPr>
        <p:spPr>
          <a:xfrm>
            <a:off x="7944293" y="3996992"/>
            <a:ext cx="6651879" cy="673808"/>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050" dirty="0"/>
          </a:p>
        </p:txBody>
      </p:sp>
      <p:sp>
        <p:nvSpPr>
          <p:cNvPr id="59" name="Oval 58">
            <a:extLst>
              <a:ext uri="{FF2B5EF4-FFF2-40B4-BE49-F238E27FC236}">
                <a16:creationId xmlns:a16="http://schemas.microsoft.com/office/drawing/2014/main" id="{9FC722FF-80D1-44CB-B2C5-E42865360128}"/>
              </a:ext>
            </a:extLst>
          </p:cNvPr>
          <p:cNvSpPr/>
          <p:nvPr userDrawn="1"/>
        </p:nvSpPr>
        <p:spPr>
          <a:xfrm>
            <a:off x="3721077" y="4078175"/>
            <a:ext cx="6327078" cy="640907"/>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050" dirty="0"/>
          </a:p>
        </p:txBody>
      </p:sp>
      <p:grpSp>
        <p:nvGrpSpPr>
          <p:cNvPr id="2" name="Group 1">
            <a:extLst>
              <a:ext uri="{FF2B5EF4-FFF2-40B4-BE49-F238E27FC236}">
                <a16:creationId xmlns:a16="http://schemas.microsoft.com/office/drawing/2014/main" id="{F4F8D9D4-2991-48AF-A8F0-FC6FEB1D2061}"/>
              </a:ext>
            </a:extLst>
          </p:cNvPr>
          <p:cNvGrpSpPr/>
          <p:nvPr userDrawn="1"/>
        </p:nvGrpSpPr>
        <p:grpSpPr>
          <a:xfrm>
            <a:off x="8977860" y="1995413"/>
            <a:ext cx="4298586" cy="2361782"/>
            <a:chOff x="-548507" y="477868"/>
            <a:chExt cx="11570449" cy="6357177"/>
          </a:xfrm>
        </p:grpSpPr>
        <p:sp>
          <p:nvSpPr>
            <p:cNvPr id="3" name="Freeform: Shape 2">
              <a:extLst>
                <a:ext uri="{FF2B5EF4-FFF2-40B4-BE49-F238E27FC236}">
                  <a16:creationId xmlns:a16="http://schemas.microsoft.com/office/drawing/2014/main" id="{F08EBDF4-2046-4954-8E40-A25BAAF0FBF9}"/>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sz="2100"/>
            </a:p>
          </p:txBody>
        </p:sp>
        <p:sp>
          <p:nvSpPr>
            <p:cNvPr id="4" name="Freeform: Shape 3">
              <a:extLst>
                <a:ext uri="{FF2B5EF4-FFF2-40B4-BE49-F238E27FC236}">
                  <a16:creationId xmlns:a16="http://schemas.microsoft.com/office/drawing/2014/main" id="{AF3EF80F-A667-4956-85F0-9FA25E979833}"/>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sz="2100"/>
            </a:p>
          </p:txBody>
        </p:sp>
        <p:sp>
          <p:nvSpPr>
            <p:cNvPr id="5" name="Freeform: Shape 4">
              <a:extLst>
                <a:ext uri="{FF2B5EF4-FFF2-40B4-BE49-F238E27FC236}">
                  <a16:creationId xmlns:a16="http://schemas.microsoft.com/office/drawing/2014/main" id="{BC674F7A-574D-4F6D-82C6-B0CFFBF8B784}"/>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sz="2100"/>
            </a:p>
          </p:txBody>
        </p:sp>
        <p:sp>
          <p:nvSpPr>
            <p:cNvPr id="6" name="Freeform: Shape 5">
              <a:extLst>
                <a:ext uri="{FF2B5EF4-FFF2-40B4-BE49-F238E27FC236}">
                  <a16:creationId xmlns:a16="http://schemas.microsoft.com/office/drawing/2014/main" id="{6E794F69-AE6D-4F14-8AAB-5A5899FA3606}"/>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sz="2100" dirty="0"/>
            </a:p>
          </p:txBody>
        </p:sp>
        <p:sp>
          <p:nvSpPr>
            <p:cNvPr id="7" name="Freeform: Shape 6">
              <a:extLst>
                <a:ext uri="{FF2B5EF4-FFF2-40B4-BE49-F238E27FC236}">
                  <a16:creationId xmlns:a16="http://schemas.microsoft.com/office/drawing/2014/main" id="{3ADFF094-E7AF-45BF-AE35-9A55DADA7A25}"/>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sz="2100"/>
            </a:p>
          </p:txBody>
        </p:sp>
        <p:grpSp>
          <p:nvGrpSpPr>
            <p:cNvPr id="8" name="Group 7">
              <a:extLst>
                <a:ext uri="{FF2B5EF4-FFF2-40B4-BE49-F238E27FC236}">
                  <a16:creationId xmlns:a16="http://schemas.microsoft.com/office/drawing/2014/main" id="{DF7E5E9D-13A5-41B8-B596-7894869380C3}"/>
                </a:ext>
              </a:extLst>
            </p:cNvPr>
            <p:cNvGrpSpPr/>
            <p:nvPr/>
          </p:nvGrpSpPr>
          <p:grpSpPr>
            <a:xfrm>
              <a:off x="1606" y="6382978"/>
              <a:ext cx="413937" cy="115242"/>
              <a:chOff x="5955" y="6353672"/>
              <a:chExt cx="413937" cy="115242"/>
            </a:xfrm>
          </p:grpSpPr>
          <p:sp>
            <p:nvSpPr>
              <p:cNvPr id="13" name="Rectangle: Rounded Corners 12">
                <a:extLst>
                  <a:ext uri="{FF2B5EF4-FFF2-40B4-BE49-F238E27FC236}">
                    <a16:creationId xmlns:a16="http://schemas.microsoft.com/office/drawing/2014/main" id="{F588B949-0398-45A9-8C3E-134D205AA41C}"/>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a:p>
            </p:txBody>
          </p:sp>
          <p:sp>
            <p:nvSpPr>
              <p:cNvPr id="14" name="Rectangle: Rounded Corners 13">
                <a:extLst>
                  <a:ext uri="{FF2B5EF4-FFF2-40B4-BE49-F238E27FC236}">
                    <a16:creationId xmlns:a16="http://schemas.microsoft.com/office/drawing/2014/main" id="{2A62A09C-8FA6-4C98-B3DF-527A292384FC}"/>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a:p>
            </p:txBody>
          </p:sp>
        </p:grpSp>
        <p:grpSp>
          <p:nvGrpSpPr>
            <p:cNvPr id="9" name="Group 8">
              <a:extLst>
                <a:ext uri="{FF2B5EF4-FFF2-40B4-BE49-F238E27FC236}">
                  <a16:creationId xmlns:a16="http://schemas.microsoft.com/office/drawing/2014/main" id="{159750DD-33F2-43B2-94A1-EC540B87E80C}"/>
                </a:ext>
              </a:extLst>
            </p:cNvPr>
            <p:cNvGrpSpPr/>
            <p:nvPr/>
          </p:nvGrpSpPr>
          <p:grpSpPr>
            <a:xfrm>
              <a:off x="9855291" y="6381600"/>
              <a:ext cx="885989" cy="115242"/>
              <a:chOff x="5955" y="6353672"/>
              <a:chExt cx="413937" cy="115242"/>
            </a:xfrm>
          </p:grpSpPr>
          <p:sp>
            <p:nvSpPr>
              <p:cNvPr id="11" name="Rectangle: Rounded Corners 10">
                <a:extLst>
                  <a:ext uri="{FF2B5EF4-FFF2-40B4-BE49-F238E27FC236}">
                    <a16:creationId xmlns:a16="http://schemas.microsoft.com/office/drawing/2014/main" id="{0B0A2961-9A19-4350-AF6C-0A9C359EB83E}"/>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a:p>
            </p:txBody>
          </p:sp>
          <p:sp>
            <p:nvSpPr>
              <p:cNvPr id="12" name="Rectangle: Rounded Corners 11">
                <a:extLst>
                  <a:ext uri="{FF2B5EF4-FFF2-40B4-BE49-F238E27FC236}">
                    <a16:creationId xmlns:a16="http://schemas.microsoft.com/office/drawing/2014/main" id="{A80DCDAB-B599-46E1-B14E-9CB874D6C636}"/>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p>
            </p:txBody>
          </p:sp>
        </p:grpSp>
        <p:sp>
          <p:nvSpPr>
            <p:cNvPr id="10" name="Freeform: Shape 9">
              <a:extLst>
                <a:ext uri="{FF2B5EF4-FFF2-40B4-BE49-F238E27FC236}">
                  <a16:creationId xmlns:a16="http://schemas.microsoft.com/office/drawing/2014/main" id="{2D974ED3-193A-4E6A-84FE-DD702B68343C}"/>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sz="2100" dirty="0"/>
            </a:p>
          </p:txBody>
        </p:sp>
      </p:grpSp>
      <p:grpSp>
        <p:nvGrpSpPr>
          <p:cNvPr id="15" name="Graphic 14">
            <a:extLst>
              <a:ext uri="{FF2B5EF4-FFF2-40B4-BE49-F238E27FC236}">
                <a16:creationId xmlns:a16="http://schemas.microsoft.com/office/drawing/2014/main" id="{8A848864-2A39-447D-B6BF-CC8044BC2A7E}"/>
              </a:ext>
            </a:extLst>
          </p:cNvPr>
          <p:cNvGrpSpPr/>
          <p:nvPr userDrawn="1"/>
        </p:nvGrpSpPr>
        <p:grpSpPr>
          <a:xfrm>
            <a:off x="4796779" y="883620"/>
            <a:ext cx="4464023" cy="3511029"/>
            <a:chOff x="2444748" y="555045"/>
            <a:chExt cx="7282048" cy="5727454"/>
          </a:xfrm>
        </p:grpSpPr>
        <p:sp>
          <p:nvSpPr>
            <p:cNvPr id="16" name="Freeform: Shape 15">
              <a:extLst>
                <a:ext uri="{FF2B5EF4-FFF2-40B4-BE49-F238E27FC236}">
                  <a16:creationId xmlns:a16="http://schemas.microsoft.com/office/drawing/2014/main" id="{540261CD-EFAB-4459-A091-5B3D944A1C27}"/>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sz="2100"/>
            </a:p>
          </p:txBody>
        </p:sp>
        <p:sp>
          <p:nvSpPr>
            <p:cNvPr id="17" name="Freeform: Shape 16">
              <a:extLst>
                <a:ext uri="{FF2B5EF4-FFF2-40B4-BE49-F238E27FC236}">
                  <a16:creationId xmlns:a16="http://schemas.microsoft.com/office/drawing/2014/main" id="{A898E678-7BBC-48E9-BE5B-2FC07087B2BC}"/>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sz="2100" dirty="0"/>
            </a:p>
          </p:txBody>
        </p:sp>
        <p:sp>
          <p:nvSpPr>
            <p:cNvPr id="18" name="Freeform: Shape 17">
              <a:extLst>
                <a:ext uri="{FF2B5EF4-FFF2-40B4-BE49-F238E27FC236}">
                  <a16:creationId xmlns:a16="http://schemas.microsoft.com/office/drawing/2014/main" id="{1EDBF6F4-F4E1-42CE-918E-46EBB68FF951}"/>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sz="2100"/>
            </a:p>
          </p:txBody>
        </p:sp>
        <p:sp>
          <p:nvSpPr>
            <p:cNvPr id="19" name="Freeform: Shape 18">
              <a:extLst>
                <a:ext uri="{FF2B5EF4-FFF2-40B4-BE49-F238E27FC236}">
                  <a16:creationId xmlns:a16="http://schemas.microsoft.com/office/drawing/2014/main" id="{6D39435E-2DCE-4E65-B8DB-B8A01FC6E01F}"/>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sz="2100" dirty="0"/>
            </a:p>
          </p:txBody>
        </p:sp>
        <p:sp>
          <p:nvSpPr>
            <p:cNvPr id="20" name="Freeform: Shape 19">
              <a:extLst>
                <a:ext uri="{FF2B5EF4-FFF2-40B4-BE49-F238E27FC236}">
                  <a16:creationId xmlns:a16="http://schemas.microsoft.com/office/drawing/2014/main" id="{2386D12B-FF42-4F37-A3FD-228C31675D4B}"/>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sz="2100" dirty="0"/>
            </a:p>
          </p:txBody>
        </p:sp>
        <p:sp>
          <p:nvSpPr>
            <p:cNvPr id="21" name="Freeform: Shape 20">
              <a:extLst>
                <a:ext uri="{FF2B5EF4-FFF2-40B4-BE49-F238E27FC236}">
                  <a16:creationId xmlns:a16="http://schemas.microsoft.com/office/drawing/2014/main" id="{479AF04E-5C59-470A-813A-91E8CB2EB355}"/>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sz="2100"/>
            </a:p>
          </p:txBody>
        </p:sp>
        <p:sp>
          <p:nvSpPr>
            <p:cNvPr id="22" name="Freeform: Shape 21">
              <a:extLst>
                <a:ext uri="{FF2B5EF4-FFF2-40B4-BE49-F238E27FC236}">
                  <a16:creationId xmlns:a16="http://schemas.microsoft.com/office/drawing/2014/main" id="{9C9C9ACC-2E7D-44B0-BCC0-AF573A66E898}"/>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sz="2100"/>
            </a:p>
          </p:txBody>
        </p:sp>
        <p:sp>
          <p:nvSpPr>
            <p:cNvPr id="23" name="Freeform: Shape 22">
              <a:extLst>
                <a:ext uri="{FF2B5EF4-FFF2-40B4-BE49-F238E27FC236}">
                  <a16:creationId xmlns:a16="http://schemas.microsoft.com/office/drawing/2014/main" id="{5E452942-6998-424B-BA1A-EFCCA6713E32}"/>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sz="2100" dirty="0"/>
            </a:p>
          </p:txBody>
        </p:sp>
      </p:grpSp>
      <p:sp>
        <p:nvSpPr>
          <p:cNvPr id="63" name="그림 개체 틀 2">
            <a:extLst>
              <a:ext uri="{FF2B5EF4-FFF2-40B4-BE49-F238E27FC236}">
                <a16:creationId xmlns:a16="http://schemas.microsoft.com/office/drawing/2014/main" id="{161051AD-0D58-4407-BB68-236DEFCA9594}"/>
              </a:ext>
            </a:extLst>
          </p:cNvPr>
          <p:cNvSpPr>
            <a:spLocks noGrp="1"/>
          </p:cNvSpPr>
          <p:nvPr>
            <p:ph type="pic" sz="quarter" idx="17" hasCustomPrompt="1"/>
          </p:nvPr>
        </p:nvSpPr>
        <p:spPr>
          <a:xfrm>
            <a:off x="9559507" y="2145185"/>
            <a:ext cx="3152933" cy="1875093"/>
          </a:xfrm>
          <a:prstGeom prst="rect">
            <a:avLst/>
          </a:prstGeom>
          <a:solidFill>
            <a:schemeClr val="bg1">
              <a:lumMod val="95000"/>
            </a:schemeClr>
          </a:solidFill>
        </p:spPr>
        <p:txBody>
          <a:bodyPr anchor="ctr"/>
          <a:lstStyle>
            <a:lvl1pPr marL="0" indent="0" algn="ctr">
              <a:buNone/>
              <a:defRPr sz="1800">
                <a:solidFill>
                  <a:schemeClr val="tx1">
                    <a:lumMod val="75000"/>
                    <a:lumOff val="25000"/>
                  </a:schemeClr>
                </a:solidFill>
              </a:defRPr>
            </a:lvl1pPr>
          </a:lstStyle>
          <a:p>
            <a:r>
              <a:rPr lang="en-US" altLang="ko-KR" dirty="0"/>
              <a:t>Place Your Picture Here And Send To Back</a:t>
            </a:r>
            <a:endParaRPr lang="ko-KR" altLang="en-US" dirty="0"/>
          </a:p>
        </p:txBody>
      </p:sp>
      <p:sp>
        <p:nvSpPr>
          <p:cNvPr id="62" name="그림 개체 틀 2">
            <a:extLst>
              <a:ext uri="{FF2B5EF4-FFF2-40B4-BE49-F238E27FC236}">
                <a16:creationId xmlns:a16="http://schemas.microsoft.com/office/drawing/2014/main" id="{29B598C8-35C5-41B6-83FC-3FBDB5D84036}"/>
              </a:ext>
            </a:extLst>
          </p:cNvPr>
          <p:cNvSpPr>
            <a:spLocks noGrp="1"/>
          </p:cNvSpPr>
          <p:nvPr>
            <p:ph type="pic" sz="quarter" idx="16" hasCustomPrompt="1"/>
          </p:nvPr>
        </p:nvSpPr>
        <p:spPr>
          <a:xfrm>
            <a:off x="4958966" y="1048209"/>
            <a:ext cx="4133582" cy="2376000"/>
          </a:xfrm>
          <a:prstGeom prst="rect">
            <a:avLst/>
          </a:prstGeom>
          <a:solidFill>
            <a:schemeClr val="bg1">
              <a:lumMod val="95000"/>
            </a:schemeClr>
          </a:solidFill>
        </p:spPr>
        <p:txBody>
          <a:bodyPr anchor="ctr"/>
          <a:lstStyle>
            <a:lvl1pPr marL="0" indent="0" algn="ctr">
              <a:buNone/>
              <a:defRPr sz="1800">
                <a:solidFill>
                  <a:schemeClr val="tx1">
                    <a:lumMod val="75000"/>
                    <a:lumOff val="25000"/>
                  </a:schemeClr>
                </a:solidFill>
              </a:defRPr>
            </a:lvl1pPr>
          </a:lstStyle>
          <a:p>
            <a:r>
              <a:rPr lang="en-US" altLang="ko-KR" dirty="0"/>
              <a:t>Place Your Picture Here And Send To Back</a:t>
            </a:r>
            <a:endParaRPr lang="ko-KR" altLang="en-US" dirty="0"/>
          </a:p>
        </p:txBody>
      </p:sp>
      <p:sp>
        <p:nvSpPr>
          <p:cNvPr id="35" name="Isosceles Triangle 34">
            <a:extLst>
              <a:ext uri="{FF2B5EF4-FFF2-40B4-BE49-F238E27FC236}">
                <a16:creationId xmlns:a16="http://schemas.microsoft.com/office/drawing/2014/main" id="{0E287AF0-FA95-4762-B8E2-671D58550EB9}"/>
              </a:ext>
            </a:extLst>
          </p:cNvPr>
          <p:cNvSpPr/>
          <p:nvPr userDrawn="1"/>
        </p:nvSpPr>
        <p:spPr>
          <a:xfrm rot="5400000">
            <a:off x="-2173500" y="2173500"/>
            <a:ext cx="10287000" cy="5940000"/>
          </a:xfrm>
          <a:prstGeom prst="triangle">
            <a:avLst>
              <a:gd name="adj" fmla="val 4986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050" dirty="0"/>
          </a:p>
        </p:txBody>
      </p:sp>
      <p:sp>
        <p:nvSpPr>
          <p:cNvPr id="36" name="Isosceles Triangle 35">
            <a:extLst>
              <a:ext uri="{FF2B5EF4-FFF2-40B4-BE49-F238E27FC236}">
                <a16:creationId xmlns:a16="http://schemas.microsoft.com/office/drawing/2014/main" id="{E8F9923B-6C89-4D4B-A044-7011CD744BA4}"/>
              </a:ext>
            </a:extLst>
          </p:cNvPr>
          <p:cNvSpPr/>
          <p:nvPr userDrawn="1"/>
        </p:nvSpPr>
        <p:spPr>
          <a:xfrm rot="16200000">
            <a:off x="10174500" y="2173502"/>
            <a:ext cx="10287000" cy="5940000"/>
          </a:xfrm>
          <a:prstGeom prst="triangle">
            <a:avLst>
              <a:gd name="adj" fmla="val 4986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050"/>
          </a:p>
        </p:txBody>
      </p:sp>
      <p:sp>
        <p:nvSpPr>
          <p:cNvPr id="64" name="그림 개체 틀 2">
            <a:extLst>
              <a:ext uri="{FF2B5EF4-FFF2-40B4-BE49-F238E27FC236}">
                <a16:creationId xmlns:a16="http://schemas.microsoft.com/office/drawing/2014/main" id="{3F019F7B-C14A-4CD4-939C-889E86ECF979}"/>
              </a:ext>
            </a:extLst>
          </p:cNvPr>
          <p:cNvSpPr>
            <a:spLocks noGrp="1"/>
          </p:cNvSpPr>
          <p:nvPr>
            <p:ph type="pic" sz="quarter" idx="18" hasCustomPrompt="1"/>
          </p:nvPr>
        </p:nvSpPr>
        <p:spPr>
          <a:xfrm>
            <a:off x="8561117" y="2852657"/>
            <a:ext cx="1189929" cy="1824054"/>
          </a:xfrm>
          <a:prstGeom prst="rect">
            <a:avLst/>
          </a:prstGeom>
          <a:solidFill>
            <a:schemeClr val="bg1">
              <a:lumMod val="95000"/>
            </a:schemeClr>
          </a:solidFill>
        </p:spPr>
        <p:txBody>
          <a:bodyPr anchor="ctr"/>
          <a:lstStyle>
            <a:lvl1pPr marL="0" indent="0" algn="ctr">
              <a:buNone/>
              <a:defRPr sz="18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05451632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671434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8_Contents slide layout">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8009B150-532D-45FE-A6D6-8A190897518A}"/>
              </a:ext>
            </a:extLst>
          </p:cNvPr>
          <p:cNvSpPr>
            <a:spLocks noGrp="1"/>
          </p:cNvSpPr>
          <p:nvPr userDrawn="1">
            <p:ph type="pic" idx="1" hasCustomPrompt="1"/>
          </p:nvPr>
        </p:nvSpPr>
        <p:spPr>
          <a:xfrm>
            <a:off x="1" y="0"/>
            <a:ext cx="11798423" cy="10287000"/>
          </a:xfrm>
          <a:custGeom>
            <a:avLst/>
            <a:gdLst>
              <a:gd name="connsiteX0" fmla="*/ 0 w 7865615"/>
              <a:gd name="connsiteY0" fmla="*/ 0 h 6858000"/>
              <a:gd name="connsiteX1" fmla="*/ 2246577 w 7865615"/>
              <a:gd name="connsiteY1" fmla="*/ 0 h 6858000"/>
              <a:gd name="connsiteX2" fmla="*/ 3408550 w 7865615"/>
              <a:gd name="connsiteY2" fmla="*/ 0 h 6858000"/>
              <a:gd name="connsiteX3" fmla="*/ 4510701 w 7865615"/>
              <a:gd name="connsiteY3" fmla="*/ 0 h 6858000"/>
              <a:gd name="connsiteX4" fmla="*/ 7804883 w 7865615"/>
              <a:gd name="connsiteY4" fmla="*/ 3294183 h 6858000"/>
              <a:gd name="connsiteX5" fmla="*/ 7804883 w 7865615"/>
              <a:gd name="connsiteY5" fmla="*/ 3587426 h 6858000"/>
              <a:gd name="connsiteX6" fmla="*/ 4534309 w 7865615"/>
              <a:gd name="connsiteY6" fmla="*/ 6858000 h 6858000"/>
              <a:gd name="connsiteX7" fmla="*/ 3384942 w 7865615"/>
              <a:gd name="connsiteY7" fmla="*/ 6858000 h 6858000"/>
              <a:gd name="connsiteX8" fmla="*/ 653352 w 7865615"/>
              <a:gd name="connsiteY8" fmla="*/ 6858000 h 6858000"/>
              <a:gd name="connsiteX9" fmla="*/ 0 w 786561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65615" h="6858000">
                <a:moveTo>
                  <a:pt x="0" y="0"/>
                </a:moveTo>
                <a:lnTo>
                  <a:pt x="2246577" y="0"/>
                </a:lnTo>
                <a:lnTo>
                  <a:pt x="3408550" y="0"/>
                </a:lnTo>
                <a:lnTo>
                  <a:pt x="4510701" y="0"/>
                </a:lnTo>
                <a:lnTo>
                  <a:pt x="7804883" y="3294183"/>
                </a:lnTo>
                <a:cubicBezTo>
                  <a:pt x="7885860" y="3375159"/>
                  <a:pt x="7885860" y="3506449"/>
                  <a:pt x="7804883" y="3587426"/>
                </a:cubicBezTo>
                <a:lnTo>
                  <a:pt x="4534309" y="6858000"/>
                </a:lnTo>
                <a:lnTo>
                  <a:pt x="3384942" y="6858000"/>
                </a:lnTo>
                <a:lnTo>
                  <a:pt x="653352" y="6858000"/>
                </a:lnTo>
                <a:lnTo>
                  <a:pt x="0" y="6858000"/>
                </a:lnTo>
                <a:close/>
              </a:path>
            </a:pathLst>
          </a:custGeom>
          <a:solidFill>
            <a:schemeClr val="bg1">
              <a:lumMod val="85000"/>
            </a:schemeClr>
          </a:solidFill>
          <a:ln w="50800">
            <a:noFill/>
          </a:ln>
        </p:spPr>
        <p:txBody>
          <a:bodyPr wrap="square" anchor="ctr">
            <a:noAutofit/>
          </a:bodyPr>
          <a:lstStyle>
            <a:lvl1pPr marL="0" indent="0" algn="ctr">
              <a:buNone/>
              <a:defRPr sz="1800" baseline="0">
                <a:latin typeface="Arial" pitchFamily="34" charset="0"/>
                <a:cs typeface="Arial" pitchFamily="34" charset="0"/>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ko-KR" dirty="0"/>
              <a:t>Your Picture Here</a:t>
            </a:r>
            <a:endParaRPr lang="ko-KR" altLang="en-US" dirty="0"/>
          </a:p>
        </p:txBody>
      </p:sp>
      <p:sp>
        <p:nvSpPr>
          <p:cNvPr id="21" name="Picture Placeholder 20">
            <a:extLst>
              <a:ext uri="{FF2B5EF4-FFF2-40B4-BE49-F238E27FC236}">
                <a16:creationId xmlns:a16="http://schemas.microsoft.com/office/drawing/2014/main" id="{0B3E2BDC-790D-4A9E-9558-CA4C10A1FB05}"/>
              </a:ext>
            </a:extLst>
          </p:cNvPr>
          <p:cNvSpPr>
            <a:spLocks noGrp="1"/>
          </p:cNvSpPr>
          <p:nvPr userDrawn="1">
            <p:ph type="pic" idx="11" hasCustomPrompt="1"/>
          </p:nvPr>
        </p:nvSpPr>
        <p:spPr>
          <a:xfrm>
            <a:off x="9881072" y="5365566"/>
            <a:ext cx="4650810" cy="4650810"/>
          </a:xfrm>
          <a:custGeom>
            <a:avLst/>
            <a:gdLst>
              <a:gd name="connsiteX0" fmla="*/ 1550270 w 3100540"/>
              <a:gd name="connsiteY0" fmla="*/ 0 h 3100540"/>
              <a:gd name="connsiteX1" fmla="*/ 1677815 w 3100540"/>
              <a:gd name="connsiteY1" fmla="*/ 52831 h 3100540"/>
              <a:gd name="connsiteX2" fmla="*/ 3047709 w 3100540"/>
              <a:gd name="connsiteY2" fmla="*/ 1422726 h 3100540"/>
              <a:gd name="connsiteX3" fmla="*/ 3047709 w 3100540"/>
              <a:gd name="connsiteY3" fmla="*/ 1677816 h 3100540"/>
              <a:gd name="connsiteX4" fmla="*/ 1677816 w 3100540"/>
              <a:gd name="connsiteY4" fmla="*/ 3047710 h 3100540"/>
              <a:gd name="connsiteX5" fmla="*/ 1422726 w 3100540"/>
              <a:gd name="connsiteY5" fmla="*/ 3047710 h 3100540"/>
              <a:gd name="connsiteX6" fmla="*/ 52831 w 3100540"/>
              <a:gd name="connsiteY6" fmla="*/ 1677815 h 3100540"/>
              <a:gd name="connsiteX7" fmla="*/ 52831 w 3100540"/>
              <a:gd name="connsiteY7" fmla="*/ 1422724 h 3100540"/>
              <a:gd name="connsiteX8" fmla="*/ 1422724 w 3100540"/>
              <a:gd name="connsiteY8" fmla="*/ 52831 h 3100540"/>
              <a:gd name="connsiteX9" fmla="*/ 1550270 w 3100540"/>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0" h="3100540">
                <a:moveTo>
                  <a:pt x="1550270" y="0"/>
                </a:moveTo>
                <a:cubicBezTo>
                  <a:pt x="1596432" y="0"/>
                  <a:pt x="1642594" y="17610"/>
                  <a:pt x="1677815" y="52831"/>
                </a:cubicBezTo>
                <a:lnTo>
                  <a:pt x="3047709" y="1422726"/>
                </a:lnTo>
                <a:cubicBezTo>
                  <a:pt x="3118151" y="1493167"/>
                  <a:pt x="3118151" y="1607375"/>
                  <a:pt x="3047709" y="1677816"/>
                </a:cubicBezTo>
                <a:lnTo>
                  <a:pt x="1677816" y="3047710"/>
                </a:lnTo>
                <a:cubicBezTo>
                  <a:pt x="1607375" y="3118151"/>
                  <a:pt x="1493167" y="3118151"/>
                  <a:pt x="1422726" y="3047710"/>
                </a:cubicBezTo>
                <a:lnTo>
                  <a:pt x="52831" y="1677815"/>
                </a:lnTo>
                <a:cubicBezTo>
                  <a:pt x="-17610" y="1607373"/>
                  <a:pt x="-17610" y="1493166"/>
                  <a:pt x="52831" y="1422724"/>
                </a:cubicBezTo>
                <a:lnTo>
                  <a:pt x="1422724" y="52831"/>
                </a:lnTo>
                <a:cubicBezTo>
                  <a:pt x="1457945" y="17610"/>
                  <a:pt x="1504107" y="0"/>
                  <a:pt x="1550270" y="0"/>
                </a:cubicBezTo>
                <a:close/>
              </a:path>
            </a:pathLst>
          </a:custGeom>
          <a:solidFill>
            <a:schemeClr val="bg1">
              <a:lumMod val="95000"/>
            </a:schemeClr>
          </a:solidFill>
          <a:ln w="50800">
            <a:noFill/>
          </a:ln>
        </p:spPr>
        <p:txBody>
          <a:bodyPr wrap="square" anchor="ctr">
            <a:noAutofit/>
          </a:bodyPr>
          <a:lstStyle>
            <a:lvl1pPr marL="0" indent="0" algn="ctr">
              <a:buNone/>
              <a:defRPr sz="1800" baseline="0">
                <a:latin typeface="Arial" pitchFamily="34" charset="0"/>
                <a:cs typeface="Arial" pitchFamily="34" charset="0"/>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ko-KR" dirty="0"/>
              <a:t>Your Picture Here</a:t>
            </a:r>
            <a:endParaRPr lang="ko-KR" altLang="en-US" dirty="0"/>
          </a:p>
        </p:txBody>
      </p:sp>
      <p:sp>
        <p:nvSpPr>
          <p:cNvPr id="19" name="Picture Placeholder 18">
            <a:extLst>
              <a:ext uri="{FF2B5EF4-FFF2-40B4-BE49-F238E27FC236}">
                <a16:creationId xmlns:a16="http://schemas.microsoft.com/office/drawing/2014/main" id="{2B6F2E21-3216-4F90-A6E2-E51A550D522D}"/>
              </a:ext>
            </a:extLst>
          </p:cNvPr>
          <p:cNvSpPr>
            <a:spLocks noGrp="1"/>
          </p:cNvSpPr>
          <p:nvPr userDrawn="1">
            <p:ph type="pic" idx="12" hasCustomPrompt="1"/>
          </p:nvPr>
        </p:nvSpPr>
        <p:spPr>
          <a:xfrm>
            <a:off x="9881072" y="306032"/>
            <a:ext cx="4650810" cy="4650810"/>
          </a:xfrm>
          <a:custGeom>
            <a:avLst/>
            <a:gdLst>
              <a:gd name="connsiteX0" fmla="*/ 1550269 w 3100540"/>
              <a:gd name="connsiteY0" fmla="*/ 0 h 3100540"/>
              <a:gd name="connsiteX1" fmla="*/ 1677815 w 3100540"/>
              <a:gd name="connsiteY1" fmla="*/ 52831 h 3100540"/>
              <a:gd name="connsiteX2" fmla="*/ 3047709 w 3100540"/>
              <a:gd name="connsiteY2" fmla="*/ 1422726 h 3100540"/>
              <a:gd name="connsiteX3" fmla="*/ 3047709 w 3100540"/>
              <a:gd name="connsiteY3" fmla="*/ 1677816 h 3100540"/>
              <a:gd name="connsiteX4" fmla="*/ 1677816 w 3100540"/>
              <a:gd name="connsiteY4" fmla="*/ 3047709 h 3100540"/>
              <a:gd name="connsiteX5" fmla="*/ 1422726 w 3100540"/>
              <a:gd name="connsiteY5" fmla="*/ 3047709 h 3100540"/>
              <a:gd name="connsiteX6" fmla="*/ 52831 w 3100540"/>
              <a:gd name="connsiteY6" fmla="*/ 1677814 h 3100540"/>
              <a:gd name="connsiteX7" fmla="*/ 52831 w 3100540"/>
              <a:gd name="connsiteY7" fmla="*/ 1422724 h 3100540"/>
              <a:gd name="connsiteX8" fmla="*/ 1422724 w 3100540"/>
              <a:gd name="connsiteY8" fmla="*/ 52831 h 3100540"/>
              <a:gd name="connsiteX9" fmla="*/ 1550269 w 3100540"/>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0" h="3100540">
                <a:moveTo>
                  <a:pt x="1550269" y="0"/>
                </a:moveTo>
                <a:cubicBezTo>
                  <a:pt x="1596432" y="0"/>
                  <a:pt x="1642594" y="17610"/>
                  <a:pt x="1677815" y="52831"/>
                </a:cubicBezTo>
                <a:lnTo>
                  <a:pt x="3047709" y="1422726"/>
                </a:lnTo>
                <a:cubicBezTo>
                  <a:pt x="3118151" y="1493167"/>
                  <a:pt x="3118151" y="1607375"/>
                  <a:pt x="3047709" y="1677816"/>
                </a:cubicBezTo>
                <a:lnTo>
                  <a:pt x="1677816" y="3047709"/>
                </a:lnTo>
                <a:cubicBezTo>
                  <a:pt x="1607375" y="3118151"/>
                  <a:pt x="1493167" y="3118151"/>
                  <a:pt x="1422726" y="3047709"/>
                </a:cubicBezTo>
                <a:lnTo>
                  <a:pt x="52831" y="1677814"/>
                </a:lnTo>
                <a:cubicBezTo>
                  <a:pt x="-17610" y="1607373"/>
                  <a:pt x="-17610" y="1493166"/>
                  <a:pt x="52831" y="1422724"/>
                </a:cubicBezTo>
                <a:lnTo>
                  <a:pt x="1422724" y="52831"/>
                </a:lnTo>
                <a:cubicBezTo>
                  <a:pt x="1457945" y="17610"/>
                  <a:pt x="1504107" y="0"/>
                  <a:pt x="1550269" y="0"/>
                </a:cubicBezTo>
                <a:close/>
              </a:path>
            </a:pathLst>
          </a:custGeom>
          <a:solidFill>
            <a:schemeClr val="bg1">
              <a:lumMod val="95000"/>
            </a:schemeClr>
          </a:solidFill>
          <a:ln w="50800">
            <a:noFill/>
          </a:ln>
        </p:spPr>
        <p:txBody>
          <a:bodyPr wrap="square" anchor="ctr">
            <a:noAutofit/>
          </a:bodyPr>
          <a:lstStyle>
            <a:lvl1pPr marL="0" indent="0" algn="ctr">
              <a:buNone/>
              <a:defRPr sz="1800" baseline="0">
                <a:latin typeface="Arial" pitchFamily="34" charset="0"/>
                <a:cs typeface="Arial" pitchFamily="34" charset="0"/>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ko-KR" dirty="0"/>
              <a:t>Your Picture Here</a:t>
            </a:r>
            <a:endParaRPr lang="ko-KR" altLang="en-US" dirty="0"/>
          </a:p>
        </p:txBody>
      </p:sp>
      <p:sp>
        <p:nvSpPr>
          <p:cNvPr id="20" name="Picture Placeholder 19">
            <a:extLst>
              <a:ext uri="{FF2B5EF4-FFF2-40B4-BE49-F238E27FC236}">
                <a16:creationId xmlns:a16="http://schemas.microsoft.com/office/drawing/2014/main" id="{9228B4EE-0DCA-498B-BE6D-C126351A4694}"/>
              </a:ext>
            </a:extLst>
          </p:cNvPr>
          <p:cNvSpPr>
            <a:spLocks noGrp="1"/>
          </p:cNvSpPr>
          <p:nvPr userDrawn="1">
            <p:ph type="pic" idx="13" hasCustomPrompt="1"/>
          </p:nvPr>
        </p:nvSpPr>
        <p:spPr>
          <a:xfrm>
            <a:off x="12631123" y="2835800"/>
            <a:ext cx="4650812" cy="4650810"/>
          </a:xfrm>
          <a:custGeom>
            <a:avLst/>
            <a:gdLst>
              <a:gd name="connsiteX0" fmla="*/ 1550270 w 3100541"/>
              <a:gd name="connsiteY0" fmla="*/ 0 h 3100540"/>
              <a:gd name="connsiteX1" fmla="*/ 1677815 w 3100541"/>
              <a:gd name="connsiteY1" fmla="*/ 52831 h 3100540"/>
              <a:gd name="connsiteX2" fmla="*/ 3047710 w 3100541"/>
              <a:gd name="connsiteY2" fmla="*/ 1422726 h 3100540"/>
              <a:gd name="connsiteX3" fmla="*/ 3047710 w 3100541"/>
              <a:gd name="connsiteY3" fmla="*/ 1677816 h 3100540"/>
              <a:gd name="connsiteX4" fmla="*/ 1677817 w 3100541"/>
              <a:gd name="connsiteY4" fmla="*/ 3047710 h 3100540"/>
              <a:gd name="connsiteX5" fmla="*/ 1422727 w 3100541"/>
              <a:gd name="connsiteY5" fmla="*/ 3047710 h 3100540"/>
              <a:gd name="connsiteX6" fmla="*/ 52832 w 3100541"/>
              <a:gd name="connsiteY6" fmla="*/ 1677815 h 3100540"/>
              <a:gd name="connsiteX7" fmla="*/ 52832 w 3100541"/>
              <a:gd name="connsiteY7" fmla="*/ 1422724 h 3100540"/>
              <a:gd name="connsiteX8" fmla="*/ 1422725 w 3100541"/>
              <a:gd name="connsiteY8" fmla="*/ 52831 h 3100540"/>
              <a:gd name="connsiteX9" fmla="*/ 1550270 w 3100541"/>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1" h="3100540">
                <a:moveTo>
                  <a:pt x="1550270" y="0"/>
                </a:moveTo>
                <a:cubicBezTo>
                  <a:pt x="1596432" y="0"/>
                  <a:pt x="1642594" y="17610"/>
                  <a:pt x="1677815" y="52831"/>
                </a:cubicBezTo>
                <a:lnTo>
                  <a:pt x="3047710" y="1422726"/>
                </a:lnTo>
                <a:cubicBezTo>
                  <a:pt x="3118152" y="1493167"/>
                  <a:pt x="3118152" y="1607375"/>
                  <a:pt x="3047710" y="1677816"/>
                </a:cubicBezTo>
                <a:lnTo>
                  <a:pt x="1677817" y="3047710"/>
                </a:lnTo>
                <a:cubicBezTo>
                  <a:pt x="1607376" y="3118151"/>
                  <a:pt x="1493168" y="3118151"/>
                  <a:pt x="1422727" y="3047710"/>
                </a:cubicBezTo>
                <a:lnTo>
                  <a:pt x="52832" y="1677815"/>
                </a:lnTo>
                <a:cubicBezTo>
                  <a:pt x="-17610" y="1607373"/>
                  <a:pt x="-17610" y="1493166"/>
                  <a:pt x="52832" y="1422724"/>
                </a:cubicBezTo>
                <a:lnTo>
                  <a:pt x="1422725" y="52831"/>
                </a:lnTo>
                <a:cubicBezTo>
                  <a:pt x="1457946" y="17610"/>
                  <a:pt x="1504108" y="0"/>
                  <a:pt x="1550270" y="0"/>
                </a:cubicBezTo>
                <a:close/>
              </a:path>
            </a:pathLst>
          </a:custGeom>
          <a:solidFill>
            <a:schemeClr val="bg1">
              <a:lumMod val="95000"/>
            </a:schemeClr>
          </a:solidFill>
          <a:ln w="50800">
            <a:noFill/>
          </a:ln>
        </p:spPr>
        <p:txBody>
          <a:bodyPr wrap="square" anchor="ctr">
            <a:noAutofit/>
          </a:bodyPr>
          <a:lstStyle>
            <a:lvl1pPr marL="0" indent="0" algn="ctr">
              <a:buNone/>
              <a:defRPr sz="1800" baseline="0">
                <a:latin typeface="Arial" pitchFamily="34" charset="0"/>
                <a:cs typeface="Arial" pitchFamily="34" charset="0"/>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ko-KR" dirty="0"/>
              <a:t>Your Picture Here</a:t>
            </a:r>
            <a:endParaRPr lang="ko-KR" altLang="en-US" dirty="0"/>
          </a:p>
        </p:txBody>
      </p:sp>
    </p:spTree>
    <p:extLst>
      <p:ext uri="{BB962C8B-B14F-4D97-AF65-F5344CB8AC3E}">
        <p14:creationId xmlns:p14="http://schemas.microsoft.com/office/powerpoint/2010/main" val="19937075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43354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9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E91885E6-71E1-4B29-B5D5-E0A96B7D5D2B}"/>
              </a:ext>
            </a:extLst>
          </p:cNvPr>
          <p:cNvSpPr>
            <a:spLocks noGrp="1"/>
          </p:cNvSpPr>
          <p:nvPr>
            <p:ph type="pic" sz="quarter" idx="14" hasCustomPrompt="1"/>
          </p:nvPr>
        </p:nvSpPr>
        <p:spPr>
          <a:xfrm>
            <a:off x="0" y="-1"/>
            <a:ext cx="18288000" cy="5926349"/>
          </a:xfrm>
          <a:prstGeom prst="rect">
            <a:avLst/>
          </a:prstGeom>
          <a:solidFill>
            <a:schemeClr val="bg1">
              <a:lumMod val="95000"/>
            </a:schemeClr>
          </a:solidFill>
        </p:spPr>
        <p:txBody>
          <a:bodyPr anchor="ctr"/>
          <a:lstStyle>
            <a:lvl1pPr marL="0" indent="0" algn="ctr">
              <a:buNone/>
              <a:defRPr sz="1800">
                <a:solidFill>
                  <a:schemeClr val="tx1">
                    <a:lumMod val="75000"/>
                    <a:lumOff val="25000"/>
                  </a:schemeClr>
                </a:solidFill>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94782958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02936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ECAAF271-59E1-4FF8-861D-66BF0AB0C20C}"/>
              </a:ext>
            </a:extLst>
          </p:cNvPr>
          <p:cNvGrpSpPr/>
          <p:nvPr userDrawn="1"/>
        </p:nvGrpSpPr>
        <p:grpSpPr>
          <a:xfrm>
            <a:off x="1061860" y="2587247"/>
            <a:ext cx="4671119" cy="6301215"/>
            <a:chOff x="5745956" y="3501865"/>
            <a:chExt cx="2146216" cy="2895189"/>
          </a:xfrm>
        </p:grpSpPr>
        <p:sp>
          <p:nvSpPr>
            <p:cNvPr id="15" name="Freeform: Shape 14">
              <a:extLst>
                <a:ext uri="{FF2B5EF4-FFF2-40B4-BE49-F238E27FC236}">
                  <a16:creationId xmlns:a16="http://schemas.microsoft.com/office/drawing/2014/main" id="{6E4C438D-502C-4184-A640-9D416688BF31}"/>
                </a:ext>
              </a:extLst>
            </p:cNvPr>
            <p:cNvSpPr/>
            <p:nvPr/>
          </p:nvSpPr>
          <p:spPr>
            <a:xfrm>
              <a:off x="7498806" y="3501865"/>
              <a:ext cx="157347" cy="62939"/>
            </a:xfrm>
            <a:custGeom>
              <a:avLst/>
              <a:gdLst>
                <a:gd name="connsiteX0" fmla="*/ 45244 w 47625"/>
                <a:gd name="connsiteY0" fmla="*/ 13811 h 19050"/>
                <a:gd name="connsiteX1" fmla="*/ 45244 w 47625"/>
                <a:gd name="connsiteY1" fmla="*/ 13811 h 19050"/>
                <a:gd name="connsiteX2" fmla="*/ 38576 w 47625"/>
                <a:gd name="connsiteY2" fmla="*/ 20479 h 19050"/>
                <a:gd name="connsiteX3" fmla="*/ 13811 w 47625"/>
                <a:gd name="connsiteY3" fmla="*/ 20479 h 19050"/>
                <a:gd name="connsiteX4" fmla="*/ 7144 w 47625"/>
                <a:gd name="connsiteY4" fmla="*/ 13811 h 19050"/>
                <a:gd name="connsiteX5" fmla="*/ 7144 w 47625"/>
                <a:gd name="connsiteY5" fmla="*/ 13811 h 19050"/>
                <a:gd name="connsiteX6" fmla="*/ 13811 w 47625"/>
                <a:gd name="connsiteY6" fmla="*/ 7144 h 19050"/>
                <a:gd name="connsiteX7" fmla="*/ 38576 w 47625"/>
                <a:gd name="connsiteY7" fmla="*/ 7144 h 19050"/>
                <a:gd name="connsiteX8" fmla="*/ 45244 w 47625"/>
                <a:gd name="connsiteY8" fmla="*/ 13811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25" h="19050">
                  <a:moveTo>
                    <a:pt x="45244" y="13811"/>
                  </a:moveTo>
                  <a:lnTo>
                    <a:pt x="45244" y="13811"/>
                  </a:lnTo>
                  <a:cubicBezTo>
                    <a:pt x="45244" y="17621"/>
                    <a:pt x="42386" y="20479"/>
                    <a:pt x="38576" y="20479"/>
                  </a:cubicBezTo>
                  <a:lnTo>
                    <a:pt x="13811" y="20479"/>
                  </a:lnTo>
                  <a:cubicBezTo>
                    <a:pt x="10001" y="20479"/>
                    <a:pt x="7144" y="17621"/>
                    <a:pt x="7144" y="13811"/>
                  </a:cubicBezTo>
                  <a:lnTo>
                    <a:pt x="7144" y="13811"/>
                  </a:lnTo>
                  <a:cubicBezTo>
                    <a:pt x="7144" y="10001"/>
                    <a:pt x="10001" y="7144"/>
                    <a:pt x="13811" y="7144"/>
                  </a:cubicBezTo>
                  <a:lnTo>
                    <a:pt x="38576" y="7144"/>
                  </a:lnTo>
                  <a:cubicBezTo>
                    <a:pt x="42386" y="8096"/>
                    <a:pt x="45244" y="10954"/>
                    <a:pt x="45244" y="13811"/>
                  </a:cubicBezTo>
                  <a:close/>
                </a:path>
              </a:pathLst>
            </a:custGeom>
            <a:solidFill>
              <a:srgbClr val="808080"/>
            </a:solidFill>
            <a:ln w="9525" cap="flat">
              <a:noFill/>
              <a:prstDash val="solid"/>
              <a:miter/>
            </a:ln>
          </p:spPr>
          <p:txBody>
            <a:bodyPr rtlCol="0" anchor="ctr"/>
            <a:lstStyle/>
            <a:p>
              <a:endParaRPr lang="en-US" sz="2100"/>
            </a:p>
          </p:txBody>
        </p:sp>
        <p:sp>
          <p:nvSpPr>
            <p:cNvPr id="16" name="Freeform: Shape 15">
              <a:extLst>
                <a:ext uri="{FF2B5EF4-FFF2-40B4-BE49-F238E27FC236}">
                  <a16:creationId xmlns:a16="http://schemas.microsoft.com/office/drawing/2014/main" id="{04665005-6515-4CC9-86A2-F3269A2D2AEF}"/>
                </a:ext>
              </a:extLst>
            </p:cNvPr>
            <p:cNvSpPr/>
            <p:nvPr/>
          </p:nvSpPr>
          <p:spPr>
            <a:xfrm>
              <a:off x="7829233" y="3977052"/>
              <a:ext cx="62939" cy="157347"/>
            </a:xfrm>
            <a:custGeom>
              <a:avLst/>
              <a:gdLst>
                <a:gd name="connsiteX0" fmla="*/ 13811 w 19050"/>
                <a:gd name="connsiteY0" fmla="*/ 45244 h 47625"/>
                <a:gd name="connsiteX1" fmla="*/ 13811 w 19050"/>
                <a:gd name="connsiteY1" fmla="*/ 45244 h 47625"/>
                <a:gd name="connsiteX2" fmla="*/ 7144 w 19050"/>
                <a:gd name="connsiteY2" fmla="*/ 38576 h 47625"/>
                <a:gd name="connsiteX3" fmla="*/ 7144 w 19050"/>
                <a:gd name="connsiteY3" fmla="*/ 13811 h 47625"/>
                <a:gd name="connsiteX4" fmla="*/ 13811 w 19050"/>
                <a:gd name="connsiteY4" fmla="*/ 7144 h 47625"/>
                <a:gd name="connsiteX5" fmla="*/ 13811 w 19050"/>
                <a:gd name="connsiteY5" fmla="*/ 7144 h 47625"/>
                <a:gd name="connsiteX6" fmla="*/ 20479 w 19050"/>
                <a:gd name="connsiteY6" fmla="*/ 13811 h 47625"/>
                <a:gd name="connsiteX7" fmla="*/ 20479 w 19050"/>
                <a:gd name="connsiteY7" fmla="*/ 38576 h 47625"/>
                <a:gd name="connsiteX8" fmla="*/ 13811 w 19050"/>
                <a:gd name="connsiteY8" fmla="*/ 45244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47625">
                  <a:moveTo>
                    <a:pt x="13811" y="45244"/>
                  </a:moveTo>
                  <a:lnTo>
                    <a:pt x="13811" y="45244"/>
                  </a:lnTo>
                  <a:cubicBezTo>
                    <a:pt x="10001" y="45244"/>
                    <a:pt x="7144" y="42386"/>
                    <a:pt x="7144" y="38576"/>
                  </a:cubicBezTo>
                  <a:lnTo>
                    <a:pt x="7144" y="13811"/>
                  </a:lnTo>
                  <a:cubicBezTo>
                    <a:pt x="7144" y="10001"/>
                    <a:pt x="10001" y="7144"/>
                    <a:pt x="13811" y="7144"/>
                  </a:cubicBezTo>
                  <a:lnTo>
                    <a:pt x="13811" y="7144"/>
                  </a:lnTo>
                  <a:cubicBezTo>
                    <a:pt x="17621" y="7144"/>
                    <a:pt x="20479" y="10001"/>
                    <a:pt x="20479" y="13811"/>
                  </a:cubicBezTo>
                  <a:lnTo>
                    <a:pt x="20479" y="38576"/>
                  </a:lnTo>
                  <a:cubicBezTo>
                    <a:pt x="20479" y="42386"/>
                    <a:pt x="17621" y="45244"/>
                    <a:pt x="13811" y="45244"/>
                  </a:cubicBezTo>
                  <a:close/>
                </a:path>
              </a:pathLst>
            </a:custGeom>
            <a:solidFill>
              <a:srgbClr val="808080"/>
            </a:solidFill>
            <a:ln w="9525" cap="flat">
              <a:noFill/>
              <a:prstDash val="solid"/>
              <a:miter/>
            </a:ln>
          </p:spPr>
          <p:txBody>
            <a:bodyPr rtlCol="0" anchor="ctr"/>
            <a:lstStyle/>
            <a:p>
              <a:endParaRPr lang="en-US" sz="2100"/>
            </a:p>
          </p:txBody>
        </p:sp>
        <p:sp>
          <p:nvSpPr>
            <p:cNvPr id="17" name="Freeform: Shape 16">
              <a:extLst>
                <a:ext uri="{FF2B5EF4-FFF2-40B4-BE49-F238E27FC236}">
                  <a16:creationId xmlns:a16="http://schemas.microsoft.com/office/drawing/2014/main" id="{D094E96A-A335-49D6-9D89-A017242E6D52}"/>
                </a:ext>
              </a:extLst>
            </p:cNvPr>
            <p:cNvSpPr/>
            <p:nvPr/>
          </p:nvSpPr>
          <p:spPr>
            <a:xfrm>
              <a:off x="7829233" y="3838586"/>
              <a:ext cx="62939" cy="157347"/>
            </a:xfrm>
            <a:custGeom>
              <a:avLst/>
              <a:gdLst>
                <a:gd name="connsiteX0" fmla="*/ 13811 w 19050"/>
                <a:gd name="connsiteY0" fmla="*/ 45244 h 47625"/>
                <a:gd name="connsiteX1" fmla="*/ 13811 w 19050"/>
                <a:gd name="connsiteY1" fmla="*/ 45244 h 47625"/>
                <a:gd name="connsiteX2" fmla="*/ 7144 w 19050"/>
                <a:gd name="connsiteY2" fmla="*/ 38576 h 47625"/>
                <a:gd name="connsiteX3" fmla="*/ 7144 w 19050"/>
                <a:gd name="connsiteY3" fmla="*/ 13811 h 47625"/>
                <a:gd name="connsiteX4" fmla="*/ 13811 w 19050"/>
                <a:gd name="connsiteY4" fmla="*/ 7144 h 47625"/>
                <a:gd name="connsiteX5" fmla="*/ 13811 w 19050"/>
                <a:gd name="connsiteY5" fmla="*/ 7144 h 47625"/>
                <a:gd name="connsiteX6" fmla="*/ 20479 w 19050"/>
                <a:gd name="connsiteY6" fmla="*/ 13811 h 47625"/>
                <a:gd name="connsiteX7" fmla="*/ 20479 w 19050"/>
                <a:gd name="connsiteY7" fmla="*/ 38576 h 47625"/>
                <a:gd name="connsiteX8" fmla="*/ 13811 w 19050"/>
                <a:gd name="connsiteY8" fmla="*/ 45244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47625">
                  <a:moveTo>
                    <a:pt x="13811" y="45244"/>
                  </a:moveTo>
                  <a:lnTo>
                    <a:pt x="13811" y="45244"/>
                  </a:lnTo>
                  <a:cubicBezTo>
                    <a:pt x="10001" y="45244"/>
                    <a:pt x="7144" y="42386"/>
                    <a:pt x="7144" y="38576"/>
                  </a:cubicBezTo>
                  <a:lnTo>
                    <a:pt x="7144" y="13811"/>
                  </a:lnTo>
                  <a:cubicBezTo>
                    <a:pt x="7144" y="10001"/>
                    <a:pt x="10001" y="7144"/>
                    <a:pt x="13811" y="7144"/>
                  </a:cubicBezTo>
                  <a:lnTo>
                    <a:pt x="13811" y="7144"/>
                  </a:lnTo>
                  <a:cubicBezTo>
                    <a:pt x="17621" y="7144"/>
                    <a:pt x="20479" y="10001"/>
                    <a:pt x="20479" y="13811"/>
                  </a:cubicBezTo>
                  <a:lnTo>
                    <a:pt x="20479" y="38576"/>
                  </a:lnTo>
                  <a:cubicBezTo>
                    <a:pt x="20479" y="42386"/>
                    <a:pt x="17621" y="45244"/>
                    <a:pt x="13811" y="45244"/>
                  </a:cubicBezTo>
                  <a:close/>
                </a:path>
              </a:pathLst>
            </a:custGeom>
            <a:solidFill>
              <a:srgbClr val="808080"/>
            </a:solidFill>
            <a:ln w="9525" cap="flat">
              <a:noFill/>
              <a:prstDash val="solid"/>
              <a:miter/>
            </a:ln>
          </p:spPr>
          <p:txBody>
            <a:bodyPr rtlCol="0" anchor="ctr"/>
            <a:lstStyle/>
            <a:p>
              <a:endParaRPr lang="en-US" sz="2100"/>
            </a:p>
          </p:txBody>
        </p:sp>
        <p:sp>
          <p:nvSpPr>
            <p:cNvPr id="18" name="Freeform: Shape 17">
              <a:extLst>
                <a:ext uri="{FF2B5EF4-FFF2-40B4-BE49-F238E27FC236}">
                  <a16:creationId xmlns:a16="http://schemas.microsoft.com/office/drawing/2014/main" id="{7986E7C9-5140-49C6-8E1B-54058234FF96}"/>
                </a:ext>
              </a:extLst>
            </p:cNvPr>
            <p:cNvSpPr/>
            <p:nvPr/>
          </p:nvSpPr>
          <p:spPr>
            <a:xfrm>
              <a:off x="5745956" y="3523892"/>
              <a:ext cx="2139922" cy="2863720"/>
            </a:xfrm>
            <a:custGeom>
              <a:avLst/>
              <a:gdLst>
                <a:gd name="connsiteX0" fmla="*/ 611029 w 647700"/>
                <a:gd name="connsiteY0" fmla="*/ 7144 h 866775"/>
                <a:gd name="connsiteX1" fmla="*/ 40481 w 647700"/>
                <a:gd name="connsiteY1" fmla="*/ 7144 h 866775"/>
                <a:gd name="connsiteX2" fmla="*/ 7144 w 647700"/>
                <a:gd name="connsiteY2" fmla="*/ 41434 h 866775"/>
                <a:gd name="connsiteX3" fmla="*/ 7144 w 647700"/>
                <a:gd name="connsiteY3" fmla="*/ 831056 h 866775"/>
                <a:gd name="connsiteX4" fmla="*/ 40481 w 647700"/>
                <a:gd name="connsiteY4" fmla="*/ 865346 h 866775"/>
                <a:gd name="connsiteX5" fmla="*/ 611029 w 647700"/>
                <a:gd name="connsiteY5" fmla="*/ 865346 h 866775"/>
                <a:gd name="connsiteX6" fmla="*/ 644366 w 647700"/>
                <a:gd name="connsiteY6" fmla="*/ 831056 h 866775"/>
                <a:gd name="connsiteX7" fmla="*/ 644366 w 647700"/>
                <a:gd name="connsiteY7" fmla="*/ 41434 h 866775"/>
                <a:gd name="connsiteX8" fmla="*/ 611029 w 647700"/>
                <a:gd name="connsiteY8" fmla="*/ 7144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700" h="866775">
                  <a:moveTo>
                    <a:pt x="611029" y="7144"/>
                  </a:moveTo>
                  <a:lnTo>
                    <a:pt x="40481" y="7144"/>
                  </a:lnTo>
                  <a:cubicBezTo>
                    <a:pt x="22384" y="7144"/>
                    <a:pt x="7144" y="22384"/>
                    <a:pt x="7144" y="41434"/>
                  </a:cubicBezTo>
                  <a:lnTo>
                    <a:pt x="7144" y="831056"/>
                  </a:lnTo>
                  <a:cubicBezTo>
                    <a:pt x="7144" y="850106"/>
                    <a:pt x="22384" y="865346"/>
                    <a:pt x="40481" y="865346"/>
                  </a:cubicBezTo>
                  <a:lnTo>
                    <a:pt x="611029" y="865346"/>
                  </a:lnTo>
                  <a:cubicBezTo>
                    <a:pt x="629126" y="865346"/>
                    <a:pt x="644366" y="850106"/>
                    <a:pt x="644366" y="831056"/>
                  </a:cubicBezTo>
                  <a:lnTo>
                    <a:pt x="644366" y="41434"/>
                  </a:lnTo>
                  <a:cubicBezTo>
                    <a:pt x="644366" y="23336"/>
                    <a:pt x="629126" y="7144"/>
                    <a:pt x="611029" y="7144"/>
                  </a:cubicBezTo>
                  <a:close/>
                </a:path>
              </a:pathLst>
            </a:custGeom>
            <a:solidFill>
              <a:srgbClr val="808080"/>
            </a:solidFill>
            <a:ln w="9525" cap="flat">
              <a:noFill/>
              <a:prstDash val="solid"/>
              <a:miter/>
            </a:ln>
          </p:spPr>
          <p:txBody>
            <a:bodyPr rtlCol="0" anchor="ctr"/>
            <a:lstStyle/>
            <a:p>
              <a:endParaRPr lang="en-US" sz="2100"/>
            </a:p>
          </p:txBody>
        </p:sp>
        <p:sp>
          <p:nvSpPr>
            <p:cNvPr id="19" name="Freeform: Shape 18">
              <a:extLst>
                <a:ext uri="{FF2B5EF4-FFF2-40B4-BE49-F238E27FC236}">
                  <a16:creationId xmlns:a16="http://schemas.microsoft.com/office/drawing/2014/main" id="{04FE4203-6FE6-438F-AD63-0390034E13A3}"/>
                </a:ext>
              </a:extLst>
            </p:cNvPr>
            <p:cNvSpPr/>
            <p:nvPr/>
          </p:nvSpPr>
          <p:spPr>
            <a:xfrm>
              <a:off x="5755398" y="3533334"/>
              <a:ext cx="2108453" cy="2863720"/>
            </a:xfrm>
            <a:custGeom>
              <a:avLst/>
              <a:gdLst>
                <a:gd name="connsiteX0" fmla="*/ 605314 w 638175"/>
                <a:gd name="connsiteY0" fmla="*/ 7144 h 866775"/>
                <a:gd name="connsiteX1" fmla="*/ 40481 w 638175"/>
                <a:gd name="connsiteY1" fmla="*/ 7144 h 866775"/>
                <a:gd name="connsiteX2" fmla="*/ 7144 w 638175"/>
                <a:gd name="connsiteY2" fmla="*/ 41434 h 866775"/>
                <a:gd name="connsiteX3" fmla="*/ 7144 w 638175"/>
                <a:gd name="connsiteY3" fmla="*/ 826294 h 866775"/>
                <a:gd name="connsiteX4" fmla="*/ 40481 w 638175"/>
                <a:gd name="connsiteY4" fmla="*/ 860584 h 866775"/>
                <a:gd name="connsiteX5" fmla="*/ 604361 w 638175"/>
                <a:gd name="connsiteY5" fmla="*/ 860584 h 866775"/>
                <a:gd name="connsiteX6" fmla="*/ 637699 w 638175"/>
                <a:gd name="connsiteY6" fmla="*/ 826294 h 866775"/>
                <a:gd name="connsiteX7" fmla="*/ 637699 w 638175"/>
                <a:gd name="connsiteY7" fmla="*/ 41434 h 866775"/>
                <a:gd name="connsiteX8" fmla="*/ 605314 w 638175"/>
                <a:gd name="connsiteY8" fmla="*/ 7144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8175" h="866775">
                  <a:moveTo>
                    <a:pt x="605314" y="7144"/>
                  </a:moveTo>
                  <a:lnTo>
                    <a:pt x="40481" y="7144"/>
                  </a:lnTo>
                  <a:cubicBezTo>
                    <a:pt x="22384" y="7144"/>
                    <a:pt x="7144" y="22384"/>
                    <a:pt x="7144" y="41434"/>
                  </a:cubicBezTo>
                  <a:lnTo>
                    <a:pt x="7144" y="826294"/>
                  </a:lnTo>
                  <a:cubicBezTo>
                    <a:pt x="7144" y="845344"/>
                    <a:pt x="22384" y="860584"/>
                    <a:pt x="40481" y="860584"/>
                  </a:cubicBezTo>
                  <a:lnTo>
                    <a:pt x="604361" y="860584"/>
                  </a:lnTo>
                  <a:cubicBezTo>
                    <a:pt x="622459" y="860584"/>
                    <a:pt x="637699" y="845344"/>
                    <a:pt x="637699" y="826294"/>
                  </a:cubicBezTo>
                  <a:lnTo>
                    <a:pt x="637699" y="41434"/>
                  </a:lnTo>
                  <a:cubicBezTo>
                    <a:pt x="637699" y="22384"/>
                    <a:pt x="623411" y="7144"/>
                    <a:pt x="605314" y="7144"/>
                  </a:cubicBezTo>
                  <a:close/>
                </a:path>
              </a:pathLst>
            </a:custGeom>
            <a:solidFill>
              <a:srgbClr val="231F20"/>
            </a:solidFill>
            <a:ln w="9525" cap="flat">
              <a:noFill/>
              <a:prstDash val="solid"/>
              <a:miter/>
            </a:ln>
          </p:spPr>
          <p:txBody>
            <a:bodyPr rtlCol="0" anchor="ctr"/>
            <a:lstStyle/>
            <a:p>
              <a:endParaRPr lang="en-US" sz="2100"/>
            </a:p>
          </p:txBody>
        </p:sp>
        <p:sp>
          <p:nvSpPr>
            <p:cNvPr id="20" name="Freeform: Shape 19">
              <a:extLst>
                <a:ext uri="{FF2B5EF4-FFF2-40B4-BE49-F238E27FC236}">
                  <a16:creationId xmlns:a16="http://schemas.microsoft.com/office/drawing/2014/main" id="{2636E384-D851-434A-AB8A-FE09F43D7073}"/>
                </a:ext>
              </a:extLst>
            </p:cNvPr>
            <p:cNvSpPr/>
            <p:nvPr/>
          </p:nvSpPr>
          <p:spPr>
            <a:xfrm>
              <a:off x="5972536" y="3781941"/>
              <a:ext cx="1699350" cy="2360208"/>
            </a:xfrm>
            <a:custGeom>
              <a:avLst/>
              <a:gdLst>
                <a:gd name="connsiteX0" fmla="*/ 7144 w 514350"/>
                <a:gd name="connsiteY0" fmla="*/ 7144 h 714375"/>
                <a:gd name="connsiteX1" fmla="*/ 508159 w 514350"/>
                <a:gd name="connsiteY1" fmla="*/ 7144 h 714375"/>
                <a:gd name="connsiteX2" fmla="*/ 508159 w 514350"/>
                <a:gd name="connsiteY2" fmla="*/ 711041 h 714375"/>
                <a:gd name="connsiteX3" fmla="*/ 7144 w 514350"/>
                <a:gd name="connsiteY3" fmla="*/ 711041 h 714375"/>
              </a:gdLst>
              <a:ahLst/>
              <a:cxnLst>
                <a:cxn ang="0">
                  <a:pos x="connsiteX0" y="connsiteY0"/>
                </a:cxn>
                <a:cxn ang="0">
                  <a:pos x="connsiteX1" y="connsiteY1"/>
                </a:cxn>
                <a:cxn ang="0">
                  <a:pos x="connsiteX2" y="connsiteY2"/>
                </a:cxn>
                <a:cxn ang="0">
                  <a:pos x="connsiteX3" y="connsiteY3"/>
                </a:cxn>
              </a:cxnLst>
              <a:rect l="l" t="t" r="r" b="b"/>
              <a:pathLst>
                <a:path w="514350" h="714375">
                  <a:moveTo>
                    <a:pt x="7144" y="7144"/>
                  </a:moveTo>
                  <a:lnTo>
                    <a:pt x="508159" y="7144"/>
                  </a:lnTo>
                  <a:lnTo>
                    <a:pt x="508159" y="711041"/>
                  </a:lnTo>
                  <a:lnTo>
                    <a:pt x="7144" y="711041"/>
                  </a:lnTo>
                  <a:close/>
                </a:path>
              </a:pathLst>
            </a:custGeom>
            <a:solidFill>
              <a:srgbClr val="F2F2F2"/>
            </a:solidFill>
            <a:ln w="9525" cap="flat">
              <a:noFill/>
              <a:prstDash val="solid"/>
              <a:miter/>
            </a:ln>
          </p:spPr>
          <p:txBody>
            <a:bodyPr rtlCol="0" anchor="ctr"/>
            <a:lstStyle/>
            <a:p>
              <a:endParaRPr lang="en-US" sz="2100"/>
            </a:p>
          </p:txBody>
        </p:sp>
        <p:sp>
          <p:nvSpPr>
            <p:cNvPr id="21" name="Freeform: Shape 20">
              <a:extLst>
                <a:ext uri="{FF2B5EF4-FFF2-40B4-BE49-F238E27FC236}">
                  <a16:creationId xmlns:a16="http://schemas.microsoft.com/office/drawing/2014/main" id="{86103816-681F-4F21-A286-C8B21595F8DE}"/>
                </a:ext>
              </a:extLst>
            </p:cNvPr>
            <p:cNvSpPr/>
            <p:nvPr/>
          </p:nvSpPr>
          <p:spPr>
            <a:xfrm>
              <a:off x="6537278" y="3804313"/>
              <a:ext cx="1119116" cy="2330356"/>
            </a:xfrm>
            <a:custGeom>
              <a:avLst/>
              <a:gdLst>
                <a:gd name="connsiteX0" fmla="*/ 614149 w 1119116"/>
                <a:gd name="connsiteY0" fmla="*/ 0 h 2330356"/>
                <a:gd name="connsiteX1" fmla="*/ 1115704 w 1119116"/>
                <a:gd name="connsiteY1" fmla="*/ 6824 h 2330356"/>
                <a:gd name="connsiteX2" fmla="*/ 1119116 w 1119116"/>
                <a:gd name="connsiteY2" fmla="*/ 2330356 h 2330356"/>
                <a:gd name="connsiteX3" fmla="*/ 0 w 1119116"/>
                <a:gd name="connsiteY3" fmla="*/ 2330356 h 2330356"/>
                <a:gd name="connsiteX4" fmla="*/ 614149 w 1119116"/>
                <a:gd name="connsiteY4" fmla="*/ 0 h 2330356"/>
                <a:gd name="connsiteX0" fmla="*/ 614149 w 1119116"/>
                <a:gd name="connsiteY0" fmla="*/ 0 h 2330356"/>
                <a:gd name="connsiteX1" fmla="*/ 1115704 w 1119116"/>
                <a:gd name="connsiteY1" fmla="*/ 3412 h 2330356"/>
                <a:gd name="connsiteX2" fmla="*/ 1119116 w 1119116"/>
                <a:gd name="connsiteY2" fmla="*/ 2330356 h 2330356"/>
                <a:gd name="connsiteX3" fmla="*/ 0 w 1119116"/>
                <a:gd name="connsiteY3" fmla="*/ 2330356 h 2330356"/>
                <a:gd name="connsiteX4" fmla="*/ 614149 w 1119116"/>
                <a:gd name="connsiteY4" fmla="*/ 0 h 233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116" h="233035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10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sz="2100">
                <a:solidFill>
                  <a:schemeClr val="tx1"/>
                </a:solidFill>
              </a:endParaRPr>
            </a:p>
          </p:txBody>
        </p:sp>
        <p:grpSp>
          <p:nvGrpSpPr>
            <p:cNvPr id="22" name="Group 21">
              <a:extLst>
                <a:ext uri="{FF2B5EF4-FFF2-40B4-BE49-F238E27FC236}">
                  <a16:creationId xmlns:a16="http://schemas.microsoft.com/office/drawing/2014/main" id="{95FBA3E9-F56F-483D-AD9C-DDC05D08B8DB}"/>
                </a:ext>
              </a:extLst>
            </p:cNvPr>
            <p:cNvGrpSpPr/>
            <p:nvPr/>
          </p:nvGrpSpPr>
          <p:grpSpPr>
            <a:xfrm>
              <a:off x="6752948" y="6198983"/>
              <a:ext cx="113352" cy="113352"/>
              <a:chOff x="6768693" y="6038239"/>
              <a:chExt cx="147969" cy="147969"/>
            </a:xfrm>
          </p:grpSpPr>
          <p:sp>
            <p:nvSpPr>
              <p:cNvPr id="23" name="Oval 22">
                <a:extLst>
                  <a:ext uri="{FF2B5EF4-FFF2-40B4-BE49-F238E27FC236}">
                    <a16:creationId xmlns:a16="http://schemas.microsoft.com/office/drawing/2014/main" id="{A2F2F938-D2ED-47FE-8547-C4F10CA5D9CB}"/>
                  </a:ext>
                </a:extLst>
              </p:cNvPr>
              <p:cNvSpPr/>
              <p:nvPr/>
            </p:nvSpPr>
            <p:spPr>
              <a:xfrm>
                <a:off x="6768693" y="6038239"/>
                <a:ext cx="147969" cy="14796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a:p>
            </p:txBody>
          </p:sp>
          <p:sp>
            <p:nvSpPr>
              <p:cNvPr id="24" name="Oval 23">
                <a:extLst>
                  <a:ext uri="{FF2B5EF4-FFF2-40B4-BE49-F238E27FC236}">
                    <a16:creationId xmlns:a16="http://schemas.microsoft.com/office/drawing/2014/main" id="{C0192348-B627-4894-9224-7073FE72892E}"/>
                  </a:ext>
                </a:extLst>
              </p:cNvPr>
              <p:cNvSpPr/>
              <p:nvPr/>
            </p:nvSpPr>
            <p:spPr>
              <a:xfrm>
                <a:off x="6802088" y="6071634"/>
                <a:ext cx="81180" cy="8118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p>
            </p:txBody>
          </p:sp>
        </p:grpSp>
      </p:grpSp>
      <p:sp>
        <p:nvSpPr>
          <p:cNvPr id="25" name="그림 개체 틀 2">
            <a:extLst>
              <a:ext uri="{FF2B5EF4-FFF2-40B4-BE49-F238E27FC236}">
                <a16:creationId xmlns:a16="http://schemas.microsoft.com/office/drawing/2014/main" id="{C3D720D4-ECB3-4075-B591-AE539DCDA21F}"/>
              </a:ext>
            </a:extLst>
          </p:cNvPr>
          <p:cNvSpPr>
            <a:spLocks noGrp="1"/>
          </p:cNvSpPr>
          <p:nvPr>
            <p:ph type="pic" sz="quarter" idx="14" hasCustomPrompt="1"/>
          </p:nvPr>
        </p:nvSpPr>
        <p:spPr>
          <a:xfrm>
            <a:off x="1328989" y="3038472"/>
            <a:ext cx="4150556" cy="5319666"/>
          </a:xfrm>
          <a:prstGeom prst="rect">
            <a:avLst/>
          </a:prstGeom>
          <a:solidFill>
            <a:schemeClr val="bg1">
              <a:lumMod val="95000"/>
            </a:schemeClr>
          </a:solidFill>
        </p:spPr>
        <p:txBody>
          <a:bodyPr anchor="ctr"/>
          <a:lstStyle>
            <a:lvl1pPr marL="0" indent="0" algn="ctr">
              <a:buNone/>
              <a:defRPr sz="1800">
                <a:solidFill>
                  <a:schemeClr val="tx1">
                    <a:lumMod val="75000"/>
                    <a:lumOff val="25000"/>
                  </a:schemeClr>
                </a:solidFill>
              </a:defRPr>
            </a:lvl1pPr>
          </a:lstStyle>
          <a:p>
            <a:r>
              <a:rPr lang="en-US" altLang="ko-KR" dirty="0"/>
              <a:t>Place Your Picture Here</a:t>
            </a:r>
            <a:endParaRPr lang="ko-KR" altLang="en-US" dirty="0"/>
          </a:p>
        </p:txBody>
      </p:sp>
      <p:sp>
        <p:nvSpPr>
          <p:cNvPr id="26" name="Text Placeholder 9">
            <a:extLst>
              <a:ext uri="{FF2B5EF4-FFF2-40B4-BE49-F238E27FC236}">
                <a16:creationId xmlns:a16="http://schemas.microsoft.com/office/drawing/2014/main" id="{17C806DB-48AE-486A-9E8B-160DA86EFC32}"/>
              </a:ext>
            </a:extLst>
          </p:cNvPr>
          <p:cNvSpPr>
            <a:spLocks noGrp="1"/>
          </p:cNvSpPr>
          <p:nvPr>
            <p:ph type="body" sz="quarter" idx="10" hasCustomPrompt="1"/>
          </p:nvPr>
        </p:nvSpPr>
        <p:spPr>
          <a:xfrm>
            <a:off x="485294" y="509264"/>
            <a:ext cx="17359796" cy="1086371"/>
          </a:xfrm>
          <a:prstGeom prst="rect">
            <a:avLst/>
          </a:prstGeom>
        </p:spPr>
        <p:txBody>
          <a:bodyPr anchor="ctr"/>
          <a:lstStyle>
            <a:lvl1pPr marL="0" indent="0" algn="ctr">
              <a:buNone/>
              <a:defRPr sz="81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94456324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54793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20_Contents slide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50C2BD9-6214-4567-96BE-E813DFC881B3}"/>
              </a:ext>
            </a:extLst>
          </p:cNvPr>
          <p:cNvSpPr>
            <a:spLocks noGrp="1"/>
          </p:cNvSpPr>
          <p:nvPr>
            <p:ph type="pic" idx="14" hasCustomPrompt="1"/>
          </p:nvPr>
        </p:nvSpPr>
        <p:spPr>
          <a:xfrm>
            <a:off x="5669485" y="2757487"/>
            <a:ext cx="12618518" cy="6100766"/>
          </a:xfrm>
          <a:custGeom>
            <a:avLst/>
            <a:gdLst>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0 w 8412345"/>
              <a:gd name="connsiteY4" fmla="*/ 0 h 4067177"/>
              <a:gd name="connsiteX5" fmla="*/ 8412345 w 8412345"/>
              <a:gd name="connsiteY5" fmla="*/ 0 h 4067177"/>
              <a:gd name="connsiteX6" fmla="*/ 8412345 w 8412345"/>
              <a:gd name="connsiteY6" fmla="*/ 4067177 h 4067177"/>
              <a:gd name="connsiteX7" fmla="*/ 1452936 w 8412345"/>
              <a:gd name="connsiteY7" fmla="*/ 4067177 h 4067177"/>
              <a:gd name="connsiteX8" fmla="*/ 1340647 w 8412345"/>
              <a:gd name="connsiteY8" fmla="*/ 3752847 h 4067177"/>
              <a:gd name="connsiteX9" fmla="*/ 2028961 w 8412345"/>
              <a:gd name="connsiteY9" fmla="*/ 3752847 h 4067177"/>
              <a:gd name="connsiteX10" fmla="*/ 2028961 w 8412345"/>
              <a:gd name="connsiteY10" fmla="*/ 3524256 h 4067177"/>
              <a:gd name="connsiteX11" fmla="*/ 1258986 w 8412345"/>
              <a:gd name="connsiteY11" fmla="*/ 3524256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340647 w 8412345"/>
              <a:gd name="connsiteY9" fmla="*/ 3752847 h 4067177"/>
              <a:gd name="connsiteX10" fmla="*/ 2028961 w 8412345"/>
              <a:gd name="connsiteY10" fmla="*/ 3752847 h 4067177"/>
              <a:gd name="connsiteX11" fmla="*/ 1258986 w 8412345"/>
              <a:gd name="connsiteY11" fmla="*/ 3524256 h 4067177"/>
              <a:gd name="connsiteX12" fmla="*/ 0 w 8412345"/>
              <a:gd name="connsiteY12"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340647 w 8412345"/>
              <a:gd name="connsiteY9" fmla="*/ 3752847 h 4067177"/>
              <a:gd name="connsiteX10" fmla="*/ 1258986 w 8412345"/>
              <a:gd name="connsiteY10" fmla="*/ 3524256 h 4067177"/>
              <a:gd name="connsiteX11" fmla="*/ 0 w 8412345"/>
              <a:gd name="connsiteY11"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258986 w 8412345"/>
              <a:gd name="connsiteY9" fmla="*/ 3524256 h 4067177"/>
              <a:gd name="connsiteX10" fmla="*/ 0 w 8412345"/>
              <a:gd name="connsiteY10"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0 w 8412345"/>
              <a:gd name="connsiteY9" fmla="*/ 0 h 4067177"/>
              <a:gd name="connsiteX0" fmla="*/ 8412344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0 w 8412345"/>
              <a:gd name="connsiteY4" fmla="*/ 0 h 4067177"/>
              <a:gd name="connsiteX5" fmla="*/ 8412345 w 8412345"/>
              <a:gd name="connsiteY5" fmla="*/ 0 h 4067177"/>
              <a:gd name="connsiteX6" fmla="*/ 8412345 w 8412345"/>
              <a:gd name="connsiteY6" fmla="*/ 4067177 h 4067177"/>
              <a:gd name="connsiteX7" fmla="*/ 1452936 w 8412345"/>
              <a:gd name="connsiteY7" fmla="*/ 4067177 h 4067177"/>
              <a:gd name="connsiteX8" fmla="*/ 0 w 8412345"/>
              <a:gd name="connsiteY8" fmla="*/ 0 h 4067177"/>
              <a:gd name="connsiteX0" fmla="*/ 8412344 w 8412345"/>
              <a:gd name="connsiteY0" fmla="*/ 3524256 h 4067177"/>
              <a:gd name="connsiteX1" fmla="*/ 8412344 w 8412345"/>
              <a:gd name="connsiteY1" fmla="*/ 3752847 h 4067177"/>
              <a:gd name="connsiteX2" fmla="*/ 8412344 w 8412345"/>
              <a:gd name="connsiteY2" fmla="*/ 3524256 h 4067177"/>
              <a:gd name="connsiteX3" fmla="*/ 0 w 8412345"/>
              <a:gd name="connsiteY3" fmla="*/ 0 h 4067177"/>
              <a:gd name="connsiteX4" fmla="*/ 8412345 w 8412345"/>
              <a:gd name="connsiteY4" fmla="*/ 0 h 4067177"/>
              <a:gd name="connsiteX5" fmla="*/ 8412345 w 8412345"/>
              <a:gd name="connsiteY5" fmla="*/ 4067177 h 4067177"/>
              <a:gd name="connsiteX6" fmla="*/ 1452936 w 8412345"/>
              <a:gd name="connsiteY6" fmla="*/ 4067177 h 4067177"/>
              <a:gd name="connsiteX7" fmla="*/ 0 w 8412345"/>
              <a:gd name="connsiteY7" fmla="*/ 0 h 4067177"/>
              <a:gd name="connsiteX0" fmla="*/ 0 w 8412345"/>
              <a:gd name="connsiteY0" fmla="*/ 0 h 4067177"/>
              <a:gd name="connsiteX1" fmla="*/ 8412345 w 8412345"/>
              <a:gd name="connsiteY1" fmla="*/ 0 h 4067177"/>
              <a:gd name="connsiteX2" fmla="*/ 8412345 w 8412345"/>
              <a:gd name="connsiteY2" fmla="*/ 4067177 h 4067177"/>
              <a:gd name="connsiteX3" fmla="*/ 1452936 w 8412345"/>
              <a:gd name="connsiteY3" fmla="*/ 4067177 h 4067177"/>
              <a:gd name="connsiteX4" fmla="*/ 0 w 8412345"/>
              <a:gd name="connsiteY4" fmla="*/ 0 h 40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2345" h="4067177">
                <a:moveTo>
                  <a:pt x="0" y="0"/>
                </a:moveTo>
                <a:lnTo>
                  <a:pt x="8412345" y="0"/>
                </a:lnTo>
                <a:lnTo>
                  <a:pt x="8412345" y="4067177"/>
                </a:lnTo>
                <a:lnTo>
                  <a:pt x="1452936" y="4067177"/>
                </a:lnTo>
                <a:lnTo>
                  <a:pt x="0" y="0"/>
                </a:lnTo>
                <a:close/>
              </a:path>
            </a:pathLst>
          </a:custGeom>
          <a:solidFill>
            <a:schemeClr val="bg1">
              <a:lumMod val="95000"/>
            </a:schemeClr>
          </a:solidFill>
        </p:spPr>
        <p:txBody>
          <a:bodyPr wrap="square" anchor="ctr">
            <a:noAutofit/>
          </a:bodyPr>
          <a:lstStyle>
            <a:lvl1pPr marL="0" indent="0" algn="ctr">
              <a:buNone/>
              <a:defRPr sz="2700">
                <a:latin typeface="+mn-lt"/>
                <a:cs typeface="Arial" pitchFamily="34" charset="0"/>
              </a:defRPr>
            </a:lvl1pPr>
            <a:lvl2pPr marL="685835" indent="0">
              <a:buNone/>
              <a:defRPr sz="4200"/>
            </a:lvl2pPr>
            <a:lvl3pPr marL="1371669" indent="0">
              <a:buNone/>
              <a:defRPr sz="3600"/>
            </a:lvl3pPr>
            <a:lvl4pPr marL="2057504" indent="0">
              <a:buNone/>
              <a:defRPr sz="3000"/>
            </a:lvl4pPr>
            <a:lvl5pPr marL="2743337" indent="0">
              <a:buNone/>
              <a:defRPr sz="3000"/>
            </a:lvl5pPr>
            <a:lvl6pPr marL="3429171" indent="0">
              <a:buNone/>
              <a:defRPr sz="3000"/>
            </a:lvl6pPr>
            <a:lvl7pPr marL="4115006" indent="0">
              <a:buNone/>
              <a:defRPr sz="3000"/>
            </a:lvl7pPr>
            <a:lvl8pPr marL="4800840" indent="0">
              <a:buNone/>
              <a:defRPr sz="3000"/>
            </a:lvl8pPr>
            <a:lvl9pPr marL="5486675" indent="0">
              <a:buNone/>
              <a:defRPr sz="3000"/>
            </a:lvl9pPr>
          </a:lstStyle>
          <a:p>
            <a:r>
              <a:rPr lang="en-US" altLang="ko-KR" dirty="0"/>
              <a:t>Your Picture Here And Send To Back </a:t>
            </a:r>
            <a:endParaRPr lang="ko-KR" altLang="en-US" dirty="0"/>
          </a:p>
        </p:txBody>
      </p:sp>
      <p:sp>
        <p:nvSpPr>
          <p:cNvPr id="3" name="Picture Placeholder 33">
            <a:extLst>
              <a:ext uri="{FF2B5EF4-FFF2-40B4-BE49-F238E27FC236}">
                <a16:creationId xmlns:a16="http://schemas.microsoft.com/office/drawing/2014/main" id="{98249CAB-AC39-4CCE-919B-8382181E4BB3}"/>
              </a:ext>
            </a:extLst>
          </p:cNvPr>
          <p:cNvSpPr>
            <a:spLocks noGrp="1"/>
          </p:cNvSpPr>
          <p:nvPr>
            <p:ph type="pic" idx="15" hasCustomPrompt="1"/>
          </p:nvPr>
        </p:nvSpPr>
        <p:spPr>
          <a:xfrm>
            <a:off x="0" y="1928813"/>
            <a:ext cx="6648372" cy="6100766"/>
          </a:xfrm>
          <a:custGeom>
            <a:avLst/>
            <a:gdLst>
              <a:gd name="connsiteX0" fmla="*/ 0 w 4432248"/>
              <a:gd name="connsiteY0" fmla="*/ 0 h 4067177"/>
              <a:gd name="connsiteX1" fmla="*/ 571500 w 4432248"/>
              <a:gd name="connsiteY1" fmla="*/ 0 h 4067177"/>
              <a:gd name="connsiteX2" fmla="*/ 904875 w 4432248"/>
              <a:gd name="connsiteY2" fmla="*/ 0 h 4067177"/>
              <a:gd name="connsiteX3" fmla="*/ 2979312 w 4432248"/>
              <a:gd name="connsiteY3" fmla="*/ 0 h 4067177"/>
              <a:gd name="connsiteX4" fmla="*/ 4432248 w 4432248"/>
              <a:gd name="connsiteY4" fmla="*/ 4067177 h 4067177"/>
              <a:gd name="connsiteX5" fmla="*/ 571500 w 4432248"/>
              <a:gd name="connsiteY5" fmla="*/ 4067177 h 4067177"/>
              <a:gd name="connsiteX6" fmla="*/ 571500 w 4432248"/>
              <a:gd name="connsiteY6" fmla="*/ 4067175 h 4067177"/>
              <a:gd name="connsiteX7" fmla="*/ 0 w 4432248"/>
              <a:gd name="connsiteY7" fmla="*/ 4067175 h 4067177"/>
              <a:gd name="connsiteX0" fmla="*/ 0 w 4432248"/>
              <a:gd name="connsiteY0" fmla="*/ 0 h 4067177"/>
              <a:gd name="connsiteX1" fmla="*/ 571500 w 4432248"/>
              <a:gd name="connsiteY1" fmla="*/ 0 h 4067177"/>
              <a:gd name="connsiteX2" fmla="*/ 2979312 w 4432248"/>
              <a:gd name="connsiteY2" fmla="*/ 0 h 4067177"/>
              <a:gd name="connsiteX3" fmla="*/ 4432248 w 4432248"/>
              <a:gd name="connsiteY3" fmla="*/ 4067177 h 4067177"/>
              <a:gd name="connsiteX4" fmla="*/ 571500 w 4432248"/>
              <a:gd name="connsiteY4" fmla="*/ 4067177 h 4067177"/>
              <a:gd name="connsiteX5" fmla="*/ 571500 w 4432248"/>
              <a:gd name="connsiteY5" fmla="*/ 4067175 h 4067177"/>
              <a:gd name="connsiteX6" fmla="*/ 0 w 4432248"/>
              <a:gd name="connsiteY6" fmla="*/ 4067175 h 4067177"/>
              <a:gd name="connsiteX7" fmla="*/ 0 w 4432248"/>
              <a:gd name="connsiteY7" fmla="*/ 0 h 4067177"/>
              <a:gd name="connsiteX0" fmla="*/ 0 w 4432248"/>
              <a:gd name="connsiteY0" fmla="*/ 0 h 4067177"/>
              <a:gd name="connsiteX1" fmla="*/ 2979312 w 4432248"/>
              <a:gd name="connsiteY1" fmla="*/ 0 h 4067177"/>
              <a:gd name="connsiteX2" fmla="*/ 4432248 w 4432248"/>
              <a:gd name="connsiteY2" fmla="*/ 4067177 h 4067177"/>
              <a:gd name="connsiteX3" fmla="*/ 571500 w 4432248"/>
              <a:gd name="connsiteY3" fmla="*/ 4067177 h 4067177"/>
              <a:gd name="connsiteX4" fmla="*/ 571500 w 4432248"/>
              <a:gd name="connsiteY4" fmla="*/ 4067175 h 4067177"/>
              <a:gd name="connsiteX5" fmla="*/ 0 w 4432248"/>
              <a:gd name="connsiteY5" fmla="*/ 4067175 h 4067177"/>
              <a:gd name="connsiteX6" fmla="*/ 0 w 4432248"/>
              <a:gd name="connsiteY6" fmla="*/ 0 h 4067177"/>
              <a:gd name="connsiteX0" fmla="*/ 0 w 4432248"/>
              <a:gd name="connsiteY0" fmla="*/ 0 h 4067177"/>
              <a:gd name="connsiteX1" fmla="*/ 2979312 w 4432248"/>
              <a:gd name="connsiteY1" fmla="*/ 0 h 4067177"/>
              <a:gd name="connsiteX2" fmla="*/ 4432248 w 4432248"/>
              <a:gd name="connsiteY2" fmla="*/ 4067177 h 4067177"/>
              <a:gd name="connsiteX3" fmla="*/ 571500 w 4432248"/>
              <a:gd name="connsiteY3" fmla="*/ 4067177 h 4067177"/>
              <a:gd name="connsiteX4" fmla="*/ 0 w 4432248"/>
              <a:gd name="connsiteY4" fmla="*/ 4067175 h 4067177"/>
              <a:gd name="connsiteX5" fmla="*/ 0 w 4432248"/>
              <a:gd name="connsiteY5" fmla="*/ 0 h 4067177"/>
              <a:gd name="connsiteX0" fmla="*/ 0 w 4432248"/>
              <a:gd name="connsiteY0" fmla="*/ 0 h 4067177"/>
              <a:gd name="connsiteX1" fmla="*/ 2979312 w 4432248"/>
              <a:gd name="connsiteY1" fmla="*/ 0 h 4067177"/>
              <a:gd name="connsiteX2" fmla="*/ 4432248 w 4432248"/>
              <a:gd name="connsiteY2" fmla="*/ 4067177 h 4067177"/>
              <a:gd name="connsiteX3" fmla="*/ 0 w 4432248"/>
              <a:gd name="connsiteY3" fmla="*/ 4067175 h 4067177"/>
              <a:gd name="connsiteX4" fmla="*/ 0 w 4432248"/>
              <a:gd name="connsiteY4" fmla="*/ 0 h 40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2248" h="4067177">
                <a:moveTo>
                  <a:pt x="0" y="0"/>
                </a:moveTo>
                <a:lnTo>
                  <a:pt x="2979312" y="0"/>
                </a:lnTo>
                <a:lnTo>
                  <a:pt x="4432248" y="4067177"/>
                </a:lnTo>
                <a:lnTo>
                  <a:pt x="0" y="4067175"/>
                </a:lnTo>
                <a:lnTo>
                  <a:pt x="0" y="0"/>
                </a:lnTo>
                <a:close/>
              </a:path>
            </a:pathLst>
          </a:custGeom>
          <a:solidFill>
            <a:schemeClr val="bg1">
              <a:lumMod val="95000"/>
            </a:schemeClr>
          </a:solidFill>
        </p:spPr>
        <p:txBody>
          <a:bodyPr wrap="square" anchor="ctr">
            <a:noAutofit/>
          </a:bodyPr>
          <a:lstStyle>
            <a:lvl1pPr marL="0" indent="0" algn="ctr">
              <a:buNone/>
              <a:defRPr sz="2700">
                <a:latin typeface="+mn-lt"/>
                <a:cs typeface="Arial" pitchFamily="34" charset="0"/>
              </a:defRPr>
            </a:lvl1pPr>
            <a:lvl2pPr marL="685835" indent="0">
              <a:buNone/>
              <a:defRPr sz="4200"/>
            </a:lvl2pPr>
            <a:lvl3pPr marL="1371669" indent="0">
              <a:buNone/>
              <a:defRPr sz="3600"/>
            </a:lvl3pPr>
            <a:lvl4pPr marL="2057504" indent="0">
              <a:buNone/>
              <a:defRPr sz="3000"/>
            </a:lvl4pPr>
            <a:lvl5pPr marL="2743337" indent="0">
              <a:buNone/>
              <a:defRPr sz="3000"/>
            </a:lvl5pPr>
            <a:lvl6pPr marL="3429171" indent="0">
              <a:buNone/>
              <a:defRPr sz="3000"/>
            </a:lvl6pPr>
            <a:lvl7pPr marL="4115006" indent="0">
              <a:buNone/>
              <a:defRPr sz="3000"/>
            </a:lvl7pPr>
            <a:lvl8pPr marL="4800840" indent="0">
              <a:buNone/>
              <a:defRPr sz="3000"/>
            </a:lvl8pPr>
            <a:lvl9pPr marL="5486675" indent="0">
              <a:buNone/>
              <a:defRPr sz="3000"/>
            </a:lvl9pPr>
          </a:lstStyle>
          <a:p>
            <a:r>
              <a:rPr lang="en-US" altLang="ko-KR" dirty="0"/>
              <a:t>Your Picture Here </a:t>
            </a:r>
            <a:endParaRPr lang="ko-KR" altLang="en-US" dirty="0"/>
          </a:p>
        </p:txBody>
      </p:sp>
    </p:spTree>
    <p:extLst>
      <p:ext uri="{BB962C8B-B14F-4D97-AF65-F5344CB8AC3E}">
        <p14:creationId xmlns:p14="http://schemas.microsoft.com/office/powerpoint/2010/main" val="310842757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947838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19343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485294" y="498724"/>
            <a:ext cx="17359796" cy="1086371"/>
          </a:xfrm>
          <a:prstGeom prst="rect">
            <a:avLst/>
          </a:prstGeom>
        </p:spPr>
        <p:txBody>
          <a:bodyPr anchor="ctr"/>
          <a:lstStyle>
            <a:lvl1pPr marL="0" indent="0" algn="ctr">
              <a:buNone/>
              <a:defRPr sz="81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102964742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485294" y="185217"/>
            <a:ext cx="17359796" cy="1086371"/>
          </a:xfrm>
          <a:prstGeom prst="rect">
            <a:avLst/>
          </a:prstGeom>
        </p:spPr>
        <p:txBody>
          <a:bodyPr anchor="ctr"/>
          <a:lstStyle>
            <a:lvl1pPr marL="0" indent="0" algn="ctr">
              <a:buNone/>
              <a:defRPr sz="81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531016" y="1697387"/>
            <a:ext cx="5341151" cy="8103842"/>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7"/>
          </a:p>
        </p:txBody>
      </p:sp>
      <p:sp>
        <p:nvSpPr>
          <p:cNvPr id="4" name="Rounded Rectangle 3"/>
          <p:cNvSpPr/>
          <p:nvPr userDrawn="1"/>
        </p:nvSpPr>
        <p:spPr>
          <a:xfrm>
            <a:off x="797900" y="2021250"/>
            <a:ext cx="230802" cy="75228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7">
              <a:solidFill>
                <a:schemeClr val="bg1"/>
              </a:solidFill>
            </a:endParaRPr>
          </a:p>
        </p:txBody>
      </p:sp>
      <p:sp>
        <p:nvSpPr>
          <p:cNvPr id="5" name="Half Frame 4"/>
          <p:cNvSpPr/>
          <p:nvPr userDrawn="1"/>
        </p:nvSpPr>
        <p:spPr>
          <a:xfrm rot="5400000">
            <a:off x="4585766" y="1914980"/>
            <a:ext cx="1028774" cy="1027722"/>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7">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1067556" y="2478906"/>
            <a:ext cx="3348372" cy="738664"/>
          </a:xfrm>
          <a:prstGeom prst="rect">
            <a:avLst/>
          </a:prstGeom>
          <a:noFill/>
        </p:spPr>
        <p:txBody>
          <a:bodyPr wrap="square" rtlCol="0" anchor="ctr">
            <a:spAutoFit/>
          </a:bodyPr>
          <a:lstStyle/>
          <a:p>
            <a:r>
              <a:rPr lang="en-US" altLang="ko-KR" sz="2100" b="1" dirty="0">
                <a:solidFill>
                  <a:schemeClr val="bg1"/>
                </a:solidFill>
                <a:latin typeface="Arial" pitchFamily="34" charset="0"/>
                <a:cs typeface="Arial" pitchFamily="34" charset="0"/>
              </a:rPr>
              <a:t>You can Resize without losing quality</a:t>
            </a:r>
            <a:endParaRPr lang="ko-KR" altLang="en-US" sz="21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1067556" y="3214280"/>
            <a:ext cx="3348372" cy="1061829"/>
          </a:xfrm>
          <a:prstGeom prst="rect">
            <a:avLst/>
          </a:prstGeom>
          <a:noFill/>
        </p:spPr>
        <p:txBody>
          <a:bodyPr wrap="square" rtlCol="0" anchor="ctr">
            <a:spAutoFit/>
          </a:bodyPr>
          <a:lstStyle/>
          <a:p>
            <a:r>
              <a:rPr lang="en-US" altLang="ko-KR" sz="2100" b="1" dirty="0">
                <a:solidFill>
                  <a:schemeClr val="bg1"/>
                </a:solidFill>
                <a:latin typeface="Arial" pitchFamily="34" charset="0"/>
                <a:cs typeface="Arial" pitchFamily="34" charset="0"/>
              </a:rPr>
              <a:t>You can Change Fill Color &amp;</a:t>
            </a:r>
          </a:p>
          <a:p>
            <a:r>
              <a:rPr lang="en-US" altLang="ko-KR" sz="2100" b="1" dirty="0">
                <a:solidFill>
                  <a:schemeClr val="bg1"/>
                </a:solidFill>
                <a:latin typeface="Arial" pitchFamily="34" charset="0"/>
                <a:cs typeface="Arial" pitchFamily="34" charset="0"/>
              </a:rPr>
              <a:t>Line Color</a:t>
            </a:r>
            <a:endParaRPr lang="ko-KR" altLang="en-US" sz="21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1081844" y="8735741"/>
            <a:ext cx="3348000" cy="415498"/>
          </a:xfrm>
          <a:prstGeom prst="rect">
            <a:avLst/>
          </a:prstGeom>
          <a:noFill/>
        </p:spPr>
        <p:txBody>
          <a:bodyPr wrap="square" rtlCol="0" anchor="ctr">
            <a:spAutoFit/>
          </a:bodyPr>
          <a:lstStyle/>
          <a:p>
            <a:r>
              <a:rPr lang="en-US" altLang="ko-KR" sz="2100" dirty="0">
                <a:solidFill>
                  <a:schemeClr val="bg1"/>
                </a:solidFill>
                <a:latin typeface="Arial" pitchFamily="34" charset="0"/>
                <a:cs typeface="Arial" pitchFamily="34" charset="0"/>
              </a:rPr>
              <a:t>www.allppt.com</a:t>
            </a:r>
            <a:endParaRPr lang="ko-KR" altLang="en-US" sz="21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1081844" y="6698570"/>
            <a:ext cx="4075944" cy="2031325"/>
          </a:xfrm>
          <a:prstGeom prst="rect">
            <a:avLst/>
          </a:prstGeom>
          <a:noFill/>
        </p:spPr>
        <p:txBody>
          <a:bodyPr wrap="square" rtlCol="0" anchor="ctr">
            <a:spAutoFit/>
          </a:bodyPr>
          <a:lstStyle/>
          <a:p>
            <a:r>
              <a:rPr lang="en-US" altLang="ko-KR" sz="4200" b="1" dirty="0">
                <a:solidFill>
                  <a:schemeClr val="bg1"/>
                </a:solidFill>
                <a:latin typeface="+mn-lt"/>
                <a:ea typeface="+mn-ea"/>
                <a:cs typeface="Arial" pitchFamily="34" charset="0"/>
              </a:rPr>
              <a:t>FREE </a:t>
            </a:r>
          </a:p>
          <a:p>
            <a:r>
              <a:rPr lang="en-US" altLang="ko-KR" sz="42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099176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768233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5597407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575544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545618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098993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4863899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041818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0032334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5844532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241866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12397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6" Type="http://schemas.openxmlformats.org/officeDocument/2006/relationships/theme" Target="../theme/theme3.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3" Type="http://schemas.openxmlformats.org/officeDocument/2006/relationships/slideLayout" Target="../slideLayouts/slideLayout46.xml"/><Relationship Id="rId21" Type="http://schemas.openxmlformats.org/officeDocument/2006/relationships/theme" Target="../theme/theme4.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5.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pic>
        <p:nvPicPr>
          <p:cNvPr id="15" name="Google Shape;15;p38"/>
          <p:cNvPicPr preferRelativeResize="0"/>
          <p:nvPr/>
        </p:nvPicPr>
        <p:blipFill rotWithShape="1">
          <a:blip r:embed="rId16">
            <a:alphaModFix/>
          </a:blip>
          <a:srcRect/>
          <a:stretch/>
        </p:blipFill>
        <p:spPr>
          <a:xfrm>
            <a:off x="15925800" y="274638"/>
            <a:ext cx="1981200" cy="66077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175109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Lst>
  <p:hf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775686174"/>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0.xml"/><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36.png"/></Relationships>
</file>

<file path=ppt/slides/_rels/slide1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9.png"/><Relationship Id="rId7"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0.png"/><Relationship Id="rId9"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42.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46.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193754" y="-102870"/>
            <a:ext cx="18481754" cy="10600180"/>
            <a:chOff x="0" y="0"/>
            <a:chExt cx="2645296" cy="1642245"/>
          </a:xfrm>
        </p:grpSpPr>
        <p:sp>
          <p:nvSpPr>
            <p:cNvPr id="4" name="Freeform 4"/>
            <p:cNvSpPr/>
            <p:nvPr/>
          </p:nvSpPr>
          <p:spPr>
            <a:xfrm>
              <a:off x="0" y="0"/>
              <a:ext cx="2645296" cy="1642245"/>
            </a:xfrm>
            <a:custGeom>
              <a:avLst/>
              <a:gdLst/>
              <a:ahLst/>
              <a:cxnLst/>
              <a:rect l="l" t="t" r="r" b="b"/>
              <a:pathLst>
                <a:path w="2645296" h="1642245">
                  <a:moveTo>
                    <a:pt x="0" y="0"/>
                  </a:moveTo>
                  <a:lnTo>
                    <a:pt x="2645296" y="0"/>
                  </a:lnTo>
                  <a:lnTo>
                    <a:pt x="2645296" y="1642245"/>
                  </a:lnTo>
                  <a:lnTo>
                    <a:pt x="0" y="1642245"/>
                  </a:lnTo>
                  <a:close/>
                </a:path>
              </a:pathLst>
            </a:custGeom>
            <a:blipFill>
              <a:blip r:embed="rId3"/>
              <a:stretch>
                <a:fillRect t="-57385" b="-57385"/>
              </a:stretch>
            </a:blipFill>
          </p:spPr>
        </p:sp>
      </p:grpSp>
      <p:sp>
        <p:nvSpPr>
          <p:cNvPr id="11" name="Google Shape;277;p1">
            <a:extLst>
              <a:ext uri="{FF2B5EF4-FFF2-40B4-BE49-F238E27FC236}">
                <a16:creationId xmlns:a16="http://schemas.microsoft.com/office/drawing/2014/main" id="{4C09910A-00E6-3FC6-1581-3E27C142BB3F}"/>
              </a:ext>
            </a:extLst>
          </p:cNvPr>
          <p:cNvSpPr txBox="1"/>
          <p:nvPr/>
        </p:nvSpPr>
        <p:spPr>
          <a:xfrm>
            <a:off x="6249223" y="5928643"/>
            <a:ext cx="11055366" cy="3239328"/>
          </a:xfrm>
          <a:prstGeom prst="rect">
            <a:avLst/>
          </a:prstGeom>
          <a:noFill/>
          <a:ln>
            <a:noFill/>
          </a:ln>
        </p:spPr>
        <p:txBody>
          <a:bodyPr spcFirstLastPara="1" wrap="square" lIns="0" tIns="7600" rIns="0" bIns="0" anchor="t" anchorCtr="0">
            <a:spAutoFit/>
          </a:bodyPr>
          <a:lstStyle/>
          <a:p>
            <a:pPr marL="12700" marR="5080" lvl="0" indent="0" algn="r" rtl="0">
              <a:lnSpc>
                <a:spcPct val="100400"/>
              </a:lnSpc>
              <a:spcBef>
                <a:spcPts val="0"/>
              </a:spcBef>
              <a:spcAft>
                <a:spcPts val="0"/>
              </a:spcAft>
              <a:buNone/>
            </a:pPr>
            <a:r>
              <a:rPr lang="en-GB" sz="10500" b="1" i="0" u="none" strike="noStrike" cap="none" dirty="0">
                <a:solidFill>
                  <a:schemeClr val="bg1"/>
                </a:solidFill>
                <a:latin typeface="Federo"/>
                <a:ea typeface="Federo"/>
                <a:cs typeface="Federo"/>
                <a:sym typeface="Federo"/>
              </a:rPr>
              <a:t>Do &amp; don’t </a:t>
            </a:r>
          </a:p>
          <a:p>
            <a:pPr marL="12700" marR="5080" lvl="0" indent="0" algn="r" rtl="0">
              <a:lnSpc>
                <a:spcPct val="100400"/>
              </a:lnSpc>
              <a:spcBef>
                <a:spcPts val="0"/>
              </a:spcBef>
              <a:spcAft>
                <a:spcPts val="0"/>
              </a:spcAft>
              <a:buNone/>
            </a:pPr>
            <a:r>
              <a:rPr lang="en-GB" sz="10500" b="1" i="0" u="none" strike="noStrike" cap="none" dirty="0" err="1">
                <a:solidFill>
                  <a:schemeClr val="bg1"/>
                </a:solidFill>
                <a:latin typeface="Federo"/>
                <a:ea typeface="Federo"/>
                <a:cs typeface="Federo"/>
                <a:sym typeface="Federo"/>
              </a:rPr>
              <a:t>Budaya</a:t>
            </a:r>
            <a:r>
              <a:rPr lang="en-GB" sz="10500" b="1" dirty="0">
                <a:solidFill>
                  <a:schemeClr val="bg1"/>
                </a:solidFill>
                <a:latin typeface="Federo"/>
                <a:ea typeface="Federo"/>
                <a:cs typeface="Federo"/>
                <a:sym typeface="Federo"/>
              </a:rPr>
              <a:t> </a:t>
            </a:r>
            <a:r>
              <a:rPr lang="en-GB" sz="10500" b="1" i="0" u="none" strike="noStrike" cap="none" dirty="0">
                <a:solidFill>
                  <a:schemeClr val="bg1"/>
                </a:solidFill>
                <a:latin typeface="Federo"/>
                <a:ea typeface="Federo"/>
                <a:cs typeface="Federo"/>
                <a:sym typeface="Federo"/>
              </a:rPr>
              <a:t>Perusahaan</a:t>
            </a:r>
            <a:endParaRPr sz="10500" b="1" i="0" u="none" strike="noStrike" cap="none" dirty="0">
              <a:solidFill>
                <a:schemeClr val="bg1"/>
              </a:solidFill>
              <a:latin typeface="Federo"/>
              <a:ea typeface="Federo"/>
              <a:cs typeface="Federo"/>
              <a:sym typeface="Federo"/>
            </a:endParaRPr>
          </a:p>
        </p:txBody>
      </p:sp>
      <p:pic>
        <p:nvPicPr>
          <p:cNvPr id="13" name="Picture 12">
            <a:extLst>
              <a:ext uri="{FF2B5EF4-FFF2-40B4-BE49-F238E27FC236}">
                <a16:creationId xmlns:a16="http://schemas.microsoft.com/office/drawing/2014/main" id="{894D9E93-95EC-BE4F-DEEF-C4CCC9C33AD5}"/>
              </a:ext>
            </a:extLst>
          </p:cNvPr>
          <p:cNvPicPr>
            <a:picLocks noChangeAspect="1"/>
          </p:cNvPicPr>
          <p:nvPr/>
        </p:nvPicPr>
        <p:blipFill>
          <a:blip r:embed="rId4"/>
          <a:stretch>
            <a:fillRect/>
          </a:stretch>
        </p:blipFill>
        <p:spPr>
          <a:xfrm>
            <a:off x="15113480" y="214823"/>
            <a:ext cx="2794957" cy="15721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
          <p:cNvSpPr txBox="1"/>
          <p:nvPr/>
        </p:nvSpPr>
        <p:spPr>
          <a:xfrm>
            <a:off x="1066800" y="1181100"/>
            <a:ext cx="10134600" cy="2816733"/>
          </a:xfrm>
          <a:prstGeom prst="rect">
            <a:avLst/>
          </a:prstGeom>
          <a:noFill/>
          <a:ln>
            <a:noFill/>
          </a:ln>
        </p:spPr>
        <p:txBody>
          <a:bodyPr spcFirstLastPara="1" wrap="square" lIns="0" tIns="0" rIns="0" bIns="0" anchor="t" anchorCtr="0">
            <a:spAutoFit/>
          </a:bodyPr>
          <a:lstStyle/>
          <a:p>
            <a:pPr marL="12700" marR="5080" lvl="0" indent="0" algn="just" rtl="0">
              <a:lnSpc>
                <a:spcPct val="104000"/>
              </a:lnSpc>
              <a:spcBef>
                <a:spcPts val="0"/>
              </a:spcBef>
              <a:spcAft>
                <a:spcPts val="0"/>
              </a:spcAft>
              <a:buNone/>
            </a:pPr>
            <a:r>
              <a:rPr lang="en-GB" sz="4800" b="1" i="0" dirty="0" err="1">
                <a:solidFill>
                  <a:schemeClr val="dk1"/>
                </a:solidFill>
                <a:latin typeface="Calibri"/>
                <a:ea typeface="Calibri"/>
                <a:cs typeface="Calibri"/>
                <a:sym typeface="Calibri"/>
              </a:rPr>
              <a:t>Budaya</a:t>
            </a:r>
            <a:r>
              <a:rPr lang="en-GB" sz="4800" b="1" i="0" dirty="0">
                <a:solidFill>
                  <a:schemeClr val="dk1"/>
                </a:solidFill>
                <a:latin typeface="Calibri"/>
                <a:ea typeface="Calibri"/>
                <a:cs typeface="Calibri"/>
                <a:sym typeface="Calibri"/>
              </a:rPr>
              <a:t> Perusahaan </a:t>
            </a:r>
            <a:r>
              <a:rPr lang="en-GB" sz="3200" b="0" i="0" dirty="0" err="1">
                <a:solidFill>
                  <a:schemeClr val="dk1"/>
                </a:solidFill>
                <a:latin typeface="Calibri"/>
                <a:ea typeface="Calibri"/>
                <a:cs typeface="Calibri"/>
                <a:sym typeface="Calibri"/>
              </a:rPr>
              <a:t>adalah</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budaya</a:t>
            </a:r>
            <a:r>
              <a:rPr lang="en-GB" sz="3200" b="0" i="0" dirty="0">
                <a:solidFill>
                  <a:schemeClr val="dk1"/>
                </a:solidFill>
                <a:latin typeface="Calibri"/>
                <a:ea typeface="Calibri"/>
                <a:cs typeface="Calibri"/>
                <a:sym typeface="Calibri"/>
              </a:rPr>
              <a:t> yang </a:t>
            </a:r>
            <a:r>
              <a:rPr lang="en-GB" sz="3200" b="0" i="0" dirty="0" err="1">
                <a:solidFill>
                  <a:schemeClr val="dk1"/>
                </a:solidFill>
                <a:latin typeface="Calibri"/>
                <a:ea typeface="Calibri"/>
                <a:cs typeface="Calibri"/>
                <a:sym typeface="Calibri"/>
              </a:rPr>
              <a:t>dibangun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atas</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dasar</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nilai-nilai</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norma</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dengan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harapan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untuk</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mengarahkan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karyawan</a:t>
            </a:r>
            <a:r>
              <a:rPr lang="en-GB" sz="3200" b="0" i="0" dirty="0">
                <a:solidFill>
                  <a:schemeClr val="dk1"/>
                </a:solidFill>
                <a:latin typeface="Calibri"/>
                <a:ea typeface="Calibri"/>
                <a:cs typeface="Calibri"/>
                <a:sym typeface="Calibri"/>
              </a:rPr>
              <a:t> agar </a:t>
            </a:r>
            <a:r>
              <a:rPr lang="en-GB" sz="3200" b="0" i="0" dirty="0" err="1">
                <a:solidFill>
                  <a:schemeClr val="dk1"/>
                </a:solidFill>
                <a:latin typeface="Calibri"/>
                <a:ea typeface="Calibri"/>
                <a:cs typeface="Calibri"/>
                <a:sym typeface="Calibri"/>
              </a:rPr>
              <a:t>berperilaku</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dengan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cara-cara</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tertentu</a:t>
            </a:r>
            <a:r>
              <a:rPr lang="en-GB" sz="3200" b="0" i="0" dirty="0">
                <a:solidFill>
                  <a:schemeClr val="dk1"/>
                </a:solidFill>
                <a:latin typeface="Calibri"/>
                <a:ea typeface="Calibri"/>
                <a:cs typeface="Calibri"/>
                <a:sym typeface="Calibri"/>
              </a:rPr>
              <a:t>, yang </a:t>
            </a:r>
            <a:r>
              <a:rPr lang="en-GB" sz="3200" b="0" i="0" dirty="0" err="1">
                <a:solidFill>
                  <a:schemeClr val="dk1"/>
                </a:solidFill>
                <a:latin typeface="Calibri"/>
                <a:ea typeface="Calibri"/>
                <a:cs typeface="Calibri"/>
                <a:sym typeface="Calibri"/>
              </a:rPr>
              <a:t>pada</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akhirnya</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akan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memperkuat</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dan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mempertajam</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perusahaan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dalam</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mencapai</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visinya</a:t>
            </a:r>
            <a:endParaRPr sz="3200" b="0" i="0" dirty="0">
              <a:solidFill>
                <a:schemeClr val="dk1"/>
              </a:solidFill>
              <a:latin typeface="Calibri"/>
              <a:ea typeface="Calibri"/>
              <a:cs typeface="Calibri"/>
              <a:sym typeface="Calibri"/>
            </a:endParaRPr>
          </a:p>
        </p:txBody>
      </p:sp>
      <p:sp>
        <p:nvSpPr>
          <p:cNvPr id="311" name="Google Shape;311;p3"/>
          <p:cNvSpPr txBox="1"/>
          <p:nvPr/>
        </p:nvSpPr>
        <p:spPr>
          <a:xfrm>
            <a:off x="1066800" y="5067300"/>
            <a:ext cx="10134600" cy="3718454"/>
          </a:xfrm>
          <a:prstGeom prst="rect">
            <a:avLst/>
          </a:prstGeom>
          <a:noFill/>
          <a:ln>
            <a:noFill/>
          </a:ln>
        </p:spPr>
        <p:txBody>
          <a:bodyPr spcFirstLastPara="1" wrap="square" lIns="0" tIns="0" rIns="0" bIns="0" anchor="t" anchorCtr="0">
            <a:spAutoFit/>
          </a:bodyPr>
          <a:lstStyle/>
          <a:p>
            <a:pPr marL="12700" marR="5080" lvl="0" indent="0" algn="just" rtl="0">
              <a:lnSpc>
                <a:spcPct val="104000"/>
              </a:lnSpc>
              <a:spcBef>
                <a:spcPts val="0"/>
              </a:spcBef>
              <a:spcAft>
                <a:spcPts val="0"/>
              </a:spcAft>
              <a:buNone/>
            </a:pPr>
            <a:r>
              <a:rPr lang="en-GB" sz="4800" b="1" i="0" dirty="0" err="1">
                <a:solidFill>
                  <a:schemeClr val="dk1"/>
                </a:solidFill>
                <a:latin typeface="Calibri"/>
                <a:ea typeface="Calibri"/>
                <a:cs typeface="Calibri"/>
                <a:sym typeface="Calibri"/>
              </a:rPr>
              <a:t>Apa</a:t>
            </a:r>
            <a:r>
              <a:rPr lang="en-GB" sz="4800" b="1" i="0" dirty="0">
                <a:solidFill>
                  <a:schemeClr val="dk1"/>
                </a:solidFill>
                <a:latin typeface="Calibri"/>
                <a:ea typeface="Calibri"/>
                <a:cs typeface="Calibri"/>
                <a:sym typeface="Calibri"/>
              </a:rPr>
              <a:t> </a:t>
            </a:r>
            <a:r>
              <a:rPr lang="en-GB" sz="4800" b="1" i="0" dirty="0" err="1">
                <a:solidFill>
                  <a:schemeClr val="dk1"/>
                </a:solidFill>
                <a:latin typeface="Calibri"/>
                <a:ea typeface="Calibri"/>
                <a:cs typeface="Calibri"/>
                <a:sym typeface="Calibri"/>
              </a:rPr>
              <a:t>itu</a:t>
            </a:r>
            <a:r>
              <a:rPr lang="en-GB" sz="4800" b="1" i="0" dirty="0">
                <a:solidFill>
                  <a:schemeClr val="dk1"/>
                </a:solidFill>
                <a:latin typeface="Calibri"/>
                <a:ea typeface="Calibri"/>
                <a:cs typeface="Calibri"/>
                <a:sym typeface="Calibri"/>
              </a:rPr>
              <a:t> </a:t>
            </a:r>
            <a:r>
              <a:rPr lang="en-GB" sz="4800" b="1" i="0" dirty="0" err="1">
                <a:solidFill>
                  <a:schemeClr val="dk1"/>
                </a:solidFill>
                <a:latin typeface="Calibri"/>
                <a:ea typeface="Calibri"/>
                <a:cs typeface="Calibri"/>
                <a:sym typeface="Calibri"/>
              </a:rPr>
              <a:t>penentuan</a:t>
            </a:r>
            <a:r>
              <a:rPr lang="en-GB" sz="4800" b="1" i="0" dirty="0">
                <a:solidFill>
                  <a:schemeClr val="dk1"/>
                </a:solidFill>
                <a:latin typeface="Calibri"/>
                <a:ea typeface="Calibri"/>
                <a:cs typeface="Calibri"/>
                <a:sym typeface="Calibri"/>
              </a:rPr>
              <a:t> </a:t>
            </a:r>
            <a:r>
              <a:rPr lang="en-GB" sz="4800" b="1" i="1" dirty="0">
                <a:solidFill>
                  <a:schemeClr val="dk1"/>
                </a:solidFill>
                <a:latin typeface="Calibri"/>
                <a:ea typeface="Calibri"/>
                <a:cs typeface="Calibri"/>
                <a:sym typeface="Calibri"/>
              </a:rPr>
              <a:t>Corporate Value?</a:t>
            </a:r>
            <a:endParaRPr sz="4800" b="0" i="1" dirty="0">
              <a:solidFill>
                <a:schemeClr val="dk1"/>
              </a:solidFill>
              <a:latin typeface="Calibri"/>
              <a:ea typeface="Calibri"/>
              <a:cs typeface="Calibri"/>
              <a:sym typeface="Calibri"/>
            </a:endParaRPr>
          </a:p>
          <a:p>
            <a:pPr marL="12700" marR="5080" lvl="0" indent="0" algn="l" rtl="0">
              <a:lnSpc>
                <a:spcPct val="96700"/>
              </a:lnSpc>
              <a:spcBef>
                <a:spcPts val="265"/>
              </a:spcBef>
              <a:spcAft>
                <a:spcPts val="0"/>
              </a:spcAft>
              <a:buNone/>
            </a:pPr>
            <a:r>
              <a:rPr lang="en-GB" sz="4800" b="1" i="0" dirty="0" err="1">
                <a:solidFill>
                  <a:schemeClr val="dk1"/>
                </a:solidFill>
                <a:latin typeface="Calibri"/>
                <a:ea typeface="Calibri"/>
                <a:cs typeface="Calibri"/>
                <a:sym typeface="Calibri"/>
              </a:rPr>
              <a:t>Nilai-nilai</a:t>
            </a:r>
            <a:r>
              <a:rPr lang="en-GB" sz="4800" b="1" i="0" dirty="0">
                <a:solidFill>
                  <a:schemeClr val="dk1"/>
                </a:solidFill>
                <a:latin typeface="Calibri"/>
                <a:ea typeface="Calibri"/>
                <a:cs typeface="Calibri"/>
                <a:sym typeface="Calibri"/>
              </a:rPr>
              <a:t> </a:t>
            </a:r>
            <a:r>
              <a:rPr lang="en-GB" sz="3200" b="0" i="0" dirty="0">
                <a:solidFill>
                  <a:schemeClr val="dk1"/>
                </a:solidFill>
                <a:latin typeface="Calibri"/>
                <a:ea typeface="Calibri"/>
                <a:cs typeface="Calibri"/>
                <a:sym typeface="Calibri"/>
              </a:rPr>
              <a:t>yang </a:t>
            </a:r>
            <a:r>
              <a:rPr lang="en-GB" sz="3200" b="0" i="0" dirty="0" err="1">
                <a:solidFill>
                  <a:schemeClr val="dk1"/>
                </a:solidFill>
                <a:latin typeface="Calibri"/>
                <a:ea typeface="Calibri"/>
                <a:cs typeface="Calibri"/>
                <a:sym typeface="Calibri"/>
              </a:rPr>
              <a:t>dipilih</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dan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diputuskan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perusahaan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sebagai</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landasan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dan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koridor</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gerak</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semua</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elemen</a:t>
            </a:r>
            <a:endParaRPr sz="3200" b="0" i="0" dirty="0">
              <a:solidFill>
                <a:schemeClr val="dk1"/>
              </a:solidFill>
              <a:latin typeface="Calibri"/>
              <a:ea typeface="Calibri"/>
              <a:cs typeface="Calibri"/>
              <a:sym typeface="Calibri"/>
            </a:endParaRPr>
          </a:p>
          <a:p>
            <a:pPr marL="12700" marR="1184910" lvl="0" indent="0" algn="l" rtl="0">
              <a:lnSpc>
                <a:spcPct val="105593"/>
              </a:lnSpc>
              <a:spcBef>
                <a:spcPts val="60"/>
              </a:spcBef>
              <a:spcAft>
                <a:spcPts val="0"/>
              </a:spcAft>
              <a:buNone/>
            </a:pPr>
            <a:r>
              <a:rPr lang="en-GB" sz="3200" b="0" i="0" dirty="0" err="1">
                <a:solidFill>
                  <a:schemeClr val="dk1"/>
                </a:solidFill>
                <a:latin typeface="Calibri"/>
                <a:ea typeface="Calibri"/>
                <a:cs typeface="Calibri"/>
                <a:sym typeface="Calibri"/>
              </a:rPr>
              <a:t>perusahaan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dalam</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menjalankan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roda</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bisnis</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perusahaan</a:t>
            </a:r>
            <a:r>
              <a:rPr lang="en-GB" sz="3200" b="0" i="0" dirty="0">
                <a:solidFill>
                  <a:schemeClr val="dk1"/>
                </a:solidFill>
                <a:latin typeface="Calibri"/>
                <a:ea typeface="Calibri"/>
                <a:cs typeface="Calibri"/>
                <a:sym typeface="Calibri"/>
              </a:rPr>
              <a:t>.</a:t>
            </a:r>
            <a:endParaRPr dirty="0"/>
          </a:p>
          <a:p>
            <a:pPr marL="12700" marR="5080" lvl="0" indent="0" algn="just" rtl="0">
              <a:lnSpc>
                <a:spcPct val="104000"/>
              </a:lnSpc>
              <a:spcBef>
                <a:spcPts val="2470"/>
              </a:spcBef>
              <a:spcAft>
                <a:spcPts val="0"/>
              </a:spcAft>
              <a:buNone/>
            </a:pPr>
            <a:endParaRPr sz="3200" b="1" i="0" dirty="0">
              <a:solidFill>
                <a:schemeClr val="dk1"/>
              </a:solidFill>
              <a:latin typeface="Calibri"/>
              <a:ea typeface="Calibri"/>
              <a:cs typeface="Calibri"/>
              <a:sym typeface="Calibri"/>
            </a:endParaRPr>
          </a:p>
        </p:txBody>
      </p:sp>
      <p:pic>
        <p:nvPicPr>
          <p:cNvPr id="312" name="Google Shape;312;p3" descr="1,561+ Values Images | Free Download"/>
          <p:cNvPicPr preferRelativeResize="0"/>
          <p:nvPr/>
        </p:nvPicPr>
        <p:blipFill rotWithShape="1">
          <a:blip r:embed="rId3">
            <a:alphaModFix/>
          </a:blip>
          <a:srcRect/>
          <a:stretch/>
        </p:blipFill>
        <p:spPr>
          <a:xfrm>
            <a:off x="12039600" y="2171700"/>
            <a:ext cx="5282754" cy="5282756"/>
          </a:xfrm>
          <a:prstGeom prst="rect">
            <a:avLst/>
          </a:prstGeom>
          <a:noFill/>
          <a:ln>
            <a:noFill/>
          </a:ln>
        </p:spPr>
      </p:pic>
      <p:grpSp>
        <p:nvGrpSpPr>
          <p:cNvPr id="313" name="Google Shape;313;p3"/>
          <p:cNvGrpSpPr/>
          <p:nvPr/>
        </p:nvGrpSpPr>
        <p:grpSpPr>
          <a:xfrm>
            <a:off x="-1057617" y="9639300"/>
            <a:ext cx="20499486" cy="1524000"/>
            <a:chOff x="-762000" y="8773026"/>
            <a:chExt cx="20499486" cy="1524000"/>
          </a:xfrm>
        </p:grpSpPr>
        <p:grpSp>
          <p:nvGrpSpPr>
            <p:cNvPr id="314" name="Google Shape;314;p3"/>
            <p:cNvGrpSpPr/>
            <p:nvPr/>
          </p:nvGrpSpPr>
          <p:grpSpPr>
            <a:xfrm>
              <a:off x="-762000" y="8773026"/>
              <a:ext cx="10287000" cy="1524000"/>
              <a:chOff x="-107950" y="7504113"/>
              <a:chExt cx="18395950" cy="2782887"/>
            </a:xfrm>
          </p:grpSpPr>
          <p:sp>
            <p:nvSpPr>
              <p:cNvPr id="315" name="Google Shape;315;p3"/>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6" name="Google Shape;316;p3"/>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17" name="Google Shape;317;p3"/>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318" name="Google Shape;318;p3"/>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319" name="Google Shape;319;p3"/>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320" name="Google Shape;320;p3"/>
            <p:cNvGrpSpPr/>
            <p:nvPr/>
          </p:nvGrpSpPr>
          <p:grpSpPr>
            <a:xfrm>
              <a:off x="9450486" y="8773026"/>
              <a:ext cx="10287000" cy="1524000"/>
              <a:chOff x="-107950" y="7504113"/>
              <a:chExt cx="18395950" cy="2782887"/>
            </a:xfrm>
          </p:grpSpPr>
          <p:sp>
            <p:nvSpPr>
              <p:cNvPr id="321" name="Google Shape;321;p3"/>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2" name="Google Shape;322;p3"/>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23" name="Google Shape;323;p3"/>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324" name="Google Shape;324;p3"/>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325" name="Google Shape;325;p3"/>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
          <p:cNvSpPr txBox="1"/>
          <p:nvPr/>
        </p:nvSpPr>
        <p:spPr>
          <a:xfrm>
            <a:off x="6826799" y="2413865"/>
            <a:ext cx="10134600" cy="4654095"/>
          </a:xfrm>
          <a:prstGeom prst="rect">
            <a:avLst/>
          </a:prstGeom>
          <a:noFill/>
          <a:ln>
            <a:noFill/>
          </a:ln>
        </p:spPr>
        <p:txBody>
          <a:bodyPr spcFirstLastPara="1" wrap="square" lIns="0" tIns="0" rIns="0" bIns="0" anchor="t" anchorCtr="0">
            <a:spAutoFit/>
          </a:bodyPr>
          <a:lstStyle/>
          <a:p>
            <a:pPr marL="12700" marR="5080" lvl="0" indent="0" algn="just" rtl="0">
              <a:lnSpc>
                <a:spcPct val="104000"/>
              </a:lnSpc>
              <a:spcBef>
                <a:spcPts val="0"/>
              </a:spcBef>
              <a:spcAft>
                <a:spcPts val="0"/>
              </a:spcAft>
              <a:buNone/>
            </a:pPr>
            <a:r>
              <a:rPr lang="en-GB" sz="4800" b="1" i="0">
                <a:solidFill>
                  <a:schemeClr val="dk1"/>
                </a:solidFill>
                <a:latin typeface="Calibri"/>
                <a:ea typeface="Calibri"/>
                <a:cs typeface="Calibri"/>
                <a:sym typeface="Calibri"/>
              </a:rPr>
              <a:t>Value </a:t>
            </a:r>
            <a:r>
              <a:rPr lang="en-GB" sz="3200" b="0" i="0">
                <a:solidFill>
                  <a:srgbClr val="000000"/>
                </a:solidFill>
                <a:latin typeface="Calibri"/>
                <a:ea typeface="Calibri"/>
                <a:cs typeface="Calibri"/>
                <a:sym typeface="Calibri"/>
              </a:rPr>
              <a:t>yang sudah terbentuk dalam diri SDM akan menjadi pola perilaku  yang  ditunjukan dan membentuk sebuah budaya di dalam perusahaan. </a:t>
            </a:r>
            <a:endParaRPr sz="3200" b="0" i="0">
              <a:solidFill>
                <a:srgbClr val="000000"/>
              </a:solidFill>
              <a:latin typeface="Calibri"/>
              <a:ea typeface="Calibri"/>
              <a:cs typeface="Calibri"/>
              <a:sym typeface="Calibri"/>
            </a:endParaRPr>
          </a:p>
          <a:p>
            <a:pPr marL="12700" marR="5080" lvl="0" indent="0" algn="just" rtl="0">
              <a:lnSpc>
                <a:spcPct val="104000"/>
              </a:lnSpc>
              <a:spcBef>
                <a:spcPts val="2470"/>
              </a:spcBef>
              <a:spcAft>
                <a:spcPts val="0"/>
              </a:spcAft>
              <a:buNone/>
            </a:pPr>
            <a:r>
              <a:rPr lang="en-GB" sz="3200" b="0" i="0">
                <a:solidFill>
                  <a:srgbClr val="000000"/>
                </a:solidFill>
                <a:latin typeface="Calibri"/>
                <a:ea typeface="Calibri"/>
                <a:cs typeface="Calibri"/>
                <a:sym typeface="Calibri"/>
              </a:rPr>
              <a:t>Budaya yang sudah  terbentuk ini akan menjadi sebuah </a:t>
            </a:r>
            <a:r>
              <a:rPr lang="en-GB" sz="3200" b="1" i="0">
                <a:solidFill>
                  <a:srgbClr val="000000"/>
                </a:solidFill>
                <a:latin typeface="Calibri"/>
                <a:ea typeface="Calibri"/>
                <a:cs typeface="Calibri"/>
                <a:sym typeface="Calibri"/>
              </a:rPr>
              <a:t>“image” </a:t>
            </a:r>
            <a:r>
              <a:rPr lang="en-GB" sz="3200" b="0" i="0">
                <a:solidFill>
                  <a:srgbClr val="000000"/>
                </a:solidFill>
                <a:latin typeface="Calibri"/>
                <a:ea typeface="Calibri"/>
                <a:cs typeface="Calibri"/>
                <a:sym typeface="Calibri"/>
              </a:rPr>
              <a:t>dari NSS sehingga budaya yang dilakukan  menjadi sebuah </a:t>
            </a:r>
            <a:r>
              <a:rPr lang="en-GB" sz="3200" b="1" i="0">
                <a:solidFill>
                  <a:srgbClr val="000000"/>
                </a:solidFill>
                <a:latin typeface="Calibri"/>
                <a:ea typeface="Calibri"/>
                <a:cs typeface="Calibri"/>
                <a:sym typeface="Calibri"/>
              </a:rPr>
              <a:t>“Corporate Branding” </a:t>
            </a:r>
            <a:r>
              <a:rPr lang="en-GB" sz="3200" b="0" i="0">
                <a:solidFill>
                  <a:srgbClr val="000000"/>
                </a:solidFill>
                <a:latin typeface="Calibri"/>
                <a:ea typeface="Calibri"/>
                <a:cs typeface="Calibri"/>
                <a:sym typeface="Calibri"/>
              </a:rPr>
              <a:t>terhadap pihak eksternal perusahaan NSS dan  juga menjadi “image” di internal NSS dan terciptalah </a:t>
            </a:r>
            <a:r>
              <a:rPr lang="en-GB" sz="3200" b="1" i="0">
                <a:solidFill>
                  <a:srgbClr val="000000"/>
                </a:solidFill>
                <a:latin typeface="Calibri"/>
                <a:ea typeface="Calibri"/>
                <a:cs typeface="Calibri"/>
                <a:sym typeface="Calibri"/>
              </a:rPr>
              <a:t>“agent of change” </a:t>
            </a:r>
            <a:r>
              <a:rPr lang="en-GB" sz="3200" b="0" i="0">
                <a:solidFill>
                  <a:srgbClr val="000000"/>
                </a:solidFill>
                <a:latin typeface="Calibri"/>
                <a:ea typeface="Calibri"/>
                <a:cs typeface="Calibri"/>
                <a:sym typeface="Calibri"/>
              </a:rPr>
              <a:t>perusahaan.</a:t>
            </a:r>
            <a:endParaRPr sz="3200" b="0" i="0">
              <a:solidFill>
                <a:schemeClr val="dk1"/>
              </a:solidFill>
              <a:latin typeface="Calibri"/>
              <a:ea typeface="Calibri"/>
              <a:cs typeface="Calibri"/>
              <a:sym typeface="Calibri"/>
            </a:endParaRPr>
          </a:p>
        </p:txBody>
      </p:sp>
      <p:pic>
        <p:nvPicPr>
          <p:cNvPr id="331" name="Google Shape;331;p4" descr="Employee Vector PNG, Free Employees, Employee of the month, Best employee  Vector Images | Pngtree"/>
          <p:cNvPicPr preferRelativeResize="0"/>
          <p:nvPr/>
        </p:nvPicPr>
        <p:blipFill rotWithShape="1">
          <a:blip r:embed="rId3">
            <a:alphaModFix/>
          </a:blip>
          <a:srcRect/>
          <a:stretch/>
        </p:blipFill>
        <p:spPr>
          <a:xfrm>
            <a:off x="591590" y="1896572"/>
            <a:ext cx="5387701" cy="5387703"/>
          </a:xfrm>
          <a:prstGeom prst="rect">
            <a:avLst/>
          </a:prstGeom>
          <a:noFill/>
          <a:ln>
            <a:noFill/>
          </a:ln>
        </p:spPr>
      </p:pic>
      <p:grpSp>
        <p:nvGrpSpPr>
          <p:cNvPr id="332" name="Google Shape;332;p4"/>
          <p:cNvGrpSpPr/>
          <p:nvPr/>
        </p:nvGrpSpPr>
        <p:grpSpPr>
          <a:xfrm>
            <a:off x="-1057617" y="9639300"/>
            <a:ext cx="20499486" cy="1524000"/>
            <a:chOff x="-762000" y="8773026"/>
            <a:chExt cx="20499486" cy="1524000"/>
          </a:xfrm>
        </p:grpSpPr>
        <p:grpSp>
          <p:nvGrpSpPr>
            <p:cNvPr id="333" name="Google Shape;333;p4"/>
            <p:cNvGrpSpPr/>
            <p:nvPr/>
          </p:nvGrpSpPr>
          <p:grpSpPr>
            <a:xfrm>
              <a:off x="-762000" y="8773026"/>
              <a:ext cx="10287000" cy="1524000"/>
              <a:chOff x="-107950" y="7504113"/>
              <a:chExt cx="18395950" cy="2782887"/>
            </a:xfrm>
          </p:grpSpPr>
          <p:sp>
            <p:nvSpPr>
              <p:cNvPr id="334" name="Google Shape;334;p4"/>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5" name="Google Shape;335;p4"/>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36" name="Google Shape;336;p4"/>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337" name="Google Shape;337;p4"/>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338" name="Google Shape;338;p4"/>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339" name="Google Shape;339;p4"/>
            <p:cNvGrpSpPr/>
            <p:nvPr/>
          </p:nvGrpSpPr>
          <p:grpSpPr>
            <a:xfrm>
              <a:off x="9450486" y="8773026"/>
              <a:ext cx="10287000" cy="1524000"/>
              <a:chOff x="-107950" y="7504113"/>
              <a:chExt cx="18395950" cy="2782887"/>
            </a:xfrm>
          </p:grpSpPr>
          <p:sp>
            <p:nvSpPr>
              <p:cNvPr id="340" name="Google Shape;340;p4"/>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1" name="Google Shape;341;p4"/>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42" name="Google Shape;342;p4"/>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343" name="Google Shape;343;p4"/>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344" name="Google Shape;344;p4"/>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grpSp>
        <p:nvGrpSpPr>
          <p:cNvPr id="350" name="Google Shape;350;p5"/>
          <p:cNvGrpSpPr/>
          <p:nvPr/>
        </p:nvGrpSpPr>
        <p:grpSpPr>
          <a:xfrm rot="5400000">
            <a:off x="-5219700" y="4381500"/>
            <a:ext cx="10287000" cy="1524000"/>
            <a:chOff x="-107950" y="7504113"/>
            <a:chExt cx="18395950" cy="2782887"/>
          </a:xfrm>
        </p:grpSpPr>
        <p:sp>
          <p:nvSpPr>
            <p:cNvPr id="351" name="Google Shape;351;p5"/>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2" name="Google Shape;352;p5"/>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53" name="Google Shape;353;p5"/>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354" name="Google Shape;354;p5"/>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355" name="Google Shape;355;p5"/>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56" name="Google Shape;356;p5"/>
          <p:cNvSpPr txBox="1"/>
          <p:nvPr/>
        </p:nvSpPr>
        <p:spPr>
          <a:xfrm>
            <a:off x="2514600" y="2335323"/>
            <a:ext cx="10701068" cy="2359620"/>
          </a:xfrm>
          <a:prstGeom prst="rect">
            <a:avLst/>
          </a:prstGeom>
          <a:noFill/>
          <a:ln>
            <a:noFill/>
          </a:ln>
        </p:spPr>
        <p:txBody>
          <a:bodyPr spcFirstLastPara="1" wrap="square" lIns="0" tIns="0" rIns="0" bIns="0" anchor="t" anchorCtr="0">
            <a:spAutoFit/>
          </a:bodyPr>
          <a:lstStyle/>
          <a:p>
            <a:pPr algn="l">
              <a:lnSpc>
                <a:spcPts val="4619"/>
              </a:lnSpc>
            </a:pP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Menjadi</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jaringan</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dealer </a:t>
            </a: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sepeda</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motor Honda dan </a:t>
            </a: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perusahaan</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multifinance</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yang </a:t>
            </a: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terdepan</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dengan</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pertumbuhan</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yang </a:t>
            </a: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berkelanjutan</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serta</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memajukan</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seluruh</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pemangku</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kepentingan</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Italics"/>
              </a:rPr>
              <a:t>stakeholder</a:t>
            </a: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sym typeface="TT Commons Pro"/>
              </a:rPr>
              <a:t>)</a:t>
            </a:r>
          </a:p>
        </p:txBody>
      </p:sp>
      <p:sp>
        <p:nvSpPr>
          <p:cNvPr id="357" name="Google Shape;357;p5"/>
          <p:cNvSpPr txBox="1"/>
          <p:nvPr/>
        </p:nvSpPr>
        <p:spPr>
          <a:xfrm rot="-889539">
            <a:off x="1263027" y="890570"/>
            <a:ext cx="2523331" cy="186204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1500" b="1" dirty="0" err="1">
                <a:solidFill>
                  <a:srgbClr val="23344D"/>
                </a:solidFill>
                <a:latin typeface="Courgette"/>
                <a:ea typeface="Courgette"/>
                <a:cs typeface="Courgette"/>
                <a:sym typeface="Courgette"/>
              </a:rPr>
              <a:t>Visi</a:t>
            </a:r>
            <a:endParaRPr dirty="0"/>
          </a:p>
        </p:txBody>
      </p:sp>
      <p:sp>
        <p:nvSpPr>
          <p:cNvPr id="358" name="Google Shape;358;p5"/>
          <p:cNvSpPr txBox="1"/>
          <p:nvPr/>
        </p:nvSpPr>
        <p:spPr>
          <a:xfrm>
            <a:off x="2514600" y="6515100"/>
            <a:ext cx="8906774" cy="2359620"/>
          </a:xfrm>
          <a:prstGeom prst="rect">
            <a:avLst/>
          </a:prstGeom>
          <a:noFill/>
          <a:ln>
            <a:noFill/>
          </a:ln>
        </p:spPr>
        <p:txBody>
          <a:bodyPr spcFirstLastPara="1" wrap="square" lIns="0" tIns="0" rIns="0" bIns="0" anchor="t" anchorCtr="0">
            <a:spAutoFit/>
          </a:bodyPr>
          <a:lstStyle/>
          <a:p>
            <a:pPr algn="l">
              <a:lnSpc>
                <a:spcPts val="4619"/>
              </a:lnSpc>
            </a:pP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Bertekad</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untuk</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terus</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memperkuat</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penggarapan</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pasar, </a:t>
            </a: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operasional</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keuangan</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melalui</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pengembangan</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Sumber</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Daya </a:t>
            </a: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Manusia</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dengan</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dukungan</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a:t>
            </a:r>
            <a:r>
              <a:rPr lang="en-US"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inovasi</a:t>
            </a: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TT Commons Pro"/>
              </a:rPr>
              <a:t> digital.</a:t>
            </a:r>
          </a:p>
        </p:txBody>
      </p:sp>
      <p:sp>
        <p:nvSpPr>
          <p:cNvPr id="359" name="Google Shape;359;p5"/>
          <p:cNvSpPr txBox="1"/>
          <p:nvPr/>
        </p:nvSpPr>
        <p:spPr>
          <a:xfrm rot="-889539">
            <a:off x="1366189" y="4736123"/>
            <a:ext cx="5135697" cy="186204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1500" dirty="0" err="1">
                <a:solidFill>
                  <a:srgbClr val="23344D"/>
                </a:solidFill>
                <a:latin typeface="Courgette"/>
                <a:ea typeface="Courgette"/>
                <a:cs typeface="Courgette"/>
                <a:sym typeface="Courgette"/>
              </a:rPr>
              <a:t>Misi</a:t>
            </a:r>
            <a:endParaRPr sz="11500" dirty="0">
              <a:solidFill>
                <a:srgbClr val="23344D"/>
              </a:solidFill>
              <a:latin typeface="Courgette"/>
              <a:ea typeface="Courgette"/>
              <a:cs typeface="Courgette"/>
              <a:sym typeface="Courgette"/>
            </a:endParaRPr>
          </a:p>
        </p:txBody>
      </p:sp>
      <p:sp>
        <p:nvSpPr>
          <p:cNvPr id="360" name="Google Shape;360;p5"/>
          <p:cNvSpPr/>
          <p:nvPr/>
        </p:nvSpPr>
        <p:spPr>
          <a:xfrm>
            <a:off x="11421374" y="3743864"/>
            <a:ext cx="6028425" cy="5701263"/>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6"/>
          <p:cNvSpPr txBox="1">
            <a:spLocks noGrp="1"/>
          </p:cNvSpPr>
          <p:nvPr>
            <p:ph type="body" idx="1"/>
          </p:nvPr>
        </p:nvSpPr>
        <p:spPr>
          <a:xfrm>
            <a:off x="11125201" y="4211591"/>
            <a:ext cx="7162800" cy="437784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Char char="•"/>
            </a:pPr>
            <a:r>
              <a:rPr lang="en-GB"/>
              <a:t>Untuk mewujudkan ciri-ciri perusahaan yang kuat sebagai berikut</a:t>
            </a:r>
            <a:endParaRPr/>
          </a:p>
          <a:p>
            <a:pPr marL="355600" lvl="0" indent="-342900" algn="l" rtl="0">
              <a:lnSpc>
                <a:spcPct val="100000"/>
              </a:lnSpc>
              <a:spcBef>
                <a:spcPts val="640"/>
              </a:spcBef>
              <a:spcAft>
                <a:spcPts val="0"/>
              </a:spcAft>
              <a:buClr>
                <a:schemeClr val="dk1"/>
              </a:buClr>
              <a:buSzPts val="3200"/>
              <a:buFont typeface="Arial"/>
              <a:buChar char="•"/>
            </a:pPr>
            <a:r>
              <a:rPr lang="en-GB"/>
              <a:t>Berfokus pada pertumbuhan dan pencapaian</a:t>
            </a:r>
            <a:endParaRPr/>
          </a:p>
          <a:p>
            <a:pPr marL="355600" marR="923289" lvl="0" indent="-342900" algn="l" rtl="0">
              <a:lnSpc>
                <a:spcPct val="100000"/>
              </a:lnSpc>
              <a:spcBef>
                <a:spcPts val="640"/>
              </a:spcBef>
              <a:spcAft>
                <a:spcPts val="0"/>
              </a:spcAft>
              <a:buClr>
                <a:schemeClr val="dk1"/>
              </a:buClr>
              <a:buSzPts val="3200"/>
              <a:buFont typeface="Arial"/>
              <a:buChar char="•"/>
            </a:pPr>
            <a:r>
              <a:rPr lang="en-GB"/>
              <a:t>Memiliki budaya perusahaan yang tepat dan dijalankan  oleh seluruh karyawan</a:t>
            </a:r>
            <a:endParaRPr/>
          </a:p>
          <a:p>
            <a:pPr marL="355600" lvl="0" indent="-342900" algn="l" rtl="0">
              <a:lnSpc>
                <a:spcPct val="100000"/>
              </a:lnSpc>
              <a:spcBef>
                <a:spcPts val="640"/>
              </a:spcBef>
              <a:spcAft>
                <a:spcPts val="0"/>
              </a:spcAft>
              <a:buClr>
                <a:schemeClr val="dk1"/>
              </a:buClr>
              <a:buSzPts val="3200"/>
              <a:buFont typeface="Arial"/>
              <a:buChar char="•"/>
            </a:pPr>
            <a:r>
              <a:rPr lang="en-GB"/>
              <a:t>Layanan yang prima</a:t>
            </a:r>
            <a:endParaRPr/>
          </a:p>
          <a:p>
            <a:pPr marL="355600" lvl="0" indent="-342900" algn="l" rtl="0">
              <a:lnSpc>
                <a:spcPct val="100000"/>
              </a:lnSpc>
              <a:spcBef>
                <a:spcPts val="5"/>
              </a:spcBef>
              <a:spcAft>
                <a:spcPts val="0"/>
              </a:spcAft>
              <a:buClr>
                <a:schemeClr val="dk1"/>
              </a:buClr>
              <a:buSzPts val="3200"/>
              <a:buFont typeface="Arial"/>
              <a:buChar char="•"/>
            </a:pPr>
            <a:r>
              <a:rPr lang="en-GB"/>
              <a:t>Karyawan yang kompeten</a:t>
            </a:r>
            <a:endParaRPr/>
          </a:p>
          <a:p>
            <a:pPr marL="342900" lvl="0" indent="-139700" algn="l" rtl="0">
              <a:spcBef>
                <a:spcPts val="640"/>
              </a:spcBef>
              <a:spcAft>
                <a:spcPts val="0"/>
              </a:spcAft>
              <a:buClr>
                <a:schemeClr val="dk1"/>
              </a:buClr>
              <a:buSzPts val="3200"/>
              <a:buNone/>
            </a:pPr>
            <a:endParaRPr b="1">
              <a:solidFill>
                <a:srgbClr val="FF7338"/>
              </a:solidFill>
            </a:endParaRPr>
          </a:p>
        </p:txBody>
      </p:sp>
      <p:sp>
        <p:nvSpPr>
          <p:cNvPr id="366" name="Google Shape;366;p6"/>
          <p:cNvSpPr txBox="1"/>
          <p:nvPr/>
        </p:nvSpPr>
        <p:spPr>
          <a:xfrm rot="-765527">
            <a:off x="520649" y="735171"/>
            <a:ext cx="3113343" cy="135421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GB" sz="8800" b="1" i="0">
                <a:solidFill>
                  <a:srgbClr val="FF7338"/>
                </a:solidFill>
                <a:latin typeface="Corsiva"/>
                <a:ea typeface="Corsiva"/>
                <a:cs typeface="Corsiva"/>
                <a:sym typeface="Corsiva"/>
              </a:rPr>
              <a:t>Tujuan</a:t>
            </a:r>
            <a:endParaRPr sz="8800" b="1" i="0">
              <a:solidFill>
                <a:srgbClr val="FF7338"/>
              </a:solidFill>
              <a:latin typeface="Corsiva"/>
              <a:ea typeface="Corsiva"/>
              <a:cs typeface="Corsiva"/>
              <a:sym typeface="Corsiva"/>
            </a:endParaRPr>
          </a:p>
        </p:txBody>
      </p:sp>
      <p:sp>
        <p:nvSpPr>
          <p:cNvPr id="367" name="Google Shape;367;p6"/>
          <p:cNvSpPr txBox="1"/>
          <p:nvPr/>
        </p:nvSpPr>
        <p:spPr>
          <a:xfrm>
            <a:off x="1402331" y="2304451"/>
            <a:ext cx="5413374" cy="4924425"/>
          </a:xfrm>
          <a:prstGeom prst="rect">
            <a:avLst/>
          </a:prstGeom>
          <a:noFill/>
          <a:ln>
            <a:noFill/>
          </a:ln>
        </p:spPr>
        <p:txBody>
          <a:bodyPr spcFirstLastPara="1" wrap="square" lIns="0" tIns="0" rIns="0" bIns="0" anchor="t" anchorCtr="0">
            <a:spAutoFit/>
          </a:bodyPr>
          <a:lstStyle/>
          <a:p>
            <a:pPr marL="355600" marR="0" lvl="0" indent="-342900" algn="l" rtl="0">
              <a:spcBef>
                <a:spcPts val="0"/>
              </a:spcBef>
              <a:spcAft>
                <a:spcPts val="0"/>
              </a:spcAft>
              <a:buClr>
                <a:schemeClr val="dk1"/>
              </a:buClr>
              <a:buSzPts val="3200"/>
              <a:buFont typeface="Arial"/>
              <a:buChar char="•"/>
            </a:pPr>
            <a:r>
              <a:rPr lang="en-GB" sz="3200" b="0" i="0" dirty="0" err="1">
                <a:solidFill>
                  <a:schemeClr val="dk1"/>
                </a:solidFill>
                <a:latin typeface="Calibri"/>
                <a:ea typeface="Calibri"/>
                <a:cs typeface="Calibri"/>
                <a:sym typeface="Calibri"/>
              </a:rPr>
              <a:t>Memahami</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budaya</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perusahaan</a:t>
            </a:r>
            <a:r>
              <a:rPr lang="en-GB" sz="3200" b="0" i="0" dirty="0">
                <a:solidFill>
                  <a:schemeClr val="dk1"/>
                </a:solidFill>
                <a:latin typeface="Calibri"/>
                <a:ea typeface="Calibri"/>
                <a:cs typeface="Calibri"/>
                <a:sym typeface="Calibri"/>
              </a:rPr>
              <a:t> Nusantara Sakti</a:t>
            </a:r>
            <a:endParaRPr sz="3200" b="0" i="0" dirty="0">
              <a:solidFill>
                <a:schemeClr val="dk1"/>
              </a:solidFill>
              <a:latin typeface="Calibri"/>
              <a:ea typeface="Calibri"/>
              <a:cs typeface="Calibri"/>
              <a:sym typeface="Calibri"/>
            </a:endParaRPr>
          </a:p>
          <a:p>
            <a:pPr marL="355600" marR="186690" lvl="0" indent="-342900" algn="l" rtl="0">
              <a:spcBef>
                <a:spcPts val="5"/>
              </a:spcBef>
              <a:spcAft>
                <a:spcPts val="0"/>
              </a:spcAft>
              <a:buClr>
                <a:schemeClr val="dk1"/>
              </a:buClr>
              <a:buSzPts val="3200"/>
              <a:buFont typeface="Arial"/>
              <a:buChar char="•"/>
            </a:pPr>
            <a:r>
              <a:rPr lang="en-GB" sz="3200" b="0" i="0" dirty="0" err="1">
                <a:solidFill>
                  <a:schemeClr val="dk1"/>
                </a:solidFill>
                <a:latin typeface="Calibri"/>
                <a:ea typeface="Calibri"/>
                <a:cs typeface="Calibri"/>
                <a:sym typeface="Calibri"/>
              </a:rPr>
              <a:t>Memahami</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bagaimana</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budaya</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perusahaan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dapat</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mendorong</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perusahaan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bisa</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mencapai</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tujuan</a:t>
            </a:r>
            <a:endParaRPr sz="3200" b="0" i="0" dirty="0">
              <a:solidFill>
                <a:schemeClr val="dk1"/>
              </a:solidFill>
              <a:latin typeface="Calibri"/>
              <a:ea typeface="Calibri"/>
              <a:cs typeface="Calibri"/>
              <a:sym typeface="Calibri"/>
            </a:endParaRPr>
          </a:p>
          <a:p>
            <a:pPr marL="355600" marR="1267460" lvl="0" indent="-342900" algn="l" rtl="0">
              <a:spcBef>
                <a:spcPts val="0"/>
              </a:spcBef>
              <a:spcAft>
                <a:spcPts val="0"/>
              </a:spcAft>
              <a:buClr>
                <a:schemeClr val="dk1"/>
              </a:buClr>
              <a:buSzPts val="3200"/>
              <a:buFont typeface="Arial"/>
              <a:buChar char="•"/>
            </a:pPr>
            <a:r>
              <a:rPr lang="en-GB" sz="3200" b="0" i="0" dirty="0" err="1">
                <a:solidFill>
                  <a:schemeClr val="dk1"/>
                </a:solidFill>
                <a:latin typeface="Calibri"/>
                <a:ea typeface="Calibri"/>
                <a:cs typeface="Calibri"/>
                <a:sym typeface="Calibri"/>
              </a:rPr>
              <a:t>Menjadi</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agen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perubahan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dalam</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pembentukan</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budaya</a:t>
            </a:r>
            <a:r>
              <a:rPr lang="en-GB" sz="3200" b="0" i="0" dirty="0">
                <a:solidFill>
                  <a:schemeClr val="dk1"/>
                </a:solidFill>
                <a:latin typeface="Calibri"/>
                <a:ea typeface="Calibri"/>
                <a:cs typeface="Calibri"/>
                <a:sym typeface="Calibri"/>
              </a:rPr>
              <a:t>  </a:t>
            </a:r>
            <a:r>
              <a:rPr lang="en-GB" sz="3200" b="0" i="0" dirty="0" err="1">
                <a:solidFill>
                  <a:schemeClr val="dk1"/>
                </a:solidFill>
                <a:latin typeface="Calibri"/>
                <a:ea typeface="Calibri"/>
                <a:cs typeface="Calibri"/>
                <a:sym typeface="Calibri"/>
              </a:rPr>
              <a:t>perusahaan</a:t>
            </a:r>
            <a:r>
              <a:rPr lang="en-GB" sz="3200" b="0" i="0" dirty="0">
                <a:solidFill>
                  <a:schemeClr val="dk1"/>
                </a:solidFill>
                <a:latin typeface="Calibri"/>
                <a:ea typeface="Calibri"/>
                <a:cs typeface="Calibri"/>
                <a:sym typeface="Calibri"/>
              </a:rPr>
              <a:t>.</a:t>
            </a:r>
            <a:endParaRPr dirty="0"/>
          </a:p>
        </p:txBody>
      </p:sp>
      <p:sp>
        <p:nvSpPr>
          <p:cNvPr id="368" name="Google Shape;368;p6"/>
          <p:cNvSpPr txBox="1"/>
          <p:nvPr/>
        </p:nvSpPr>
        <p:spPr>
          <a:xfrm rot="-765527">
            <a:off x="10445574" y="2553523"/>
            <a:ext cx="5679426" cy="135421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GB" sz="8800" b="1" i="0" dirty="0" err="1">
                <a:solidFill>
                  <a:srgbClr val="FF7338"/>
                </a:solidFill>
                <a:latin typeface="Corsiva"/>
                <a:ea typeface="Corsiva"/>
                <a:cs typeface="Corsiva"/>
                <a:sym typeface="Corsiva"/>
              </a:rPr>
              <a:t>Mengapa</a:t>
            </a:r>
            <a:r>
              <a:rPr lang="en-GB" sz="8800" b="1" i="0" dirty="0">
                <a:solidFill>
                  <a:srgbClr val="FF7338"/>
                </a:solidFill>
                <a:latin typeface="Corsiva"/>
                <a:ea typeface="Corsiva"/>
                <a:cs typeface="Corsiva"/>
                <a:sym typeface="Corsiva"/>
              </a:rPr>
              <a:t>?</a:t>
            </a:r>
            <a:endParaRPr sz="8800" b="1" i="0" dirty="0">
              <a:solidFill>
                <a:srgbClr val="FF7338"/>
              </a:solidFill>
              <a:latin typeface="Corsiva"/>
              <a:ea typeface="Corsiva"/>
              <a:cs typeface="Corsiva"/>
              <a:sym typeface="Corsiva"/>
            </a:endParaRPr>
          </a:p>
        </p:txBody>
      </p:sp>
      <p:grpSp>
        <p:nvGrpSpPr>
          <p:cNvPr id="370" name="Google Shape;370;p6"/>
          <p:cNvGrpSpPr/>
          <p:nvPr/>
        </p:nvGrpSpPr>
        <p:grpSpPr>
          <a:xfrm>
            <a:off x="-1057617" y="9639300"/>
            <a:ext cx="20499486" cy="1524000"/>
            <a:chOff x="-762000" y="8773026"/>
            <a:chExt cx="20499486" cy="1524000"/>
          </a:xfrm>
        </p:grpSpPr>
        <p:grpSp>
          <p:nvGrpSpPr>
            <p:cNvPr id="371" name="Google Shape;371;p6"/>
            <p:cNvGrpSpPr/>
            <p:nvPr/>
          </p:nvGrpSpPr>
          <p:grpSpPr>
            <a:xfrm>
              <a:off x="-762000" y="8773026"/>
              <a:ext cx="10287000" cy="1524000"/>
              <a:chOff x="-107950" y="7504113"/>
              <a:chExt cx="18395950" cy="2782887"/>
            </a:xfrm>
          </p:grpSpPr>
          <p:sp>
            <p:nvSpPr>
              <p:cNvPr id="372" name="Google Shape;372;p6"/>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3" name="Google Shape;373;p6"/>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74" name="Google Shape;374;p6"/>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375" name="Google Shape;375;p6"/>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376" name="Google Shape;376;p6"/>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377" name="Google Shape;377;p6"/>
            <p:cNvGrpSpPr/>
            <p:nvPr/>
          </p:nvGrpSpPr>
          <p:grpSpPr>
            <a:xfrm>
              <a:off x="9450486" y="8773026"/>
              <a:ext cx="10287000" cy="1524000"/>
              <a:chOff x="-107950" y="7504113"/>
              <a:chExt cx="18395950" cy="2782887"/>
            </a:xfrm>
          </p:grpSpPr>
          <p:sp>
            <p:nvSpPr>
              <p:cNvPr id="378" name="Google Shape;378;p6"/>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9" name="Google Shape;379;p6"/>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80" name="Google Shape;380;p6"/>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381" name="Google Shape;381;p6"/>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382" name="Google Shape;382;p6"/>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pic>
        <p:nvPicPr>
          <p:cNvPr id="3" name="Picture 2">
            <a:extLst>
              <a:ext uri="{FF2B5EF4-FFF2-40B4-BE49-F238E27FC236}">
                <a16:creationId xmlns:a16="http://schemas.microsoft.com/office/drawing/2014/main" id="{C24EB38E-2328-FC4A-385A-971D2EB645FF}"/>
              </a:ext>
            </a:extLst>
          </p:cNvPr>
          <p:cNvPicPr>
            <a:picLocks noChangeAspect="1"/>
          </p:cNvPicPr>
          <p:nvPr/>
        </p:nvPicPr>
        <p:blipFill>
          <a:blip r:embed="rId5"/>
          <a:stretch>
            <a:fillRect/>
          </a:stretch>
        </p:blipFill>
        <p:spPr>
          <a:xfrm>
            <a:off x="6515095" y="3743864"/>
            <a:ext cx="3435578" cy="59609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grpSp>
        <p:nvGrpSpPr>
          <p:cNvPr id="387" name="Google Shape;387;p7"/>
          <p:cNvGrpSpPr/>
          <p:nvPr/>
        </p:nvGrpSpPr>
        <p:grpSpPr>
          <a:xfrm>
            <a:off x="8420100" y="3909263"/>
            <a:ext cx="8629416" cy="6371721"/>
            <a:chOff x="7032941" y="3547307"/>
            <a:chExt cx="8629416" cy="6371721"/>
          </a:xfrm>
        </p:grpSpPr>
        <p:pic>
          <p:nvPicPr>
            <p:cNvPr id="388" name="Google Shape;388;p7"/>
            <p:cNvPicPr preferRelativeResize="0"/>
            <p:nvPr/>
          </p:nvPicPr>
          <p:blipFill rotWithShape="1">
            <a:blip r:embed="rId3">
              <a:alphaModFix/>
            </a:blip>
            <a:srcRect/>
            <a:stretch/>
          </p:blipFill>
          <p:spPr>
            <a:xfrm>
              <a:off x="7032941" y="3547307"/>
              <a:ext cx="8629416" cy="6371721"/>
            </a:xfrm>
            <a:prstGeom prst="rect">
              <a:avLst/>
            </a:prstGeom>
            <a:noFill/>
            <a:ln>
              <a:noFill/>
            </a:ln>
          </p:spPr>
        </p:pic>
        <p:sp>
          <p:nvSpPr>
            <p:cNvPr id="389" name="Google Shape;389;p7"/>
            <p:cNvSpPr txBox="1"/>
            <p:nvPr/>
          </p:nvSpPr>
          <p:spPr>
            <a:xfrm>
              <a:off x="8638585" y="3798604"/>
              <a:ext cx="5257800" cy="7617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4800"/>
                <a:buFont typeface="Arial"/>
                <a:buNone/>
              </a:pPr>
              <a:r>
                <a:rPr lang="en-GB" sz="4800" b="1">
                  <a:solidFill>
                    <a:schemeClr val="lt1"/>
                  </a:solidFill>
                  <a:latin typeface="Federo"/>
                  <a:ea typeface="Federo"/>
                  <a:cs typeface="Federo"/>
                  <a:sym typeface="Federo"/>
                </a:rPr>
                <a:t>Integrity</a:t>
              </a:r>
              <a:endParaRPr sz="3600" b="1">
                <a:solidFill>
                  <a:schemeClr val="lt1"/>
                </a:solidFill>
                <a:latin typeface="Federo"/>
                <a:ea typeface="Federo"/>
                <a:cs typeface="Federo"/>
                <a:sym typeface="Federo"/>
              </a:endParaRPr>
            </a:p>
          </p:txBody>
        </p:sp>
        <p:sp>
          <p:nvSpPr>
            <p:cNvPr id="390" name="Google Shape;390;p7"/>
            <p:cNvSpPr txBox="1"/>
            <p:nvPr/>
          </p:nvSpPr>
          <p:spPr>
            <a:xfrm>
              <a:off x="8715684" y="4868580"/>
              <a:ext cx="5257800" cy="7617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3500"/>
                <a:buFont typeface="Arial"/>
                <a:buNone/>
              </a:pPr>
              <a:r>
                <a:rPr lang="en-GB" sz="3500" b="1" dirty="0">
                  <a:solidFill>
                    <a:schemeClr val="lt1"/>
                  </a:solidFill>
                  <a:latin typeface="Federo"/>
                  <a:ea typeface="Federo"/>
                  <a:cs typeface="Federo"/>
                  <a:sym typeface="Federo"/>
                </a:rPr>
                <a:t>Customer </a:t>
              </a:r>
              <a:r>
                <a:rPr lang="en-GB" sz="3200" b="1" dirty="0">
                  <a:solidFill>
                    <a:schemeClr val="lt1"/>
                  </a:solidFill>
                  <a:latin typeface="Federo"/>
                  <a:ea typeface="Federo"/>
                  <a:cs typeface="Federo"/>
                  <a:sym typeface="Federo"/>
                </a:rPr>
                <a:t>Satisfaction</a:t>
              </a:r>
              <a:endParaRPr sz="3500" b="1" dirty="0">
                <a:solidFill>
                  <a:schemeClr val="lt1"/>
                </a:solidFill>
                <a:latin typeface="Federo"/>
                <a:ea typeface="Federo"/>
                <a:cs typeface="Federo"/>
                <a:sym typeface="Federo"/>
              </a:endParaRPr>
            </a:p>
          </p:txBody>
        </p:sp>
        <p:sp>
          <p:nvSpPr>
            <p:cNvPr id="391" name="Google Shape;391;p7"/>
            <p:cNvSpPr txBox="1"/>
            <p:nvPr/>
          </p:nvSpPr>
          <p:spPr>
            <a:xfrm>
              <a:off x="9731135" y="5688135"/>
              <a:ext cx="5257800" cy="7617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3500"/>
                <a:buFont typeface="Arial"/>
                <a:buNone/>
              </a:pPr>
              <a:r>
                <a:rPr lang="en-GB" sz="3500" b="1" dirty="0">
                  <a:solidFill>
                    <a:schemeClr val="lt1"/>
                  </a:solidFill>
                  <a:latin typeface="Federo"/>
                  <a:ea typeface="Federo"/>
                  <a:cs typeface="Federo"/>
                  <a:sym typeface="Federo"/>
                </a:rPr>
                <a:t>Excellent </a:t>
              </a:r>
              <a:r>
                <a:rPr lang="en-GB" sz="3200" b="1" dirty="0">
                  <a:solidFill>
                    <a:schemeClr val="lt1"/>
                  </a:solidFill>
                  <a:latin typeface="Federo"/>
                  <a:ea typeface="Federo"/>
                  <a:cs typeface="Federo"/>
                  <a:sym typeface="Federo"/>
                </a:rPr>
                <a:t>Achievement</a:t>
              </a:r>
              <a:endParaRPr sz="3500" b="1" dirty="0">
                <a:solidFill>
                  <a:schemeClr val="lt1"/>
                </a:solidFill>
                <a:latin typeface="Federo"/>
                <a:ea typeface="Federo"/>
                <a:cs typeface="Federo"/>
                <a:sym typeface="Federo"/>
              </a:endParaRPr>
            </a:p>
          </p:txBody>
        </p:sp>
        <p:sp>
          <p:nvSpPr>
            <p:cNvPr id="392" name="Google Shape;392;p7"/>
            <p:cNvSpPr txBox="1"/>
            <p:nvPr/>
          </p:nvSpPr>
          <p:spPr>
            <a:xfrm>
              <a:off x="8673041" y="6570718"/>
              <a:ext cx="5257800" cy="7617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4800"/>
                <a:buFont typeface="Arial"/>
                <a:buNone/>
              </a:pPr>
              <a:r>
                <a:rPr lang="en-GB" sz="4800" b="1">
                  <a:solidFill>
                    <a:schemeClr val="lt1"/>
                  </a:solidFill>
                  <a:latin typeface="Federo"/>
                  <a:ea typeface="Federo"/>
                  <a:cs typeface="Federo"/>
                  <a:sym typeface="Federo"/>
                </a:rPr>
                <a:t>Synergy</a:t>
              </a:r>
              <a:endParaRPr sz="3600" b="1">
                <a:solidFill>
                  <a:schemeClr val="lt1"/>
                </a:solidFill>
                <a:latin typeface="Federo"/>
                <a:ea typeface="Federo"/>
                <a:cs typeface="Federo"/>
                <a:sym typeface="Federo"/>
              </a:endParaRPr>
            </a:p>
          </p:txBody>
        </p:sp>
      </p:grpSp>
      <p:pic>
        <p:nvPicPr>
          <p:cNvPr id="393" name="Google Shape;393;p7"/>
          <p:cNvPicPr preferRelativeResize="0"/>
          <p:nvPr/>
        </p:nvPicPr>
        <p:blipFill rotWithShape="1">
          <a:blip r:embed="rId4">
            <a:alphaModFix/>
          </a:blip>
          <a:srcRect t="25155" b="21903"/>
          <a:stretch/>
        </p:blipFill>
        <p:spPr>
          <a:xfrm>
            <a:off x="12931060" y="7288214"/>
            <a:ext cx="5613400" cy="2971800"/>
          </a:xfrm>
          <a:prstGeom prst="rect">
            <a:avLst/>
          </a:prstGeom>
          <a:noFill/>
          <a:ln>
            <a:noFill/>
          </a:ln>
        </p:spPr>
      </p:pic>
      <p:pic>
        <p:nvPicPr>
          <p:cNvPr id="394" name="Google Shape;394;p7"/>
          <p:cNvPicPr preferRelativeResize="0"/>
          <p:nvPr/>
        </p:nvPicPr>
        <p:blipFill rotWithShape="1">
          <a:blip r:embed="rId5">
            <a:alphaModFix/>
          </a:blip>
          <a:srcRect/>
          <a:stretch/>
        </p:blipFill>
        <p:spPr>
          <a:xfrm flipH="1">
            <a:off x="-8596988" y="716522"/>
            <a:ext cx="10713431" cy="6888076"/>
          </a:xfrm>
          <a:prstGeom prst="rect">
            <a:avLst/>
          </a:prstGeom>
          <a:noFill/>
          <a:ln>
            <a:noFill/>
          </a:ln>
        </p:spPr>
      </p:pic>
      <p:pic>
        <p:nvPicPr>
          <p:cNvPr id="395" name="Google Shape;395;p7"/>
          <p:cNvPicPr preferRelativeResize="0"/>
          <p:nvPr/>
        </p:nvPicPr>
        <p:blipFill rotWithShape="1">
          <a:blip r:embed="rId6">
            <a:alphaModFix/>
          </a:blip>
          <a:srcRect/>
          <a:stretch/>
        </p:blipFill>
        <p:spPr>
          <a:xfrm>
            <a:off x="609600" y="1874334"/>
            <a:ext cx="15621000" cy="1930052"/>
          </a:xfrm>
          <a:prstGeom prst="rect">
            <a:avLst/>
          </a:prstGeom>
          <a:noFill/>
          <a:ln>
            <a:noFill/>
          </a:ln>
        </p:spPr>
      </p:pic>
      <p:sp>
        <p:nvSpPr>
          <p:cNvPr id="397" name="Google Shape;397;p7"/>
          <p:cNvSpPr txBox="1"/>
          <p:nvPr/>
        </p:nvSpPr>
        <p:spPr>
          <a:xfrm>
            <a:off x="194310" y="256540"/>
            <a:ext cx="8454559"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2060"/>
              </a:buClr>
              <a:buSzPts val="6000"/>
              <a:buFont typeface="Corsiva"/>
              <a:buNone/>
            </a:pPr>
            <a:r>
              <a:rPr lang="en-GB" sz="6000" b="1">
                <a:solidFill>
                  <a:srgbClr val="002060"/>
                </a:solidFill>
                <a:latin typeface="Corsiva"/>
                <a:ea typeface="Corsiva"/>
                <a:cs typeface="Corsiva"/>
                <a:sym typeface="Corsiva"/>
              </a:rPr>
              <a:t>Kerangka Budaya Perusahaan</a:t>
            </a:r>
            <a:endParaRPr/>
          </a:p>
        </p:txBody>
      </p:sp>
      <p:sp>
        <p:nvSpPr>
          <p:cNvPr id="2" name="Rectangle 1"/>
          <p:cNvSpPr/>
          <p:nvPr/>
        </p:nvSpPr>
        <p:spPr>
          <a:xfrm>
            <a:off x="2234834" y="7866959"/>
            <a:ext cx="4136398" cy="131005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buClr>
                <a:schemeClr val="lt1"/>
              </a:buClr>
              <a:buSzPts val="4800"/>
            </a:pPr>
            <a:r>
              <a:rPr lang="en-GB" sz="4000" b="1" dirty="0" err="1">
                <a:solidFill>
                  <a:srgbClr val="FF0000"/>
                </a:solidFill>
                <a:latin typeface="Federo"/>
                <a:ea typeface="Federo"/>
                <a:cs typeface="Federo"/>
                <a:sym typeface="Federo"/>
              </a:rPr>
              <a:t>Transformasi</a:t>
            </a:r>
            <a:r>
              <a:rPr lang="en-GB" sz="4000" b="1" dirty="0">
                <a:solidFill>
                  <a:srgbClr val="FF0000"/>
                </a:solidFill>
                <a:latin typeface="Federo"/>
                <a:ea typeface="Federo"/>
                <a:cs typeface="Federo"/>
                <a:sym typeface="Federo"/>
              </a:rPr>
              <a:t> Culture</a:t>
            </a:r>
            <a:endParaRPr lang="en-GB" sz="2800" b="1" dirty="0">
              <a:solidFill>
                <a:srgbClr val="FF0000"/>
              </a:solidFill>
              <a:latin typeface="Federo"/>
              <a:ea typeface="Federo"/>
              <a:cs typeface="Federo"/>
              <a:sym typeface="Feder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8"/>
          <p:cNvSpPr txBox="1">
            <a:spLocks noGrp="1"/>
          </p:cNvSpPr>
          <p:nvPr>
            <p:ph type="title"/>
          </p:nvPr>
        </p:nvSpPr>
        <p:spPr>
          <a:xfrm>
            <a:off x="2885440" y="876300"/>
            <a:ext cx="12517118" cy="1015663"/>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6000"/>
              <a:buFont typeface="Calibri"/>
              <a:buNone/>
            </a:pPr>
            <a:r>
              <a:rPr lang="en-GB" sz="6000" b="1">
                <a:solidFill>
                  <a:srgbClr val="002060"/>
                </a:solidFill>
              </a:rPr>
              <a:t>Model Penerapan ICES</a:t>
            </a:r>
            <a:endParaRPr sz="6000" b="1">
              <a:solidFill>
                <a:srgbClr val="002060"/>
              </a:solidFill>
            </a:endParaRPr>
          </a:p>
        </p:txBody>
      </p:sp>
      <p:sp>
        <p:nvSpPr>
          <p:cNvPr id="403" name="Google Shape;403;p8"/>
          <p:cNvSpPr txBox="1">
            <a:spLocks noGrp="1"/>
          </p:cNvSpPr>
          <p:nvPr>
            <p:ph type="body" idx="1"/>
          </p:nvPr>
        </p:nvSpPr>
        <p:spPr>
          <a:xfrm>
            <a:off x="1328255" y="2768132"/>
            <a:ext cx="8686800" cy="6015814"/>
          </a:xfrm>
          <a:prstGeom prst="rect">
            <a:avLst/>
          </a:prstGeom>
          <a:noFill/>
          <a:ln>
            <a:noFill/>
          </a:ln>
        </p:spPr>
        <p:txBody>
          <a:bodyPr spcFirstLastPara="1" wrap="square" lIns="91425" tIns="45700" rIns="91425" bIns="45700" anchor="t" anchorCtr="0">
            <a:normAutofit lnSpcReduction="10000"/>
          </a:bodyPr>
          <a:lstStyle/>
          <a:p>
            <a:pPr marL="0" marR="5080" lvl="0" indent="0" algn="just" rtl="0">
              <a:lnSpc>
                <a:spcPct val="107142"/>
              </a:lnSpc>
              <a:spcBef>
                <a:spcPts val="0"/>
              </a:spcBef>
              <a:spcAft>
                <a:spcPts val="0"/>
              </a:spcAft>
              <a:buClr>
                <a:schemeClr val="dk1"/>
              </a:buClr>
              <a:buSzPts val="2800"/>
              <a:buNone/>
            </a:pPr>
            <a:r>
              <a:rPr lang="en-GB" sz="2800" dirty="0" err="1"/>
              <a:t>Pembentukkan</a:t>
            </a:r>
            <a:r>
              <a:rPr lang="en-GB" sz="2800" dirty="0"/>
              <a:t> Culture yang </a:t>
            </a:r>
            <a:r>
              <a:rPr lang="en-GB" sz="2800" dirty="0" err="1"/>
              <a:t>akan</a:t>
            </a:r>
            <a:r>
              <a:rPr lang="en-GB" sz="2800" dirty="0"/>
              <a:t> </a:t>
            </a:r>
            <a:r>
              <a:rPr lang="en-GB" sz="2800" dirty="0" err="1"/>
              <a:t>dilaksanakan</a:t>
            </a:r>
            <a:r>
              <a:rPr lang="en-GB" sz="2800" dirty="0"/>
              <a:t> </a:t>
            </a:r>
            <a:r>
              <a:rPr lang="en-GB" sz="2800" dirty="0" err="1"/>
              <a:t>ini</a:t>
            </a:r>
            <a:r>
              <a:rPr lang="en-GB" sz="2800" dirty="0"/>
              <a:t>, </a:t>
            </a:r>
            <a:r>
              <a:rPr lang="en-GB" sz="2800" dirty="0" err="1"/>
              <a:t>membutuhkan</a:t>
            </a:r>
            <a:r>
              <a:rPr lang="en-GB" sz="2800" dirty="0"/>
              <a:t>  </a:t>
            </a:r>
            <a:r>
              <a:rPr lang="en-GB" sz="2800" dirty="0" err="1"/>
              <a:t>komitmen</a:t>
            </a:r>
            <a:r>
              <a:rPr lang="en-GB" sz="2800" dirty="0"/>
              <a:t> </a:t>
            </a:r>
            <a:r>
              <a:rPr lang="en-GB" sz="2800" dirty="0" err="1"/>
              <a:t>dukungan</a:t>
            </a:r>
            <a:r>
              <a:rPr lang="en-GB" sz="2800" dirty="0"/>
              <a:t> yang </a:t>
            </a:r>
            <a:r>
              <a:rPr lang="en-GB" sz="2800" dirty="0" err="1"/>
              <a:t>penuh</a:t>
            </a:r>
            <a:r>
              <a:rPr lang="en-GB" sz="2800" dirty="0"/>
              <a:t> </a:t>
            </a:r>
            <a:r>
              <a:rPr lang="en-GB" sz="2800" dirty="0" err="1"/>
              <a:t>dari</a:t>
            </a:r>
            <a:r>
              <a:rPr lang="en-GB" sz="2800" dirty="0"/>
              <a:t> </a:t>
            </a:r>
            <a:r>
              <a:rPr lang="en-GB" sz="2800" dirty="0" err="1"/>
              <a:t>berbagai</a:t>
            </a:r>
            <a:r>
              <a:rPr lang="en-GB" sz="2800" dirty="0"/>
              <a:t> </a:t>
            </a:r>
            <a:r>
              <a:rPr lang="en-GB" sz="2800" dirty="0" err="1"/>
              <a:t>pihak</a:t>
            </a:r>
            <a:r>
              <a:rPr lang="en-GB" sz="2800" dirty="0"/>
              <a:t> dan </a:t>
            </a:r>
            <a:r>
              <a:rPr lang="en-GB" sz="2800" dirty="0" err="1"/>
              <a:t>jenjang</a:t>
            </a:r>
            <a:r>
              <a:rPr lang="en-GB" sz="2800" dirty="0"/>
              <a:t>:</a:t>
            </a:r>
            <a:endParaRPr sz="2800" dirty="0"/>
          </a:p>
          <a:p>
            <a:pPr marL="12700" marR="5080" lvl="0" indent="165100" algn="just" rtl="0">
              <a:lnSpc>
                <a:spcPct val="107142"/>
              </a:lnSpc>
              <a:spcBef>
                <a:spcPts val="100"/>
              </a:spcBef>
              <a:spcAft>
                <a:spcPts val="0"/>
              </a:spcAft>
              <a:buClr>
                <a:schemeClr val="dk1"/>
              </a:buClr>
              <a:buSzPts val="2800"/>
              <a:buNone/>
            </a:pPr>
            <a:endParaRPr sz="2800" dirty="0">
              <a:latin typeface="Times New Roman"/>
              <a:ea typeface="Times New Roman"/>
              <a:cs typeface="Times New Roman"/>
              <a:sym typeface="Times New Roman"/>
            </a:endParaRPr>
          </a:p>
          <a:p>
            <a:pPr marL="355600" marR="248920" lvl="0" indent="-342900" algn="just" rtl="0">
              <a:lnSpc>
                <a:spcPct val="104200"/>
              </a:lnSpc>
              <a:spcBef>
                <a:spcPts val="560"/>
              </a:spcBef>
              <a:spcAft>
                <a:spcPts val="0"/>
              </a:spcAft>
              <a:buClr>
                <a:schemeClr val="dk1"/>
              </a:buClr>
              <a:buSzPts val="2800"/>
              <a:buFont typeface="Arial"/>
              <a:buChar char="•"/>
            </a:pPr>
            <a:r>
              <a:rPr lang="en-GB" sz="2800" b="1" dirty="0"/>
              <a:t>Level Top Manager (Leaders) </a:t>
            </a:r>
            <a:r>
              <a:rPr lang="en-GB" sz="2800" dirty="0"/>
              <a:t>yang </a:t>
            </a:r>
            <a:r>
              <a:rPr lang="en-GB" sz="2800" dirty="0" err="1"/>
              <a:t>bergerak</a:t>
            </a:r>
            <a:r>
              <a:rPr lang="en-GB" sz="2800" dirty="0"/>
              <a:t> </a:t>
            </a:r>
            <a:r>
              <a:rPr lang="en-GB" sz="2800" dirty="0" err="1"/>
              <a:t>sebagai</a:t>
            </a:r>
            <a:r>
              <a:rPr lang="en-GB" sz="2800" dirty="0"/>
              <a:t> sponsor  </a:t>
            </a:r>
            <a:r>
              <a:rPr lang="en-GB" sz="2800" dirty="0" err="1"/>
              <a:t>perubahan</a:t>
            </a:r>
            <a:r>
              <a:rPr lang="en-GB" sz="2800" dirty="0"/>
              <a:t>, </a:t>
            </a:r>
            <a:r>
              <a:rPr lang="en-GB" sz="2800" dirty="0" err="1"/>
              <a:t>pengarah</a:t>
            </a:r>
            <a:r>
              <a:rPr lang="en-GB" sz="2800" dirty="0"/>
              <a:t> </a:t>
            </a:r>
            <a:r>
              <a:rPr lang="en-GB" sz="2800" dirty="0" err="1"/>
              <a:t>pembentukkan</a:t>
            </a:r>
            <a:r>
              <a:rPr lang="en-GB" sz="2800" dirty="0"/>
              <a:t> </a:t>
            </a:r>
            <a:r>
              <a:rPr lang="en-GB" sz="2800" dirty="0" err="1"/>
              <a:t>dalam</a:t>
            </a:r>
            <a:r>
              <a:rPr lang="en-GB" sz="2800" dirty="0"/>
              <a:t> </a:t>
            </a:r>
            <a:r>
              <a:rPr lang="en-GB" sz="2800" dirty="0" err="1"/>
              <a:t>arah</a:t>
            </a:r>
            <a:r>
              <a:rPr lang="en-GB" sz="2800" dirty="0"/>
              <a:t> Strategic Culture </a:t>
            </a:r>
            <a:r>
              <a:rPr lang="en-GB" sz="2800" dirty="0" err="1"/>
              <a:t>perusahaan</a:t>
            </a:r>
            <a:r>
              <a:rPr lang="en-GB" sz="2800" dirty="0"/>
              <a:t> dan </a:t>
            </a:r>
            <a:r>
              <a:rPr lang="en-GB" sz="2800" dirty="0" err="1"/>
              <a:t>memutuskan</a:t>
            </a:r>
            <a:r>
              <a:rPr lang="en-GB" sz="2800" dirty="0"/>
              <a:t> tata </a:t>
            </a:r>
            <a:r>
              <a:rPr lang="en-GB" sz="2800" dirty="0" err="1"/>
              <a:t>nilai</a:t>
            </a:r>
            <a:r>
              <a:rPr lang="en-GB" sz="2800" dirty="0"/>
              <a:t> dan </a:t>
            </a:r>
            <a:r>
              <a:rPr lang="en-GB" sz="2800" dirty="0" err="1"/>
              <a:t>perilaku</a:t>
            </a:r>
            <a:r>
              <a:rPr lang="en-GB" sz="2800" dirty="0"/>
              <a:t>  </a:t>
            </a:r>
            <a:r>
              <a:rPr lang="en-GB" sz="2800" dirty="0" err="1"/>
              <a:t>utama</a:t>
            </a:r>
            <a:endParaRPr sz="2800" dirty="0"/>
          </a:p>
          <a:p>
            <a:pPr marL="12700" marR="248920" lvl="0" indent="165100" algn="just" rtl="0">
              <a:lnSpc>
                <a:spcPct val="104200"/>
              </a:lnSpc>
              <a:spcBef>
                <a:spcPts val="560"/>
              </a:spcBef>
              <a:spcAft>
                <a:spcPts val="0"/>
              </a:spcAft>
              <a:buClr>
                <a:schemeClr val="dk1"/>
              </a:buClr>
              <a:buSzPts val="2800"/>
              <a:buNone/>
            </a:pPr>
            <a:endParaRPr sz="2800" dirty="0"/>
          </a:p>
          <a:p>
            <a:pPr marL="355600" marR="165735" lvl="0" indent="-342900" algn="just" rtl="0">
              <a:lnSpc>
                <a:spcPct val="104200"/>
              </a:lnSpc>
              <a:spcBef>
                <a:spcPts val="560"/>
              </a:spcBef>
              <a:spcAft>
                <a:spcPts val="0"/>
              </a:spcAft>
              <a:buClr>
                <a:schemeClr val="dk1"/>
              </a:buClr>
              <a:buSzPts val="2800"/>
              <a:buFont typeface="Arial"/>
              <a:buChar char="•"/>
            </a:pPr>
            <a:r>
              <a:rPr lang="en-GB" sz="2800" b="1" dirty="0"/>
              <a:t>Level Middle Manager </a:t>
            </a:r>
            <a:r>
              <a:rPr lang="en-GB" sz="2800" b="1" i="1" dirty="0"/>
              <a:t>(Change Leaders) </a:t>
            </a:r>
            <a:r>
              <a:rPr lang="en-GB" sz="2800" dirty="0"/>
              <a:t>yang </a:t>
            </a:r>
            <a:r>
              <a:rPr lang="en-GB" sz="2800" dirty="0" err="1"/>
              <a:t>berperan</a:t>
            </a:r>
            <a:r>
              <a:rPr lang="en-GB" sz="2800" dirty="0"/>
              <a:t>,  </a:t>
            </a:r>
            <a:r>
              <a:rPr lang="en-GB" sz="2800" dirty="0" err="1"/>
              <a:t>menjadi</a:t>
            </a:r>
            <a:r>
              <a:rPr lang="en-GB" sz="2800" dirty="0"/>
              <a:t> </a:t>
            </a:r>
            <a:r>
              <a:rPr lang="en-GB" sz="2800" dirty="0" err="1"/>
              <a:t>panutan</a:t>
            </a:r>
            <a:r>
              <a:rPr lang="en-GB" sz="2800" dirty="0"/>
              <a:t> dan </a:t>
            </a:r>
            <a:r>
              <a:rPr lang="en-GB" sz="2800" dirty="0" err="1"/>
              <a:t>sumber</a:t>
            </a:r>
            <a:r>
              <a:rPr lang="en-GB" sz="2800" dirty="0"/>
              <a:t> </a:t>
            </a:r>
            <a:r>
              <a:rPr lang="en-GB" sz="2800" dirty="0" err="1"/>
              <a:t>inspirasi</a:t>
            </a:r>
            <a:r>
              <a:rPr lang="en-GB" sz="2800" dirty="0"/>
              <a:t> </a:t>
            </a:r>
            <a:r>
              <a:rPr lang="en-GB" sz="2800" dirty="0" err="1"/>
              <a:t>penerapan</a:t>
            </a:r>
            <a:r>
              <a:rPr lang="en-GB" sz="2800" dirty="0"/>
              <a:t> </a:t>
            </a:r>
            <a:r>
              <a:rPr lang="en-GB" sz="2800" dirty="0" err="1"/>
              <a:t>perilaku</a:t>
            </a:r>
            <a:r>
              <a:rPr lang="en-GB" sz="2800" dirty="0"/>
              <a:t>-  </a:t>
            </a:r>
            <a:r>
              <a:rPr lang="en-GB" sz="2800" dirty="0" err="1"/>
              <a:t>perilaku</a:t>
            </a:r>
            <a:r>
              <a:rPr lang="en-GB" sz="2800" dirty="0"/>
              <a:t> yang </a:t>
            </a:r>
            <a:r>
              <a:rPr lang="en-GB" sz="2800" dirty="0" err="1"/>
              <a:t>selaras</a:t>
            </a:r>
            <a:r>
              <a:rPr lang="en-GB" sz="2800" dirty="0"/>
              <a:t> </a:t>
            </a:r>
            <a:r>
              <a:rPr lang="en-GB" sz="2800" dirty="0" err="1"/>
              <a:t>dengan</a:t>
            </a:r>
            <a:r>
              <a:rPr lang="en-GB" sz="2800" dirty="0"/>
              <a:t> 4 </a:t>
            </a:r>
            <a:r>
              <a:rPr lang="en-GB" sz="2800" dirty="0" err="1"/>
              <a:t>Prinsip</a:t>
            </a:r>
            <a:r>
              <a:rPr lang="en-GB" sz="2800" dirty="0"/>
              <a:t> ICES. Dan </a:t>
            </a:r>
            <a:r>
              <a:rPr lang="en-GB" sz="2800" dirty="0" err="1"/>
              <a:t>sebagai</a:t>
            </a:r>
            <a:r>
              <a:rPr lang="en-GB" sz="2800" dirty="0"/>
              <a:t> team monitoring </a:t>
            </a:r>
            <a:r>
              <a:rPr lang="en-GB" sz="2800" dirty="0" err="1"/>
              <a:t>terkait</a:t>
            </a:r>
            <a:r>
              <a:rPr lang="en-GB" sz="2800" dirty="0"/>
              <a:t> </a:t>
            </a:r>
            <a:r>
              <a:rPr lang="en-GB" sz="2800" dirty="0" err="1"/>
              <a:t>penanaman</a:t>
            </a:r>
            <a:r>
              <a:rPr lang="en-GB" sz="2800" dirty="0"/>
              <a:t> </a:t>
            </a:r>
            <a:r>
              <a:rPr lang="en-GB" sz="2800" dirty="0" err="1"/>
              <a:t>nilai</a:t>
            </a:r>
            <a:r>
              <a:rPr lang="en-GB" sz="2800" dirty="0"/>
              <a:t> ICES </a:t>
            </a:r>
            <a:r>
              <a:rPr lang="en-GB" sz="2800" dirty="0" err="1"/>
              <a:t>untuk</a:t>
            </a:r>
            <a:r>
              <a:rPr lang="en-GB" sz="2800" dirty="0"/>
              <a:t> SDM.</a:t>
            </a:r>
            <a:endParaRPr sz="2800" dirty="0"/>
          </a:p>
          <a:p>
            <a:pPr marL="342900" lvl="0" indent="-165100" algn="just" rtl="0">
              <a:spcBef>
                <a:spcPts val="560"/>
              </a:spcBef>
              <a:spcAft>
                <a:spcPts val="0"/>
              </a:spcAft>
              <a:buClr>
                <a:schemeClr val="dk1"/>
              </a:buClr>
              <a:buSzPts val="2800"/>
              <a:buNone/>
            </a:pPr>
            <a:endParaRPr sz="2800" dirty="0"/>
          </a:p>
        </p:txBody>
      </p:sp>
      <p:pic>
        <p:nvPicPr>
          <p:cNvPr id="404" name="Google Shape;404;p8"/>
          <p:cNvPicPr preferRelativeResize="0"/>
          <p:nvPr/>
        </p:nvPicPr>
        <p:blipFill rotWithShape="1">
          <a:blip r:embed="rId3">
            <a:alphaModFix/>
          </a:blip>
          <a:srcRect/>
          <a:stretch/>
        </p:blipFill>
        <p:spPr>
          <a:xfrm>
            <a:off x="11658600" y="3238500"/>
            <a:ext cx="5053013" cy="5075079"/>
          </a:xfrm>
          <a:prstGeom prst="rect">
            <a:avLst/>
          </a:prstGeom>
          <a:noFill/>
          <a:ln>
            <a:noFill/>
          </a:ln>
        </p:spPr>
      </p:pic>
      <p:grpSp>
        <p:nvGrpSpPr>
          <p:cNvPr id="405" name="Google Shape;405;p8"/>
          <p:cNvGrpSpPr/>
          <p:nvPr/>
        </p:nvGrpSpPr>
        <p:grpSpPr>
          <a:xfrm>
            <a:off x="-1057617" y="9639300"/>
            <a:ext cx="20499486" cy="1524000"/>
            <a:chOff x="-762000" y="8773026"/>
            <a:chExt cx="20499486" cy="1524000"/>
          </a:xfrm>
        </p:grpSpPr>
        <p:grpSp>
          <p:nvGrpSpPr>
            <p:cNvPr id="406" name="Google Shape;406;p8"/>
            <p:cNvGrpSpPr/>
            <p:nvPr/>
          </p:nvGrpSpPr>
          <p:grpSpPr>
            <a:xfrm>
              <a:off x="-762000" y="8773026"/>
              <a:ext cx="10287000" cy="1524000"/>
              <a:chOff x="-107950" y="7504113"/>
              <a:chExt cx="18395950" cy="2782887"/>
            </a:xfrm>
          </p:grpSpPr>
          <p:sp>
            <p:nvSpPr>
              <p:cNvPr id="407" name="Google Shape;407;p8"/>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8" name="Google Shape;408;p8"/>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09" name="Google Shape;409;p8"/>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410" name="Google Shape;410;p8"/>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411" name="Google Shape;411;p8"/>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412" name="Google Shape;412;p8"/>
            <p:cNvGrpSpPr/>
            <p:nvPr/>
          </p:nvGrpSpPr>
          <p:grpSpPr>
            <a:xfrm>
              <a:off x="9450486" y="8773026"/>
              <a:ext cx="10287000" cy="1524000"/>
              <a:chOff x="-107950" y="7504113"/>
              <a:chExt cx="18395950" cy="2782887"/>
            </a:xfrm>
          </p:grpSpPr>
          <p:sp>
            <p:nvSpPr>
              <p:cNvPr id="413" name="Google Shape;413;p8"/>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4" name="Google Shape;414;p8"/>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15" name="Google Shape;415;p8"/>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416" name="Google Shape;416;p8"/>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417" name="Google Shape;417;p8"/>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9"/>
          <p:cNvSpPr txBox="1"/>
          <p:nvPr/>
        </p:nvSpPr>
        <p:spPr>
          <a:xfrm>
            <a:off x="93641" y="7134726"/>
            <a:ext cx="5257800" cy="2514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800"/>
              <a:buFont typeface="Arial"/>
              <a:buNone/>
            </a:pPr>
            <a:r>
              <a:rPr lang="en-GB" sz="4800" b="1" i="1" u="sng" dirty="0">
                <a:solidFill>
                  <a:schemeClr val="dk1"/>
                </a:solidFill>
                <a:latin typeface="Calibri"/>
                <a:ea typeface="Calibri"/>
                <a:cs typeface="Calibri"/>
                <a:sym typeface="Calibri"/>
              </a:rPr>
              <a:t>Leader:</a:t>
            </a:r>
            <a:endParaRPr dirty="0"/>
          </a:p>
          <a:p>
            <a:pPr marL="0" marR="0" lvl="0" indent="0" algn="ctr" rtl="0">
              <a:spcBef>
                <a:spcPts val="720"/>
              </a:spcBef>
              <a:spcAft>
                <a:spcPts val="0"/>
              </a:spcAft>
              <a:buClr>
                <a:schemeClr val="dk1"/>
              </a:buClr>
              <a:buSzPts val="3600"/>
              <a:buFont typeface="Arial"/>
              <a:buNone/>
            </a:pPr>
            <a:r>
              <a:rPr lang="en-GB" sz="3600" dirty="0">
                <a:solidFill>
                  <a:schemeClr val="dk1"/>
                </a:solidFill>
                <a:latin typeface="Calibri"/>
                <a:ea typeface="Calibri"/>
                <a:cs typeface="Calibri"/>
                <a:sym typeface="Calibri"/>
              </a:rPr>
              <a:t>Level Top Managers</a:t>
            </a:r>
            <a:endParaRPr sz="3200" dirty="0">
              <a:solidFill>
                <a:schemeClr val="dk1"/>
              </a:solidFill>
              <a:latin typeface="Calibri"/>
              <a:ea typeface="Calibri"/>
              <a:cs typeface="Calibri"/>
              <a:sym typeface="Calibri"/>
            </a:endParaRPr>
          </a:p>
        </p:txBody>
      </p:sp>
      <p:grpSp>
        <p:nvGrpSpPr>
          <p:cNvPr id="423" name="Google Shape;423;p9"/>
          <p:cNvGrpSpPr/>
          <p:nvPr/>
        </p:nvGrpSpPr>
        <p:grpSpPr>
          <a:xfrm>
            <a:off x="-1057617" y="9639300"/>
            <a:ext cx="20499486" cy="1524000"/>
            <a:chOff x="-762000" y="8773026"/>
            <a:chExt cx="20499486" cy="1524000"/>
          </a:xfrm>
        </p:grpSpPr>
        <p:grpSp>
          <p:nvGrpSpPr>
            <p:cNvPr id="424" name="Google Shape;424;p9"/>
            <p:cNvGrpSpPr/>
            <p:nvPr/>
          </p:nvGrpSpPr>
          <p:grpSpPr>
            <a:xfrm>
              <a:off x="-762000" y="8773026"/>
              <a:ext cx="10287000" cy="1524000"/>
              <a:chOff x="-107950" y="7504113"/>
              <a:chExt cx="18395950" cy="2782887"/>
            </a:xfrm>
          </p:grpSpPr>
          <p:sp>
            <p:nvSpPr>
              <p:cNvPr id="425" name="Google Shape;425;p9"/>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6" name="Google Shape;426;p9"/>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27" name="Google Shape;427;p9"/>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428" name="Google Shape;428;p9"/>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429" name="Google Shape;429;p9"/>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430" name="Google Shape;430;p9"/>
            <p:cNvGrpSpPr/>
            <p:nvPr/>
          </p:nvGrpSpPr>
          <p:grpSpPr>
            <a:xfrm>
              <a:off x="9450486" y="8773026"/>
              <a:ext cx="10287000" cy="1524000"/>
              <a:chOff x="-107950" y="7504113"/>
              <a:chExt cx="18395950" cy="2782887"/>
            </a:xfrm>
          </p:grpSpPr>
          <p:sp>
            <p:nvSpPr>
              <p:cNvPr id="431" name="Google Shape;431;p9"/>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2" name="Google Shape;432;p9"/>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33" name="Google Shape;433;p9"/>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434" name="Google Shape;434;p9"/>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435" name="Google Shape;435;p9"/>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pic>
        <p:nvPicPr>
          <p:cNvPr id="436" name="Google Shape;436;p9"/>
          <p:cNvPicPr preferRelativeResize="0"/>
          <p:nvPr/>
        </p:nvPicPr>
        <p:blipFill rotWithShape="1">
          <a:blip r:embed="rId5">
            <a:alphaModFix/>
          </a:blip>
          <a:srcRect/>
          <a:stretch/>
        </p:blipFill>
        <p:spPr>
          <a:xfrm>
            <a:off x="1987326" y="3325853"/>
            <a:ext cx="6479210" cy="3644556"/>
          </a:xfrm>
          <a:prstGeom prst="rect">
            <a:avLst/>
          </a:prstGeom>
          <a:noFill/>
          <a:ln>
            <a:noFill/>
          </a:ln>
        </p:spPr>
      </p:pic>
      <p:sp>
        <p:nvSpPr>
          <p:cNvPr id="437" name="Google Shape;437;p9"/>
          <p:cNvSpPr txBox="1"/>
          <p:nvPr/>
        </p:nvSpPr>
        <p:spPr>
          <a:xfrm>
            <a:off x="11912741" y="7134726"/>
            <a:ext cx="5257800" cy="2514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800"/>
              <a:buFont typeface="Arial"/>
              <a:buNone/>
            </a:pPr>
            <a:r>
              <a:rPr lang="en-GB" sz="4800" b="1" i="1" u="sng" dirty="0">
                <a:solidFill>
                  <a:schemeClr val="dk1"/>
                </a:solidFill>
                <a:latin typeface="Calibri"/>
                <a:ea typeface="Calibri"/>
                <a:cs typeface="Calibri"/>
                <a:sym typeface="Calibri"/>
              </a:rPr>
              <a:t>Change Agent:</a:t>
            </a:r>
            <a:endParaRPr dirty="0"/>
          </a:p>
          <a:p>
            <a:pPr marL="0" marR="0" lvl="0" indent="0" algn="ctr" rtl="0">
              <a:spcBef>
                <a:spcPts val="720"/>
              </a:spcBef>
              <a:spcAft>
                <a:spcPts val="0"/>
              </a:spcAft>
              <a:buClr>
                <a:schemeClr val="dk1"/>
              </a:buClr>
              <a:buSzPts val="3600"/>
              <a:buFont typeface="Arial"/>
              <a:buNone/>
            </a:pPr>
            <a:r>
              <a:rPr lang="en-GB" sz="3600" dirty="0">
                <a:solidFill>
                  <a:schemeClr val="dk1"/>
                </a:solidFill>
                <a:latin typeface="Calibri"/>
                <a:ea typeface="Calibri"/>
                <a:cs typeface="Calibri"/>
                <a:sym typeface="Calibri"/>
              </a:rPr>
              <a:t>Staff, SPV, dan SDM Perusahaan</a:t>
            </a:r>
            <a:endParaRPr sz="3200" dirty="0">
              <a:solidFill>
                <a:schemeClr val="dk1"/>
              </a:solidFill>
              <a:latin typeface="Calibri"/>
              <a:ea typeface="Calibri"/>
              <a:cs typeface="Calibri"/>
              <a:sym typeface="Calibri"/>
            </a:endParaRPr>
          </a:p>
        </p:txBody>
      </p:sp>
      <p:pic>
        <p:nvPicPr>
          <p:cNvPr id="438" name="Google Shape;438;p9"/>
          <p:cNvPicPr preferRelativeResize="0"/>
          <p:nvPr/>
        </p:nvPicPr>
        <p:blipFill rotWithShape="1">
          <a:blip r:embed="rId6">
            <a:alphaModFix/>
          </a:blip>
          <a:srcRect/>
          <a:stretch/>
        </p:blipFill>
        <p:spPr>
          <a:xfrm>
            <a:off x="12678476" y="3809816"/>
            <a:ext cx="3300151" cy="3314884"/>
          </a:xfrm>
          <a:prstGeom prst="rect">
            <a:avLst/>
          </a:prstGeom>
          <a:noFill/>
          <a:ln>
            <a:noFill/>
          </a:ln>
        </p:spPr>
      </p:pic>
      <p:sp>
        <p:nvSpPr>
          <p:cNvPr id="439" name="Google Shape;439;p9"/>
          <p:cNvSpPr txBox="1"/>
          <p:nvPr/>
        </p:nvSpPr>
        <p:spPr>
          <a:xfrm>
            <a:off x="2896309" y="499738"/>
            <a:ext cx="12517118" cy="197073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3A719A"/>
              </a:buClr>
              <a:buSzPts val="6600"/>
              <a:buFont typeface="Federo"/>
              <a:buNone/>
            </a:pPr>
            <a:r>
              <a:rPr lang="en-GB" sz="6600" b="1" dirty="0">
                <a:solidFill>
                  <a:srgbClr val="3A719A"/>
                </a:solidFill>
                <a:latin typeface="Federo"/>
                <a:ea typeface="Federo"/>
                <a:cs typeface="Federo"/>
                <a:sym typeface="Federo"/>
              </a:rPr>
              <a:t>Peran yang </a:t>
            </a:r>
            <a:r>
              <a:rPr lang="en-GB" sz="6600" b="1" dirty="0" err="1">
                <a:solidFill>
                  <a:srgbClr val="3A719A"/>
                </a:solidFill>
                <a:latin typeface="Federo"/>
                <a:ea typeface="Federo"/>
                <a:cs typeface="Federo"/>
                <a:sym typeface="Federo"/>
              </a:rPr>
              <a:t>Terlibat</a:t>
            </a:r>
            <a:r>
              <a:rPr lang="en-GB" sz="6600" b="1" dirty="0">
                <a:solidFill>
                  <a:srgbClr val="3A719A"/>
                </a:solidFill>
                <a:latin typeface="Federo"/>
                <a:ea typeface="Federo"/>
                <a:cs typeface="Federo"/>
                <a:sym typeface="Federo"/>
              </a:rPr>
              <a:t> </a:t>
            </a:r>
            <a:r>
              <a:rPr lang="en-GB" sz="6600" b="1" dirty="0" err="1">
                <a:solidFill>
                  <a:srgbClr val="3A719A"/>
                </a:solidFill>
                <a:latin typeface="Federo"/>
                <a:ea typeface="Federo"/>
                <a:cs typeface="Federo"/>
                <a:sym typeface="Federo"/>
              </a:rPr>
              <a:t>dalam</a:t>
            </a:r>
            <a:r>
              <a:rPr lang="en-GB" sz="6600" b="1" dirty="0">
                <a:solidFill>
                  <a:srgbClr val="3A719A"/>
                </a:solidFill>
                <a:latin typeface="Federo"/>
                <a:ea typeface="Federo"/>
                <a:cs typeface="Federo"/>
                <a:sym typeface="Federo"/>
              </a:rPr>
              <a:t> Proses </a:t>
            </a:r>
            <a:r>
              <a:rPr lang="en-GB" sz="6600" b="1" dirty="0" err="1">
                <a:solidFill>
                  <a:srgbClr val="3A719A"/>
                </a:solidFill>
                <a:latin typeface="Federo"/>
                <a:ea typeface="Federo"/>
                <a:cs typeface="Federo"/>
                <a:sym typeface="Federo"/>
              </a:rPr>
              <a:t>Pembentukkan</a:t>
            </a:r>
            <a:r>
              <a:rPr lang="en-GB" sz="6600" b="1" dirty="0">
                <a:solidFill>
                  <a:srgbClr val="3A719A"/>
                </a:solidFill>
                <a:latin typeface="Federo"/>
                <a:ea typeface="Federo"/>
                <a:cs typeface="Federo"/>
                <a:sym typeface="Federo"/>
              </a:rPr>
              <a:t> Culture</a:t>
            </a:r>
            <a:endParaRPr sz="6600" b="1" dirty="0">
              <a:solidFill>
                <a:srgbClr val="3A719A"/>
              </a:solidFill>
              <a:latin typeface="Federo"/>
              <a:ea typeface="Federo"/>
              <a:cs typeface="Federo"/>
              <a:sym typeface="Federo"/>
            </a:endParaRPr>
          </a:p>
        </p:txBody>
      </p:sp>
      <p:sp>
        <p:nvSpPr>
          <p:cNvPr id="440" name="Google Shape;440;p9"/>
          <p:cNvSpPr txBox="1"/>
          <p:nvPr/>
        </p:nvSpPr>
        <p:spPr>
          <a:xfrm>
            <a:off x="5641096" y="7134726"/>
            <a:ext cx="5257800" cy="2514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4800"/>
              <a:buFont typeface="Arial"/>
              <a:buNone/>
            </a:pPr>
            <a:r>
              <a:rPr lang="en-GB" sz="4800" b="1" i="1" u="sng" dirty="0">
                <a:solidFill>
                  <a:schemeClr val="dk1"/>
                </a:solidFill>
                <a:latin typeface="Calibri"/>
                <a:ea typeface="Calibri"/>
                <a:cs typeface="Calibri"/>
                <a:sym typeface="Calibri"/>
              </a:rPr>
              <a:t>Change Leader:</a:t>
            </a:r>
            <a:endParaRPr dirty="0"/>
          </a:p>
          <a:p>
            <a:pPr marL="0" marR="0" lvl="0" indent="0" algn="ctr" rtl="0">
              <a:spcBef>
                <a:spcPts val="720"/>
              </a:spcBef>
              <a:spcAft>
                <a:spcPts val="0"/>
              </a:spcAft>
              <a:buClr>
                <a:schemeClr val="dk1"/>
              </a:buClr>
              <a:buSzPts val="3600"/>
              <a:buFont typeface="Arial"/>
              <a:buNone/>
            </a:pPr>
            <a:r>
              <a:rPr lang="en-GB" sz="3600" dirty="0">
                <a:solidFill>
                  <a:schemeClr val="dk1"/>
                </a:solidFill>
                <a:latin typeface="Calibri"/>
                <a:ea typeface="Calibri"/>
                <a:cs typeface="Calibri"/>
                <a:sym typeface="Calibri"/>
              </a:rPr>
              <a:t>Level Middle Managers</a:t>
            </a:r>
            <a:endParaRPr sz="3200" dirty="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10" descr="https://media.istockphoto.com/vectors/dos-donts-vector-icon-checkmark-and-cross-boxes-flat-illustration-or-vector-id1243460481?b=1&amp;k=6&amp;m=1243460481&amp;s=612x612&amp;w=0&amp;h=INI_KLG20SGG8oKEN5cvwtQOFN-hfbw8IveqME8m_c4="/>
          <p:cNvPicPr preferRelativeResize="0"/>
          <p:nvPr/>
        </p:nvPicPr>
        <p:blipFill rotWithShape="1">
          <a:blip r:embed="rId3">
            <a:alphaModFix/>
          </a:blip>
          <a:srcRect r="7367" b="17579"/>
          <a:stretch/>
        </p:blipFill>
        <p:spPr>
          <a:xfrm>
            <a:off x="8404260" y="2095500"/>
            <a:ext cx="9484894" cy="5471482"/>
          </a:xfrm>
          <a:prstGeom prst="rect">
            <a:avLst/>
          </a:prstGeom>
          <a:noFill/>
          <a:ln>
            <a:noFill/>
          </a:ln>
        </p:spPr>
      </p:pic>
      <p:sp>
        <p:nvSpPr>
          <p:cNvPr id="446" name="Google Shape;446;p10"/>
          <p:cNvSpPr txBox="1"/>
          <p:nvPr/>
        </p:nvSpPr>
        <p:spPr>
          <a:xfrm>
            <a:off x="525698" y="2773875"/>
            <a:ext cx="8736924" cy="4793107"/>
          </a:xfrm>
          <a:prstGeom prst="rect">
            <a:avLst/>
          </a:prstGeom>
          <a:noFill/>
          <a:ln>
            <a:noFill/>
          </a:ln>
        </p:spPr>
        <p:txBody>
          <a:bodyPr spcFirstLastPara="1" wrap="square" lIns="0" tIns="0" rIns="0" bIns="0" anchor="t" anchorCtr="0">
            <a:spAutoFit/>
          </a:bodyPr>
          <a:lstStyle/>
          <a:p>
            <a:pPr marL="12700" marR="5080" lvl="0" indent="0" algn="l" rtl="0">
              <a:lnSpc>
                <a:spcPct val="104000"/>
              </a:lnSpc>
              <a:spcBef>
                <a:spcPts val="0"/>
              </a:spcBef>
              <a:spcAft>
                <a:spcPts val="0"/>
              </a:spcAft>
              <a:buNone/>
            </a:pPr>
            <a:r>
              <a:rPr lang="en-GB" sz="4000" b="0" i="0">
                <a:solidFill>
                  <a:schemeClr val="dk1"/>
                </a:solidFill>
                <a:latin typeface="Calibri"/>
                <a:ea typeface="Calibri"/>
                <a:cs typeface="Calibri"/>
                <a:sym typeface="Calibri"/>
              </a:rPr>
              <a:t>Handbook </a:t>
            </a:r>
            <a:r>
              <a:rPr lang="en-GB" sz="4000" b="0" i="1">
                <a:solidFill>
                  <a:schemeClr val="dk1"/>
                </a:solidFill>
                <a:latin typeface="Calibri"/>
                <a:ea typeface="Calibri"/>
                <a:cs typeface="Calibri"/>
                <a:sym typeface="Calibri"/>
              </a:rPr>
              <a:t>CULTURE </a:t>
            </a:r>
            <a:r>
              <a:rPr lang="en-GB" sz="4000" b="0" i="0">
                <a:solidFill>
                  <a:schemeClr val="dk1"/>
                </a:solidFill>
                <a:latin typeface="Calibri"/>
                <a:ea typeface="Calibri"/>
                <a:cs typeface="Calibri"/>
                <a:sym typeface="Calibri"/>
              </a:rPr>
              <a:t>menjelaskan  penerapan </a:t>
            </a:r>
            <a:r>
              <a:rPr lang="en-GB" sz="4000" b="1" i="0">
                <a:solidFill>
                  <a:schemeClr val="dk1"/>
                </a:solidFill>
                <a:latin typeface="Calibri"/>
                <a:ea typeface="Calibri"/>
                <a:cs typeface="Calibri"/>
                <a:sym typeface="Calibri"/>
              </a:rPr>
              <a:t>DO &amp; DON’T </a:t>
            </a:r>
            <a:r>
              <a:rPr lang="en-GB" sz="4000" b="0" i="0">
                <a:solidFill>
                  <a:schemeClr val="dk1"/>
                </a:solidFill>
                <a:latin typeface="Calibri"/>
                <a:ea typeface="Calibri"/>
                <a:cs typeface="Calibri"/>
                <a:sym typeface="Calibri"/>
              </a:rPr>
              <a:t>masing-masing  perilaku</a:t>
            </a:r>
            <a:endParaRPr sz="4000" b="0" i="0">
              <a:solidFill>
                <a:schemeClr val="dk1"/>
              </a:solidFill>
              <a:latin typeface="Calibri"/>
              <a:ea typeface="Calibri"/>
              <a:cs typeface="Calibri"/>
              <a:sym typeface="Calibri"/>
            </a:endParaRPr>
          </a:p>
          <a:p>
            <a:pPr marL="469900" marR="0" lvl="0" indent="-457200" algn="l" rtl="0">
              <a:spcBef>
                <a:spcPts val="1580"/>
              </a:spcBef>
              <a:spcAft>
                <a:spcPts val="0"/>
              </a:spcAft>
              <a:buClr>
                <a:schemeClr val="dk1"/>
              </a:buClr>
              <a:buSzPts val="4000"/>
              <a:buFont typeface="Arial"/>
              <a:buChar char="•"/>
            </a:pPr>
            <a:r>
              <a:rPr lang="en-GB" sz="4000" b="0" i="0">
                <a:solidFill>
                  <a:schemeClr val="dk1"/>
                </a:solidFill>
                <a:latin typeface="Calibri"/>
                <a:ea typeface="Calibri"/>
                <a:cs typeface="Calibri"/>
                <a:sym typeface="Calibri"/>
              </a:rPr>
              <a:t>Do &amp; Don’t </a:t>
            </a:r>
            <a:r>
              <a:rPr lang="en-GB" sz="4000" b="1" i="0">
                <a:solidFill>
                  <a:schemeClr val="dk1"/>
                </a:solidFill>
                <a:latin typeface="Calibri"/>
                <a:ea typeface="Calibri"/>
                <a:cs typeface="Calibri"/>
                <a:sym typeface="Calibri"/>
              </a:rPr>
              <a:t>UMUM </a:t>
            </a:r>
            <a:r>
              <a:rPr lang="en-GB" sz="4000" b="0" i="0">
                <a:solidFill>
                  <a:schemeClr val="dk1"/>
                </a:solidFill>
                <a:latin typeface="Calibri"/>
                <a:ea typeface="Calibri"/>
                <a:cs typeface="Calibri"/>
                <a:sym typeface="Calibri"/>
              </a:rPr>
              <a:t>eksternal dan internal</a:t>
            </a:r>
            <a:endParaRPr sz="4000" b="0" i="0">
              <a:solidFill>
                <a:schemeClr val="dk1"/>
              </a:solidFill>
              <a:latin typeface="Calibri"/>
              <a:ea typeface="Calibri"/>
              <a:cs typeface="Calibri"/>
              <a:sym typeface="Calibri"/>
            </a:endParaRPr>
          </a:p>
          <a:p>
            <a:pPr marL="469900" marR="0" lvl="0" indent="-457200" algn="l" rtl="0">
              <a:spcBef>
                <a:spcPts val="1580"/>
              </a:spcBef>
              <a:spcAft>
                <a:spcPts val="0"/>
              </a:spcAft>
              <a:buClr>
                <a:schemeClr val="dk1"/>
              </a:buClr>
              <a:buSzPts val="4000"/>
              <a:buFont typeface="Arial"/>
              <a:buChar char="•"/>
            </a:pPr>
            <a:r>
              <a:rPr lang="en-GB" sz="4000" b="0" i="0">
                <a:solidFill>
                  <a:schemeClr val="dk1"/>
                </a:solidFill>
                <a:latin typeface="Calibri"/>
                <a:ea typeface="Calibri"/>
                <a:cs typeface="Calibri"/>
                <a:sym typeface="Calibri"/>
              </a:rPr>
              <a:t>Do &amp; Don’t </a:t>
            </a:r>
            <a:r>
              <a:rPr lang="en-GB" sz="4000" b="1" i="0">
                <a:solidFill>
                  <a:schemeClr val="dk1"/>
                </a:solidFill>
                <a:latin typeface="Calibri"/>
                <a:ea typeface="Calibri"/>
                <a:cs typeface="Calibri"/>
                <a:sym typeface="Calibri"/>
              </a:rPr>
              <a:t>Per-Divisi</a:t>
            </a:r>
            <a:r>
              <a:rPr lang="en-GB" sz="4000" b="0" i="0">
                <a:solidFill>
                  <a:schemeClr val="dk1"/>
                </a:solidFill>
                <a:latin typeface="Calibri"/>
                <a:ea typeface="Calibri"/>
                <a:cs typeface="Calibri"/>
                <a:sym typeface="Calibri"/>
              </a:rPr>
              <a:t> eksternal dan internal</a:t>
            </a:r>
            <a:endParaRPr sz="4000" b="0" i="0">
              <a:solidFill>
                <a:schemeClr val="dk1"/>
              </a:solidFill>
              <a:latin typeface="Calibri"/>
              <a:ea typeface="Calibri"/>
              <a:cs typeface="Calibri"/>
              <a:sym typeface="Calibri"/>
            </a:endParaRPr>
          </a:p>
        </p:txBody>
      </p:sp>
      <p:grpSp>
        <p:nvGrpSpPr>
          <p:cNvPr id="447" name="Google Shape;447;p10"/>
          <p:cNvGrpSpPr/>
          <p:nvPr/>
        </p:nvGrpSpPr>
        <p:grpSpPr>
          <a:xfrm>
            <a:off x="-1057617" y="9639300"/>
            <a:ext cx="20499486" cy="1524000"/>
            <a:chOff x="-762000" y="8773026"/>
            <a:chExt cx="20499486" cy="1524000"/>
          </a:xfrm>
        </p:grpSpPr>
        <p:grpSp>
          <p:nvGrpSpPr>
            <p:cNvPr id="448" name="Google Shape;448;p10"/>
            <p:cNvGrpSpPr/>
            <p:nvPr/>
          </p:nvGrpSpPr>
          <p:grpSpPr>
            <a:xfrm>
              <a:off x="-762000" y="8773026"/>
              <a:ext cx="10287000" cy="1524000"/>
              <a:chOff x="-107950" y="7504113"/>
              <a:chExt cx="18395950" cy="2782887"/>
            </a:xfrm>
          </p:grpSpPr>
          <p:sp>
            <p:nvSpPr>
              <p:cNvPr id="449" name="Google Shape;449;p10"/>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0" name="Google Shape;450;p10"/>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51" name="Google Shape;451;p10"/>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452" name="Google Shape;452;p10"/>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453" name="Google Shape;453;p10"/>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454" name="Google Shape;454;p10"/>
            <p:cNvGrpSpPr/>
            <p:nvPr/>
          </p:nvGrpSpPr>
          <p:grpSpPr>
            <a:xfrm>
              <a:off x="9450486" y="8773026"/>
              <a:ext cx="10287000" cy="1524000"/>
              <a:chOff x="-107950" y="7504113"/>
              <a:chExt cx="18395950" cy="2782887"/>
            </a:xfrm>
          </p:grpSpPr>
          <p:sp>
            <p:nvSpPr>
              <p:cNvPr id="455" name="Google Shape;455;p10"/>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6" name="Google Shape;456;p10"/>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57" name="Google Shape;457;p10"/>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458" name="Google Shape;458;p10"/>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459" name="Google Shape;459;p10"/>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11"/>
          <p:cNvSpPr txBox="1"/>
          <p:nvPr/>
        </p:nvSpPr>
        <p:spPr>
          <a:xfrm>
            <a:off x="614503" y="391205"/>
            <a:ext cx="5516898" cy="101566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44061"/>
              </a:buClr>
              <a:buSzPts val="11500"/>
              <a:buFont typeface="Corsiva"/>
              <a:buNone/>
            </a:pPr>
            <a:r>
              <a:rPr lang="en-GB" sz="9600" b="1" dirty="0">
                <a:solidFill>
                  <a:srgbClr val="244061"/>
                </a:solidFill>
                <a:latin typeface="Corsiva"/>
                <a:ea typeface="Corsiva"/>
                <a:cs typeface="Corsiva"/>
                <a:sym typeface="Corsiva"/>
              </a:rPr>
              <a:t>Corporate</a:t>
            </a:r>
            <a:r>
              <a:rPr lang="en-GB" sz="11500" b="1" dirty="0">
                <a:solidFill>
                  <a:srgbClr val="244061"/>
                </a:solidFill>
                <a:latin typeface="Corsiva"/>
                <a:ea typeface="Corsiva"/>
                <a:cs typeface="Corsiva"/>
                <a:sym typeface="Corsiva"/>
              </a:rPr>
              <a:t> </a:t>
            </a:r>
            <a:endParaRPr sz="11500" b="1" dirty="0">
              <a:solidFill>
                <a:srgbClr val="244061"/>
              </a:solidFill>
              <a:latin typeface="Corsiva"/>
              <a:ea typeface="Corsiva"/>
              <a:cs typeface="Corsiva"/>
              <a:sym typeface="Corsiva"/>
            </a:endParaRPr>
          </a:p>
          <a:p>
            <a:pPr marL="0" marR="0" lvl="0" indent="0" algn="ctr" rtl="0">
              <a:spcBef>
                <a:spcPts val="0"/>
              </a:spcBef>
              <a:spcAft>
                <a:spcPts val="0"/>
              </a:spcAft>
              <a:buClr>
                <a:srgbClr val="244061"/>
              </a:buClr>
              <a:buSzPts val="11500"/>
              <a:buFont typeface="Corsiva"/>
              <a:buNone/>
            </a:pPr>
            <a:r>
              <a:rPr lang="en-GB" sz="9600" b="1" dirty="0">
                <a:solidFill>
                  <a:srgbClr val="244061"/>
                </a:solidFill>
                <a:latin typeface="Corsiva"/>
                <a:ea typeface="Corsiva"/>
                <a:cs typeface="Corsiva"/>
                <a:sym typeface="Corsiva"/>
              </a:rPr>
              <a:t>Values</a:t>
            </a:r>
            <a:endParaRPr sz="11500" b="1" dirty="0">
              <a:solidFill>
                <a:srgbClr val="244061"/>
              </a:solidFill>
              <a:latin typeface="Corsiva"/>
              <a:ea typeface="Corsiva"/>
              <a:cs typeface="Corsiva"/>
              <a:sym typeface="Corsiva"/>
            </a:endParaRPr>
          </a:p>
        </p:txBody>
      </p:sp>
      <p:grpSp>
        <p:nvGrpSpPr>
          <p:cNvPr id="465" name="Google Shape;465;p11"/>
          <p:cNvGrpSpPr/>
          <p:nvPr/>
        </p:nvGrpSpPr>
        <p:grpSpPr>
          <a:xfrm flipH="1">
            <a:off x="750173" y="4174445"/>
            <a:ext cx="5155001" cy="5515913"/>
            <a:chOff x="13314803" y="4686300"/>
            <a:chExt cx="4711414" cy="5041270"/>
          </a:xfrm>
        </p:grpSpPr>
        <p:pic>
          <p:nvPicPr>
            <p:cNvPr id="466" name="Google Shape;466;p11"/>
            <p:cNvPicPr preferRelativeResize="0"/>
            <p:nvPr/>
          </p:nvPicPr>
          <p:blipFill rotWithShape="1">
            <a:blip r:embed="rId3">
              <a:alphaModFix/>
            </a:blip>
            <a:srcRect r="55871"/>
            <a:stretch/>
          </p:blipFill>
          <p:spPr>
            <a:xfrm flipH="1">
              <a:off x="13314803" y="4686300"/>
              <a:ext cx="2286291" cy="5041270"/>
            </a:xfrm>
            <a:prstGeom prst="rect">
              <a:avLst/>
            </a:prstGeom>
            <a:noFill/>
            <a:ln>
              <a:noFill/>
            </a:ln>
          </p:spPr>
        </p:pic>
        <p:pic>
          <p:nvPicPr>
            <p:cNvPr id="467" name="Google Shape;467;p11"/>
            <p:cNvPicPr preferRelativeResize="0"/>
            <p:nvPr/>
          </p:nvPicPr>
          <p:blipFill rotWithShape="1">
            <a:blip r:embed="rId3">
              <a:alphaModFix/>
            </a:blip>
            <a:srcRect l="45230"/>
            <a:stretch/>
          </p:blipFill>
          <p:spPr>
            <a:xfrm>
              <a:off x="15188605" y="4686300"/>
              <a:ext cx="2837612" cy="5041270"/>
            </a:xfrm>
            <a:prstGeom prst="rect">
              <a:avLst/>
            </a:prstGeom>
            <a:noFill/>
            <a:ln>
              <a:noFill/>
            </a:ln>
          </p:spPr>
        </p:pic>
      </p:grpSp>
      <p:graphicFrame>
        <p:nvGraphicFramePr>
          <p:cNvPr id="468" name="Google Shape;468;p11"/>
          <p:cNvGraphicFramePr/>
          <p:nvPr>
            <p:extLst>
              <p:ext uri="{D42A27DB-BD31-4B8C-83A1-F6EECF244321}">
                <p14:modId xmlns:p14="http://schemas.microsoft.com/office/powerpoint/2010/main" val="2861655771"/>
              </p:ext>
            </p:extLst>
          </p:nvPr>
        </p:nvGraphicFramePr>
        <p:xfrm>
          <a:off x="7172237" y="669014"/>
          <a:ext cx="11496775" cy="8640000"/>
        </p:xfrm>
        <a:graphic>
          <a:graphicData uri="http://schemas.openxmlformats.org/drawingml/2006/table">
            <a:tbl>
              <a:tblPr firstRow="1" bandRow="1">
                <a:noFill/>
                <a:tableStyleId>{22537793-60EC-4F76-B13B-629B2EB732DD}</a:tableStyleId>
              </a:tblPr>
              <a:tblGrid>
                <a:gridCol w="2448000">
                  <a:extLst>
                    <a:ext uri="{9D8B030D-6E8A-4147-A177-3AD203B41FA5}">
                      <a16:colId xmlns:a16="http://schemas.microsoft.com/office/drawing/2014/main" val="20000"/>
                    </a:ext>
                  </a:extLst>
                </a:gridCol>
                <a:gridCol w="9048775">
                  <a:extLst>
                    <a:ext uri="{9D8B030D-6E8A-4147-A177-3AD203B41FA5}">
                      <a16:colId xmlns:a16="http://schemas.microsoft.com/office/drawing/2014/main" val="20001"/>
                    </a:ext>
                  </a:extLst>
                </a:gridCol>
              </a:tblGrid>
              <a:tr h="2160000">
                <a:tc>
                  <a:txBody>
                    <a:bodyPr/>
                    <a:lstStyle/>
                    <a:p>
                      <a:pPr marL="0" marR="0" lvl="0" indent="0" algn="l" rtl="0">
                        <a:spcBef>
                          <a:spcPts val="0"/>
                        </a:spcBef>
                        <a:spcAft>
                          <a:spcPts val="0"/>
                        </a:spcAft>
                        <a:buNone/>
                      </a:pPr>
                      <a:endParaRPr sz="1800" b="1" dirty="0">
                        <a:solidFill>
                          <a:schemeClr val="dk1"/>
                        </a:solidFill>
                        <a:latin typeface="Federo"/>
                        <a:ea typeface="Federo"/>
                        <a:cs typeface="Federo"/>
                        <a:sym typeface="Federo"/>
                      </a:endParaRPr>
                    </a:p>
                  </a:txBody>
                  <a:tcPr marL="91450" marR="91450" marT="45725" marB="45725"/>
                </a:tc>
                <a:tc>
                  <a:txBody>
                    <a:bodyPr/>
                    <a:lstStyle/>
                    <a:p>
                      <a:pPr marL="0" marR="0" lvl="0" indent="0" algn="l" rtl="0">
                        <a:spcBef>
                          <a:spcPts val="0"/>
                        </a:spcBef>
                        <a:spcAft>
                          <a:spcPts val="0"/>
                        </a:spcAft>
                        <a:buNone/>
                      </a:pPr>
                      <a:r>
                        <a:rPr lang="en-GB" sz="9600" b="1">
                          <a:solidFill>
                            <a:srgbClr val="4B0082"/>
                          </a:solidFill>
                          <a:latin typeface="Federo"/>
                          <a:ea typeface="Federo"/>
                          <a:cs typeface="Federo"/>
                          <a:sym typeface="Federo"/>
                        </a:rPr>
                        <a:t>I</a:t>
                      </a:r>
                      <a:r>
                        <a:rPr lang="en-GB" sz="6000" b="1">
                          <a:latin typeface="Federo"/>
                          <a:ea typeface="Federo"/>
                          <a:cs typeface="Federo"/>
                          <a:sym typeface="Federo"/>
                        </a:rPr>
                        <a:t>ntegrity</a:t>
                      </a:r>
                      <a:endParaRPr sz="6000" b="1">
                        <a:solidFill>
                          <a:schemeClr val="dk1"/>
                        </a:solidFill>
                        <a:latin typeface="Federo"/>
                        <a:ea typeface="Federo"/>
                        <a:cs typeface="Federo"/>
                        <a:sym typeface="Federo"/>
                      </a:endParaRPr>
                    </a:p>
                  </a:txBody>
                  <a:tcPr marL="91450" marR="91450" marT="45725" marB="45725" anchor="ctr"/>
                </a:tc>
                <a:extLst>
                  <a:ext uri="{0D108BD9-81ED-4DB2-BD59-A6C34878D82A}">
                    <a16:rowId xmlns:a16="http://schemas.microsoft.com/office/drawing/2014/main" val="10000"/>
                  </a:ext>
                </a:extLst>
              </a:tr>
              <a:tr h="2160000">
                <a:tc>
                  <a:txBody>
                    <a:bodyPr/>
                    <a:lstStyle/>
                    <a:p>
                      <a:pPr marL="0" marR="0" lvl="0" indent="0" algn="l" rtl="0">
                        <a:spcBef>
                          <a:spcPts val="0"/>
                        </a:spcBef>
                        <a:spcAft>
                          <a:spcPts val="0"/>
                        </a:spcAft>
                        <a:buNone/>
                      </a:pPr>
                      <a:endParaRPr sz="1800" b="1">
                        <a:solidFill>
                          <a:schemeClr val="dk1"/>
                        </a:solidFill>
                        <a:latin typeface="Federo"/>
                        <a:ea typeface="Federo"/>
                        <a:cs typeface="Federo"/>
                        <a:sym typeface="Federo"/>
                      </a:endParaRPr>
                    </a:p>
                  </a:txBody>
                  <a:tcPr marL="91450" marR="91450" marT="45725" marB="45725"/>
                </a:tc>
                <a:tc>
                  <a:txBody>
                    <a:bodyPr/>
                    <a:lstStyle/>
                    <a:p>
                      <a:pPr marL="0" marR="0" lvl="0" indent="0" algn="l" rtl="0">
                        <a:spcBef>
                          <a:spcPts val="0"/>
                        </a:spcBef>
                        <a:spcAft>
                          <a:spcPts val="0"/>
                        </a:spcAft>
                        <a:buNone/>
                      </a:pPr>
                      <a:r>
                        <a:rPr lang="en-GB" sz="8800" b="1" dirty="0">
                          <a:solidFill>
                            <a:srgbClr val="8B4513"/>
                          </a:solidFill>
                          <a:latin typeface="Federo"/>
                          <a:ea typeface="Federo"/>
                          <a:cs typeface="Federo"/>
                          <a:sym typeface="Federo"/>
                        </a:rPr>
                        <a:t>C</a:t>
                      </a:r>
                      <a:r>
                        <a:rPr lang="en-GB" sz="5400" b="1" dirty="0">
                          <a:latin typeface="Federo"/>
                          <a:ea typeface="Federo"/>
                          <a:cs typeface="Federo"/>
                          <a:sym typeface="Federo"/>
                        </a:rPr>
                        <a:t>ustomer</a:t>
                      </a:r>
                      <a:r>
                        <a:rPr lang="en-GB" sz="6000" b="1" dirty="0">
                          <a:latin typeface="Federo"/>
                          <a:ea typeface="Federo"/>
                          <a:cs typeface="Federo"/>
                          <a:sym typeface="Federo"/>
                        </a:rPr>
                        <a:t> Satisfaction</a:t>
                      </a:r>
                      <a:endParaRPr sz="6000" b="1" dirty="0">
                        <a:solidFill>
                          <a:schemeClr val="dk1"/>
                        </a:solidFill>
                        <a:latin typeface="Federo"/>
                        <a:ea typeface="Federo"/>
                        <a:cs typeface="Federo"/>
                        <a:sym typeface="Federo"/>
                      </a:endParaRPr>
                    </a:p>
                  </a:txBody>
                  <a:tcPr marL="91450" marR="91450" marT="45725" marB="45725" anchor="ctr"/>
                </a:tc>
                <a:extLst>
                  <a:ext uri="{0D108BD9-81ED-4DB2-BD59-A6C34878D82A}">
                    <a16:rowId xmlns:a16="http://schemas.microsoft.com/office/drawing/2014/main" val="10001"/>
                  </a:ext>
                </a:extLst>
              </a:tr>
              <a:tr h="2160000">
                <a:tc>
                  <a:txBody>
                    <a:bodyPr/>
                    <a:lstStyle/>
                    <a:p>
                      <a:pPr marL="0" marR="0" lvl="0" indent="0" algn="l" rtl="0">
                        <a:spcBef>
                          <a:spcPts val="0"/>
                        </a:spcBef>
                        <a:spcAft>
                          <a:spcPts val="0"/>
                        </a:spcAft>
                        <a:buNone/>
                      </a:pPr>
                      <a:endParaRPr sz="1800" b="1">
                        <a:solidFill>
                          <a:schemeClr val="dk1"/>
                        </a:solidFill>
                        <a:latin typeface="Federo"/>
                        <a:ea typeface="Federo"/>
                        <a:cs typeface="Federo"/>
                        <a:sym typeface="Federo"/>
                      </a:endParaRPr>
                    </a:p>
                  </a:txBody>
                  <a:tcPr marL="91450" marR="91450" marT="45725" marB="45725"/>
                </a:tc>
                <a:tc>
                  <a:txBody>
                    <a:bodyPr/>
                    <a:lstStyle/>
                    <a:p>
                      <a:pPr marL="0" marR="0" lvl="0" indent="0" algn="l" rtl="0">
                        <a:spcBef>
                          <a:spcPts val="0"/>
                        </a:spcBef>
                        <a:spcAft>
                          <a:spcPts val="0"/>
                        </a:spcAft>
                        <a:buNone/>
                      </a:pPr>
                      <a:r>
                        <a:rPr lang="en-GB" sz="8800" b="1" dirty="0">
                          <a:solidFill>
                            <a:srgbClr val="FF4D00"/>
                          </a:solidFill>
                          <a:latin typeface="Federo"/>
                          <a:ea typeface="Federo"/>
                          <a:cs typeface="Federo"/>
                          <a:sym typeface="Federo"/>
                        </a:rPr>
                        <a:t>E</a:t>
                      </a:r>
                      <a:r>
                        <a:rPr lang="en-GB" sz="5400" b="1" dirty="0">
                          <a:latin typeface="Federo"/>
                          <a:ea typeface="Federo"/>
                          <a:cs typeface="Federo"/>
                          <a:sym typeface="Federo"/>
                        </a:rPr>
                        <a:t>xcellent</a:t>
                      </a:r>
                      <a:r>
                        <a:rPr lang="en-GB" sz="6000" b="1" dirty="0">
                          <a:latin typeface="Federo"/>
                          <a:ea typeface="Federo"/>
                          <a:cs typeface="Federo"/>
                          <a:sym typeface="Federo"/>
                        </a:rPr>
                        <a:t> Achievement</a:t>
                      </a:r>
                      <a:endParaRPr sz="6000" b="1" dirty="0">
                        <a:solidFill>
                          <a:schemeClr val="dk1"/>
                        </a:solidFill>
                        <a:latin typeface="Federo"/>
                        <a:ea typeface="Federo"/>
                        <a:cs typeface="Federo"/>
                        <a:sym typeface="Federo"/>
                      </a:endParaRPr>
                    </a:p>
                  </a:txBody>
                  <a:tcPr marL="91450" marR="91450" marT="45725" marB="45725" anchor="ctr"/>
                </a:tc>
                <a:extLst>
                  <a:ext uri="{0D108BD9-81ED-4DB2-BD59-A6C34878D82A}">
                    <a16:rowId xmlns:a16="http://schemas.microsoft.com/office/drawing/2014/main" val="10002"/>
                  </a:ext>
                </a:extLst>
              </a:tr>
              <a:tr h="2160000">
                <a:tc>
                  <a:txBody>
                    <a:bodyPr/>
                    <a:lstStyle/>
                    <a:p>
                      <a:pPr marL="0" marR="0" lvl="0" indent="0" algn="l" rtl="0">
                        <a:spcBef>
                          <a:spcPts val="0"/>
                        </a:spcBef>
                        <a:spcAft>
                          <a:spcPts val="0"/>
                        </a:spcAft>
                        <a:buNone/>
                      </a:pPr>
                      <a:endParaRPr sz="1800" b="1">
                        <a:solidFill>
                          <a:schemeClr val="dk1"/>
                        </a:solidFill>
                        <a:latin typeface="Federo"/>
                        <a:ea typeface="Federo"/>
                        <a:cs typeface="Federo"/>
                        <a:sym typeface="Federo"/>
                      </a:endParaRPr>
                    </a:p>
                  </a:txBody>
                  <a:tcPr marL="91450" marR="91450" marT="45725" marB="45725"/>
                </a:tc>
                <a:tc>
                  <a:txBody>
                    <a:bodyPr/>
                    <a:lstStyle/>
                    <a:p>
                      <a:pPr marL="0" marR="0" lvl="0" indent="0" algn="l" rtl="0">
                        <a:spcBef>
                          <a:spcPts val="0"/>
                        </a:spcBef>
                        <a:spcAft>
                          <a:spcPts val="0"/>
                        </a:spcAft>
                        <a:buNone/>
                      </a:pPr>
                      <a:r>
                        <a:rPr lang="en-GB" sz="9600" b="1">
                          <a:solidFill>
                            <a:srgbClr val="FF0000"/>
                          </a:solidFill>
                          <a:latin typeface="Federo"/>
                          <a:ea typeface="Federo"/>
                          <a:cs typeface="Federo"/>
                          <a:sym typeface="Federo"/>
                        </a:rPr>
                        <a:t>S</a:t>
                      </a:r>
                      <a:r>
                        <a:rPr lang="en-GB" sz="6000" b="1">
                          <a:latin typeface="Federo"/>
                          <a:ea typeface="Federo"/>
                          <a:cs typeface="Federo"/>
                          <a:sym typeface="Federo"/>
                        </a:rPr>
                        <a:t>ynergy</a:t>
                      </a:r>
                      <a:endParaRPr sz="6000" b="1">
                        <a:solidFill>
                          <a:schemeClr val="dk1"/>
                        </a:solidFill>
                        <a:latin typeface="Federo"/>
                        <a:ea typeface="Federo"/>
                        <a:cs typeface="Federo"/>
                        <a:sym typeface="Federo"/>
                      </a:endParaRPr>
                    </a:p>
                  </a:txBody>
                  <a:tcPr marL="91450" marR="91450" marT="45725" marB="45725" anchor="ctr"/>
                </a:tc>
                <a:extLst>
                  <a:ext uri="{0D108BD9-81ED-4DB2-BD59-A6C34878D82A}">
                    <a16:rowId xmlns:a16="http://schemas.microsoft.com/office/drawing/2014/main" val="10003"/>
                  </a:ext>
                </a:extLst>
              </a:tr>
            </a:tbl>
          </a:graphicData>
        </a:graphic>
      </p:graphicFrame>
      <p:grpSp>
        <p:nvGrpSpPr>
          <p:cNvPr id="469" name="Google Shape;469;p11"/>
          <p:cNvGrpSpPr/>
          <p:nvPr/>
        </p:nvGrpSpPr>
        <p:grpSpPr>
          <a:xfrm>
            <a:off x="-1057617" y="9639300"/>
            <a:ext cx="20499486" cy="1524000"/>
            <a:chOff x="-762000" y="8773026"/>
            <a:chExt cx="20499486" cy="1524000"/>
          </a:xfrm>
        </p:grpSpPr>
        <p:grpSp>
          <p:nvGrpSpPr>
            <p:cNvPr id="470" name="Google Shape;470;p11"/>
            <p:cNvGrpSpPr/>
            <p:nvPr/>
          </p:nvGrpSpPr>
          <p:grpSpPr>
            <a:xfrm>
              <a:off x="-762000" y="8773026"/>
              <a:ext cx="10287000" cy="1524000"/>
              <a:chOff x="-107950" y="7504113"/>
              <a:chExt cx="18395950" cy="2782887"/>
            </a:xfrm>
          </p:grpSpPr>
          <p:sp>
            <p:nvSpPr>
              <p:cNvPr id="471" name="Google Shape;471;p11"/>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2" name="Google Shape;472;p11"/>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73" name="Google Shape;473;p11"/>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474" name="Google Shape;474;p11"/>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475" name="Google Shape;475;p11"/>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476" name="Google Shape;476;p11"/>
            <p:cNvGrpSpPr/>
            <p:nvPr/>
          </p:nvGrpSpPr>
          <p:grpSpPr>
            <a:xfrm>
              <a:off x="9450486" y="8773026"/>
              <a:ext cx="10287000" cy="1524000"/>
              <a:chOff x="-107950" y="7504113"/>
              <a:chExt cx="18395950" cy="2782887"/>
            </a:xfrm>
          </p:grpSpPr>
          <p:sp>
            <p:nvSpPr>
              <p:cNvPr id="477" name="Google Shape;477;p11"/>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8" name="Google Shape;478;p11"/>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79" name="Google Shape;479;p11"/>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480" name="Google Shape;480;p11"/>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481" name="Google Shape;481;p11"/>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pic>
        <p:nvPicPr>
          <p:cNvPr id="482" name="Google Shape;482;p11"/>
          <p:cNvPicPr preferRelativeResize="0"/>
          <p:nvPr/>
        </p:nvPicPr>
        <p:blipFill rotWithShape="1">
          <a:blip r:embed="rId6">
            <a:alphaModFix/>
          </a:blip>
          <a:srcRect/>
          <a:stretch/>
        </p:blipFill>
        <p:spPr>
          <a:xfrm>
            <a:off x="7239268" y="669014"/>
            <a:ext cx="1986643" cy="2211037"/>
          </a:xfrm>
          <a:prstGeom prst="rect">
            <a:avLst/>
          </a:prstGeom>
          <a:noFill/>
          <a:ln>
            <a:noFill/>
          </a:ln>
        </p:spPr>
      </p:pic>
      <p:pic>
        <p:nvPicPr>
          <p:cNvPr id="483" name="Google Shape;483;p11"/>
          <p:cNvPicPr preferRelativeResize="0"/>
          <p:nvPr/>
        </p:nvPicPr>
        <p:blipFill rotWithShape="1">
          <a:blip r:embed="rId7">
            <a:alphaModFix/>
          </a:blip>
          <a:srcRect/>
          <a:stretch/>
        </p:blipFill>
        <p:spPr>
          <a:xfrm>
            <a:off x="7315200" y="2857896"/>
            <a:ext cx="2000420" cy="2133204"/>
          </a:xfrm>
          <a:prstGeom prst="rect">
            <a:avLst/>
          </a:prstGeom>
          <a:noFill/>
          <a:ln>
            <a:noFill/>
          </a:ln>
        </p:spPr>
      </p:pic>
      <p:pic>
        <p:nvPicPr>
          <p:cNvPr id="484" name="Google Shape;484;p11"/>
          <p:cNvPicPr preferRelativeResize="0"/>
          <p:nvPr/>
        </p:nvPicPr>
        <p:blipFill rotWithShape="1">
          <a:blip r:embed="rId8">
            <a:alphaModFix/>
          </a:blip>
          <a:srcRect/>
          <a:stretch/>
        </p:blipFill>
        <p:spPr>
          <a:xfrm>
            <a:off x="7315200" y="5086980"/>
            <a:ext cx="2000420" cy="2057986"/>
          </a:xfrm>
          <a:prstGeom prst="rect">
            <a:avLst/>
          </a:prstGeom>
          <a:noFill/>
          <a:ln>
            <a:noFill/>
          </a:ln>
        </p:spPr>
      </p:pic>
      <p:pic>
        <p:nvPicPr>
          <p:cNvPr id="485" name="Google Shape;485;p11"/>
          <p:cNvPicPr preferRelativeResize="0"/>
          <p:nvPr/>
        </p:nvPicPr>
        <p:blipFill rotWithShape="1">
          <a:blip r:embed="rId9">
            <a:alphaModFix/>
          </a:blip>
          <a:srcRect/>
          <a:stretch/>
        </p:blipFill>
        <p:spPr>
          <a:xfrm>
            <a:off x="7391400" y="7205175"/>
            <a:ext cx="1957006" cy="217809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graphicFrame>
        <p:nvGraphicFramePr>
          <p:cNvPr id="490" name="Google Shape;490;p12"/>
          <p:cNvGraphicFramePr/>
          <p:nvPr>
            <p:extLst>
              <p:ext uri="{D42A27DB-BD31-4B8C-83A1-F6EECF244321}">
                <p14:modId xmlns:p14="http://schemas.microsoft.com/office/powerpoint/2010/main" val="1674266735"/>
              </p:ext>
            </p:extLst>
          </p:nvPr>
        </p:nvGraphicFramePr>
        <p:xfrm>
          <a:off x="838200" y="1790700"/>
          <a:ext cx="16992600" cy="7739925"/>
        </p:xfrm>
        <a:graphic>
          <a:graphicData uri="http://schemas.openxmlformats.org/drawingml/2006/table">
            <a:tbl>
              <a:tblPr firstRow="1" bandRow="1">
                <a:noFill/>
                <a:tableStyleId>{22537793-60EC-4F76-B13B-629B2EB732DD}</a:tableStyleId>
              </a:tblPr>
              <a:tblGrid>
                <a:gridCol w="1905000">
                  <a:extLst>
                    <a:ext uri="{9D8B030D-6E8A-4147-A177-3AD203B41FA5}">
                      <a16:colId xmlns:a16="http://schemas.microsoft.com/office/drawing/2014/main" val="20000"/>
                    </a:ext>
                  </a:extLst>
                </a:gridCol>
                <a:gridCol w="2895600">
                  <a:extLst>
                    <a:ext uri="{9D8B030D-6E8A-4147-A177-3AD203B41FA5}">
                      <a16:colId xmlns:a16="http://schemas.microsoft.com/office/drawing/2014/main" val="20001"/>
                    </a:ext>
                  </a:extLst>
                </a:gridCol>
                <a:gridCol w="4724400">
                  <a:extLst>
                    <a:ext uri="{9D8B030D-6E8A-4147-A177-3AD203B41FA5}">
                      <a16:colId xmlns:a16="http://schemas.microsoft.com/office/drawing/2014/main" val="20002"/>
                    </a:ext>
                  </a:extLst>
                </a:gridCol>
                <a:gridCol w="3733800">
                  <a:extLst>
                    <a:ext uri="{9D8B030D-6E8A-4147-A177-3AD203B41FA5}">
                      <a16:colId xmlns:a16="http://schemas.microsoft.com/office/drawing/2014/main" val="20003"/>
                    </a:ext>
                  </a:extLst>
                </a:gridCol>
                <a:gridCol w="3733800">
                  <a:extLst>
                    <a:ext uri="{9D8B030D-6E8A-4147-A177-3AD203B41FA5}">
                      <a16:colId xmlns:a16="http://schemas.microsoft.com/office/drawing/2014/main" val="20004"/>
                    </a:ext>
                  </a:extLst>
                </a:gridCol>
              </a:tblGrid>
              <a:tr h="904525">
                <a:tc gridSpan="2">
                  <a:txBody>
                    <a:bodyPr/>
                    <a:lstStyle/>
                    <a:p>
                      <a:pPr marL="0" marR="0" lvl="0" indent="0" algn="ctr" rtl="0">
                        <a:spcBef>
                          <a:spcPts val="0"/>
                        </a:spcBef>
                        <a:spcAft>
                          <a:spcPts val="0"/>
                        </a:spcAft>
                        <a:buNone/>
                      </a:pPr>
                      <a:r>
                        <a:rPr lang="en-GB" sz="3600" b="1" dirty="0"/>
                        <a:t>Corporate Value</a:t>
                      </a:r>
                      <a:endParaRPr sz="3600" b="1" dirty="0">
                        <a:solidFill>
                          <a:schemeClr val="dk1"/>
                        </a:solidFill>
                      </a:endParaRPr>
                    </a:p>
                  </a:txBody>
                  <a:tcPr marL="91450" marR="91450" marT="45725" marB="45725" anchor="ctr">
                    <a:lnR w="12700" cap="flat" cmpd="sng">
                      <a:solidFill>
                        <a:schemeClr val="dk1"/>
                      </a:solidFill>
                      <a:prstDash val="solid"/>
                      <a:round/>
                      <a:headEnd type="none" w="sm" len="sm"/>
                      <a:tailEnd type="none" w="sm" len="sm"/>
                    </a:lnR>
                    <a:solidFill>
                      <a:srgbClr val="DDD9C3"/>
                    </a:solidFill>
                  </a:tcPr>
                </a:tc>
                <a:tc hMerge="1">
                  <a:txBody>
                    <a:bodyPr/>
                    <a:lstStyle/>
                    <a:p>
                      <a:endParaRPr lang="en-US"/>
                    </a:p>
                  </a:txBody>
                  <a:tcPr/>
                </a:tc>
                <a:tc>
                  <a:txBody>
                    <a:bodyPr/>
                    <a:lstStyle/>
                    <a:p>
                      <a:pPr marL="0" marR="0" lvl="0" indent="0" algn="ctr" rtl="0">
                        <a:spcBef>
                          <a:spcPts val="0"/>
                        </a:spcBef>
                        <a:spcAft>
                          <a:spcPts val="0"/>
                        </a:spcAft>
                        <a:buNone/>
                      </a:pPr>
                      <a:r>
                        <a:rPr lang="en-GB" sz="3600" b="1"/>
                        <a:t>Makna Warna</a:t>
                      </a:r>
                      <a:endParaRPr sz="3600" b="1">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solidFill>
                      <a:srgbClr val="DDD9C3"/>
                    </a:solidFill>
                  </a:tcPr>
                </a:tc>
                <a:tc>
                  <a:txBody>
                    <a:bodyPr/>
                    <a:lstStyle/>
                    <a:p>
                      <a:pPr marL="0" marR="0" lvl="0" indent="0" algn="ctr" rtl="0">
                        <a:spcBef>
                          <a:spcPts val="0"/>
                        </a:spcBef>
                        <a:spcAft>
                          <a:spcPts val="0"/>
                        </a:spcAft>
                        <a:buNone/>
                      </a:pPr>
                      <a:r>
                        <a:rPr lang="en-GB" sz="3600" b="1"/>
                        <a:t>Kompetensi Inti</a:t>
                      </a:r>
                      <a:endParaRPr sz="3600" b="1">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solidFill>
                      <a:srgbClr val="DDD9C3"/>
                    </a:solidFill>
                  </a:tcPr>
                </a:tc>
                <a:tc rowSpan="5">
                  <a:txBody>
                    <a:bodyPr/>
                    <a:lstStyle/>
                    <a:p>
                      <a:pPr marL="0" marR="0" lvl="0" indent="0" algn="ctr" rtl="0">
                        <a:lnSpc>
                          <a:spcPct val="100000"/>
                        </a:lnSpc>
                        <a:spcBef>
                          <a:spcPts val="0"/>
                        </a:spcBef>
                        <a:spcAft>
                          <a:spcPts val="0"/>
                        </a:spcAft>
                        <a:buClr>
                          <a:schemeClr val="dk1"/>
                        </a:buClr>
                        <a:buSzPts val="4000"/>
                        <a:buFont typeface="Calibri"/>
                        <a:buNone/>
                      </a:pPr>
                      <a:r>
                        <a:rPr lang="en-GB" sz="4000" b="1" u="sng">
                          <a:latin typeface="Calibri"/>
                          <a:ea typeface="Calibri"/>
                          <a:cs typeface="Calibri"/>
                          <a:sym typeface="Calibri"/>
                        </a:rPr>
                        <a:t>Bentuk Bulat &amp; Garis Putih: </a:t>
                      </a:r>
                      <a:endParaRPr/>
                    </a:p>
                    <a:p>
                      <a:pPr marL="0" marR="0" lvl="0" indent="0" algn="l" rtl="0">
                        <a:lnSpc>
                          <a:spcPct val="100000"/>
                        </a:lnSpc>
                        <a:spcBef>
                          <a:spcPts val="0"/>
                        </a:spcBef>
                        <a:spcAft>
                          <a:spcPts val="0"/>
                        </a:spcAft>
                        <a:buClr>
                          <a:schemeClr val="dk1"/>
                        </a:buClr>
                        <a:buSzPts val="2400"/>
                        <a:buFont typeface="Calibri"/>
                        <a:buNone/>
                      </a:pPr>
                      <a:endParaRPr sz="2400" b="1" u="sng">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2400"/>
                        <a:buFont typeface="Calibri"/>
                        <a:buNone/>
                      </a:pPr>
                      <a:r>
                        <a:rPr lang="en-GB" sz="2400">
                          <a:latin typeface="Calibri"/>
                          <a:ea typeface="Calibri"/>
                          <a:cs typeface="Calibri"/>
                          <a:sym typeface="Calibri"/>
                        </a:rPr>
                        <a:t>Insan PT NSS  merupakan individu  yang cepat, lincah,  dan mampu  meningkatkan  akselerasi serta  berpikiran positif  ketika menghadapi  tantangan dalam  upaya mencapai  tujuan Perusahaan</a:t>
                      </a:r>
                      <a:endParaRPr sz="2400">
                        <a:latin typeface="Calibri"/>
                        <a:ea typeface="Calibri"/>
                        <a:cs typeface="Calibri"/>
                        <a:sym typeface="Calibri"/>
                      </a:endParaRPr>
                    </a:p>
                    <a:p>
                      <a:pPr marL="0" marR="0" lvl="0" indent="0" algn="ctr" rtl="0">
                        <a:spcBef>
                          <a:spcPts val="0"/>
                        </a:spcBef>
                        <a:spcAft>
                          <a:spcPts val="0"/>
                        </a:spcAft>
                        <a:buNone/>
                      </a:pPr>
                      <a:endParaRPr sz="3600"/>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tcPr>
                </a:tc>
                <a:extLst>
                  <a:ext uri="{0D108BD9-81ED-4DB2-BD59-A6C34878D82A}">
                    <a16:rowId xmlns:a16="http://schemas.microsoft.com/office/drawing/2014/main" val="10000"/>
                  </a:ext>
                </a:extLst>
              </a:tr>
              <a:tr h="1708850">
                <a:tc>
                  <a:txBody>
                    <a:bodyPr/>
                    <a:lstStyle/>
                    <a:p>
                      <a:pPr marL="0" marR="0" lvl="0" indent="0" algn="ctr" rtl="0">
                        <a:spcBef>
                          <a:spcPts val="0"/>
                        </a:spcBef>
                        <a:spcAft>
                          <a:spcPts val="0"/>
                        </a:spcAft>
                        <a:buNone/>
                      </a:pPr>
                      <a:endParaRPr sz="1800" b="1"/>
                    </a:p>
                  </a:txBody>
                  <a:tcPr marL="91450" marR="91450" marT="45725" marB="45725" anchor="ctr"/>
                </a:tc>
                <a:tc>
                  <a:txBody>
                    <a:bodyPr/>
                    <a:lstStyle/>
                    <a:p>
                      <a:pPr marL="0" marR="0" lvl="0" indent="0" algn="l" rtl="0">
                        <a:spcBef>
                          <a:spcPts val="0"/>
                        </a:spcBef>
                        <a:spcAft>
                          <a:spcPts val="0"/>
                        </a:spcAft>
                        <a:buNone/>
                      </a:pPr>
                      <a:r>
                        <a:rPr lang="en-GB" sz="6000" b="1">
                          <a:solidFill>
                            <a:srgbClr val="4B0082"/>
                          </a:solidFill>
                        </a:rPr>
                        <a:t>I</a:t>
                      </a:r>
                      <a:r>
                        <a:rPr lang="en-GB" sz="3200" b="1"/>
                        <a:t>NTEGRITY</a:t>
                      </a:r>
                      <a:endParaRPr sz="3200" b="1"/>
                    </a:p>
                  </a:txBody>
                  <a:tcPr marL="91450" marR="91450" marT="45725" marB="45725" anchor="ctr">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n-GB" sz="2200" u="sng" dirty="0">
                          <a:latin typeface="Calibri"/>
                          <a:ea typeface="Calibri"/>
                          <a:cs typeface="Calibri"/>
                          <a:sym typeface="Calibri"/>
                        </a:rPr>
                        <a:t>UNGU</a:t>
                      </a:r>
                      <a:endParaRPr dirty="0"/>
                    </a:p>
                    <a:p>
                      <a:pPr marL="0" marR="0" lvl="0" indent="0" algn="ctr" rtl="0">
                        <a:spcBef>
                          <a:spcPts val="0"/>
                        </a:spcBef>
                        <a:spcAft>
                          <a:spcPts val="0"/>
                        </a:spcAft>
                        <a:buNone/>
                      </a:pPr>
                      <a:r>
                        <a:rPr lang="en-GB" sz="2200" u="none" dirty="0" err="1">
                          <a:latin typeface="Calibri"/>
                          <a:ea typeface="Calibri"/>
                          <a:cs typeface="Calibri"/>
                          <a:sym typeface="Calibri"/>
                        </a:rPr>
                        <a:t>Integritas</a:t>
                      </a:r>
                      <a:r>
                        <a:rPr lang="en-GB" sz="2200" u="none" dirty="0">
                          <a:latin typeface="Calibri"/>
                          <a:ea typeface="Calibri"/>
                          <a:cs typeface="Calibri"/>
                          <a:sym typeface="Calibri"/>
                        </a:rPr>
                        <a:t>, </a:t>
                      </a:r>
                      <a:r>
                        <a:rPr lang="en-GB" sz="2200" u="none" dirty="0" err="1">
                          <a:latin typeface="Calibri"/>
                          <a:ea typeface="Calibri"/>
                          <a:cs typeface="Calibri"/>
                          <a:sym typeface="Calibri"/>
                        </a:rPr>
                        <a:t>ketulusan</a:t>
                      </a:r>
                      <a:r>
                        <a:rPr lang="en-GB" sz="2200" u="none" dirty="0">
                          <a:latin typeface="Calibri"/>
                          <a:ea typeface="Calibri"/>
                          <a:cs typeface="Calibri"/>
                          <a:sym typeface="Calibri"/>
                        </a:rPr>
                        <a:t>, </a:t>
                      </a:r>
                      <a:r>
                        <a:rPr lang="en-GB" sz="2200" u="none" dirty="0" err="1">
                          <a:latin typeface="Calibri"/>
                          <a:ea typeface="Calibri"/>
                          <a:cs typeface="Calibri"/>
                          <a:sym typeface="Calibri"/>
                        </a:rPr>
                        <a:t>bertanggung</a:t>
                      </a:r>
                      <a:r>
                        <a:rPr lang="en-GB" sz="2200" u="none" dirty="0">
                          <a:latin typeface="Calibri"/>
                          <a:ea typeface="Calibri"/>
                          <a:cs typeface="Calibri"/>
                          <a:sym typeface="Calibri"/>
                        </a:rPr>
                        <a:t> </a:t>
                      </a:r>
                      <a:r>
                        <a:rPr lang="en-GB" sz="2200" u="none" dirty="0" err="1">
                          <a:latin typeface="Calibri"/>
                          <a:ea typeface="Calibri"/>
                          <a:cs typeface="Calibri"/>
                          <a:sym typeface="Calibri"/>
                        </a:rPr>
                        <a:t>jawab</a:t>
                      </a:r>
                      <a:r>
                        <a:rPr lang="en-GB" sz="2200" u="none" dirty="0">
                          <a:latin typeface="Calibri"/>
                          <a:ea typeface="Calibri"/>
                          <a:cs typeface="Calibri"/>
                          <a:sym typeface="Calibri"/>
                        </a:rPr>
                        <a:t>, </a:t>
                      </a:r>
                      <a:r>
                        <a:rPr lang="en-GB" sz="2200" u="none" dirty="0" err="1">
                          <a:latin typeface="Calibri"/>
                          <a:ea typeface="Calibri"/>
                          <a:cs typeface="Calibri"/>
                          <a:sym typeface="Calibri"/>
                        </a:rPr>
                        <a:t>kepatuhan</a:t>
                      </a:r>
                      <a:r>
                        <a:rPr lang="en-GB" sz="2200" u="none" dirty="0">
                          <a:latin typeface="Calibri"/>
                          <a:ea typeface="Calibri"/>
                          <a:cs typeface="Calibri"/>
                          <a:sym typeface="Calibri"/>
                        </a:rPr>
                        <a:t>, </a:t>
                      </a:r>
                      <a:r>
                        <a:rPr lang="en-GB" sz="2200" u="none" dirty="0" err="1">
                          <a:latin typeface="Calibri"/>
                          <a:ea typeface="Calibri"/>
                          <a:cs typeface="Calibri"/>
                          <a:sym typeface="Calibri"/>
                        </a:rPr>
                        <a:t>komitmen</a:t>
                      </a:r>
                      <a:endParaRPr sz="2200" u="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n-GB" sz="3600" b="1">
                          <a:solidFill>
                            <a:srgbClr val="4B0082"/>
                          </a:solidFill>
                          <a:latin typeface="Federo"/>
                          <a:ea typeface="Federo"/>
                          <a:cs typeface="Federo"/>
                          <a:sym typeface="Federo"/>
                        </a:rPr>
                        <a:t>KEJUJURAN</a:t>
                      </a:r>
                      <a:endParaRPr sz="3600" b="1">
                        <a:solidFill>
                          <a:srgbClr val="4B0082"/>
                        </a:solidFill>
                        <a:latin typeface="Federo"/>
                        <a:ea typeface="Federo"/>
                        <a:cs typeface="Federo"/>
                        <a:sym typeface="Federo"/>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vMerge="1">
                  <a:txBody>
                    <a:bodyPr/>
                    <a:lstStyle/>
                    <a:p>
                      <a:endParaRPr lang="en-US"/>
                    </a:p>
                  </a:txBody>
                  <a:tcPr/>
                </a:tc>
                <a:extLst>
                  <a:ext uri="{0D108BD9-81ED-4DB2-BD59-A6C34878D82A}">
                    <a16:rowId xmlns:a16="http://schemas.microsoft.com/office/drawing/2014/main" val="10001"/>
                  </a:ext>
                </a:extLst>
              </a:tr>
              <a:tr h="1708850">
                <a:tc>
                  <a:txBody>
                    <a:bodyPr/>
                    <a:lstStyle/>
                    <a:p>
                      <a:pPr marL="0" marR="0" lvl="0" indent="0" algn="ctr" rtl="0">
                        <a:spcBef>
                          <a:spcPts val="0"/>
                        </a:spcBef>
                        <a:spcAft>
                          <a:spcPts val="0"/>
                        </a:spcAft>
                        <a:buNone/>
                      </a:pPr>
                      <a:endParaRPr sz="1800" b="1"/>
                    </a:p>
                  </a:txBody>
                  <a:tcPr marL="91450" marR="91450" marT="45725" marB="45725" anchor="ctr"/>
                </a:tc>
                <a:tc>
                  <a:txBody>
                    <a:bodyPr/>
                    <a:lstStyle/>
                    <a:p>
                      <a:pPr marL="0" marR="0" lvl="0" indent="0" algn="l" rtl="0">
                        <a:spcBef>
                          <a:spcPts val="0"/>
                        </a:spcBef>
                        <a:spcAft>
                          <a:spcPts val="0"/>
                        </a:spcAft>
                        <a:buNone/>
                      </a:pPr>
                      <a:r>
                        <a:rPr lang="en-GB" sz="6000" b="1">
                          <a:solidFill>
                            <a:srgbClr val="8B4513"/>
                          </a:solidFill>
                        </a:rPr>
                        <a:t>C</a:t>
                      </a:r>
                      <a:r>
                        <a:rPr lang="en-GB" sz="3200" b="1"/>
                        <a:t>USTOMER SATISFACTION</a:t>
                      </a:r>
                      <a:endParaRPr sz="3200" b="1"/>
                    </a:p>
                  </a:txBody>
                  <a:tcPr marL="91450" marR="91450" marT="45725" marB="45725" anchor="ctr">
                    <a:lnR w="12700" cap="flat" cmpd="sng">
                      <a:solidFill>
                        <a:schemeClr val="dk1"/>
                      </a:solidFill>
                      <a:prstDash val="solid"/>
                      <a:round/>
                      <a:headEnd type="none" w="sm" len="sm"/>
                      <a:tailEnd type="none" w="sm" len="sm"/>
                    </a:lnR>
                  </a:tcPr>
                </a:tc>
                <a:tc>
                  <a:txBody>
                    <a:bodyPr/>
                    <a:lstStyle/>
                    <a:p>
                      <a:pPr marL="635" marR="0" lvl="0" indent="0" algn="ctr" rtl="0">
                        <a:lnSpc>
                          <a:spcPct val="100000"/>
                        </a:lnSpc>
                        <a:spcBef>
                          <a:spcPts val="0"/>
                        </a:spcBef>
                        <a:spcAft>
                          <a:spcPts val="0"/>
                        </a:spcAft>
                        <a:buNone/>
                      </a:pPr>
                      <a:r>
                        <a:rPr lang="en-GB" sz="2200" u="sng" dirty="0">
                          <a:latin typeface="Calibri"/>
                          <a:ea typeface="Calibri"/>
                          <a:cs typeface="Calibri"/>
                          <a:sym typeface="Calibri"/>
                        </a:rPr>
                        <a:t>COKELAT</a:t>
                      </a:r>
                      <a:endParaRPr dirty="0"/>
                    </a:p>
                    <a:p>
                      <a:pPr marL="635" marR="0" lvl="0" indent="0" algn="ctr" rtl="0">
                        <a:lnSpc>
                          <a:spcPct val="100000"/>
                        </a:lnSpc>
                        <a:spcBef>
                          <a:spcPts val="100"/>
                        </a:spcBef>
                        <a:spcAft>
                          <a:spcPts val="0"/>
                        </a:spcAft>
                        <a:buNone/>
                      </a:pPr>
                      <a:r>
                        <a:rPr lang="en-GB" sz="2200" u="none" dirty="0" err="1">
                          <a:latin typeface="Calibri"/>
                          <a:ea typeface="Calibri"/>
                          <a:cs typeface="Calibri"/>
                          <a:sym typeface="Calibri"/>
                        </a:rPr>
                        <a:t>Dapat</a:t>
                      </a:r>
                      <a:r>
                        <a:rPr lang="en-GB" sz="2200" u="none" dirty="0">
                          <a:latin typeface="Calibri"/>
                          <a:ea typeface="Calibri"/>
                          <a:cs typeface="Calibri"/>
                          <a:sym typeface="Calibri"/>
                        </a:rPr>
                        <a:t> </a:t>
                      </a:r>
                      <a:r>
                        <a:rPr lang="en-GB" sz="2200" u="none" dirty="0" err="1">
                          <a:latin typeface="Calibri"/>
                          <a:ea typeface="Calibri"/>
                          <a:cs typeface="Calibri"/>
                          <a:sym typeface="Calibri"/>
                        </a:rPr>
                        <a:t>diandalkan</a:t>
                      </a:r>
                      <a:r>
                        <a:rPr lang="en-GB" sz="2200" u="none" dirty="0">
                          <a:latin typeface="Calibri"/>
                          <a:ea typeface="Calibri"/>
                          <a:cs typeface="Calibri"/>
                          <a:sym typeface="Calibri"/>
                        </a:rPr>
                        <a:t>, </a:t>
                      </a:r>
                      <a:r>
                        <a:rPr lang="en-GB" sz="2200" u="none" dirty="0" err="1">
                          <a:latin typeface="Calibri"/>
                          <a:ea typeface="Calibri"/>
                          <a:cs typeface="Calibri"/>
                          <a:sym typeface="Calibri"/>
                        </a:rPr>
                        <a:t>mengutamakan</a:t>
                      </a:r>
                      <a:r>
                        <a:rPr lang="en-GB" sz="2200" u="none" dirty="0">
                          <a:latin typeface="Calibri"/>
                          <a:ea typeface="Calibri"/>
                          <a:cs typeface="Calibri"/>
                          <a:sym typeface="Calibri"/>
                        </a:rPr>
                        <a:t> </a:t>
                      </a:r>
                      <a:r>
                        <a:rPr lang="en-GB" sz="2200" u="none" dirty="0" err="1">
                          <a:latin typeface="Calibri"/>
                          <a:ea typeface="Calibri"/>
                          <a:cs typeface="Calibri"/>
                          <a:sym typeface="Calibri"/>
                        </a:rPr>
                        <a:t>kenyamanan</a:t>
                      </a:r>
                      <a:r>
                        <a:rPr lang="en-GB" sz="2200" u="none" dirty="0">
                          <a:latin typeface="Calibri"/>
                          <a:ea typeface="Calibri"/>
                          <a:cs typeface="Calibri"/>
                          <a:sym typeface="Calibri"/>
                        </a:rPr>
                        <a:t> </a:t>
                      </a:r>
                      <a:r>
                        <a:rPr lang="en-GB" sz="2200" i="1" u="none" dirty="0">
                          <a:latin typeface="Calibri"/>
                          <a:ea typeface="Calibri"/>
                          <a:cs typeface="Calibri"/>
                          <a:sym typeface="Calibri"/>
                        </a:rPr>
                        <a:t>customer</a:t>
                      </a:r>
                      <a:endParaRPr sz="2200" u="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n-GB" sz="3600" b="1">
                          <a:solidFill>
                            <a:srgbClr val="8B4513"/>
                          </a:solidFill>
                          <a:latin typeface="Federo"/>
                          <a:ea typeface="Federo"/>
                          <a:cs typeface="Federo"/>
                          <a:sym typeface="Federo"/>
                        </a:rPr>
                        <a:t>SERVICE</a:t>
                      </a:r>
                      <a:endParaRPr sz="3600" b="1">
                        <a:solidFill>
                          <a:srgbClr val="8B4513"/>
                        </a:solidFill>
                        <a:latin typeface="Federo"/>
                        <a:ea typeface="Federo"/>
                        <a:cs typeface="Federo"/>
                        <a:sym typeface="Federo"/>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vMerge="1">
                  <a:txBody>
                    <a:bodyPr/>
                    <a:lstStyle/>
                    <a:p>
                      <a:endParaRPr lang="en-US"/>
                    </a:p>
                  </a:txBody>
                  <a:tcPr/>
                </a:tc>
                <a:extLst>
                  <a:ext uri="{0D108BD9-81ED-4DB2-BD59-A6C34878D82A}">
                    <a16:rowId xmlns:a16="http://schemas.microsoft.com/office/drawing/2014/main" val="10002"/>
                  </a:ext>
                </a:extLst>
              </a:tr>
              <a:tr h="1708850">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GB" sz="6000" b="1">
                          <a:solidFill>
                            <a:srgbClr val="FF4D00"/>
                          </a:solidFill>
                        </a:rPr>
                        <a:t>E</a:t>
                      </a:r>
                      <a:r>
                        <a:rPr lang="en-GB" sz="3200" b="1"/>
                        <a:t>XCELLENT ACHIEVEMENT</a:t>
                      </a:r>
                      <a:endParaRPr sz="3200" b="1"/>
                    </a:p>
                  </a:txBody>
                  <a:tcPr marL="91450" marR="91450" marT="45725" marB="45725" anchor="ctr">
                    <a:lnR w="12700" cap="flat" cmpd="sng">
                      <a:solidFill>
                        <a:schemeClr val="dk1"/>
                      </a:solidFill>
                      <a:prstDash val="solid"/>
                      <a:round/>
                      <a:headEnd type="none" w="sm" len="sm"/>
                      <a:tailEnd type="none" w="sm" len="sm"/>
                    </a:lnR>
                  </a:tcPr>
                </a:tc>
                <a:tc>
                  <a:txBody>
                    <a:bodyPr/>
                    <a:lstStyle/>
                    <a:p>
                      <a:pPr marL="0" marR="0" lvl="0" indent="0" algn="ctr" rtl="0">
                        <a:lnSpc>
                          <a:spcPct val="100000"/>
                        </a:lnSpc>
                        <a:spcBef>
                          <a:spcPts val="0"/>
                        </a:spcBef>
                        <a:spcAft>
                          <a:spcPts val="0"/>
                        </a:spcAft>
                        <a:buNone/>
                      </a:pPr>
                      <a:r>
                        <a:rPr lang="en-GB" sz="2200" u="sng" dirty="0"/>
                        <a:t>ORANGE</a:t>
                      </a:r>
                      <a:endParaRPr sz="2200" u="none" dirty="0"/>
                    </a:p>
                    <a:p>
                      <a:pPr marL="0" marR="0" lvl="0" indent="0" algn="ctr" rtl="0">
                        <a:lnSpc>
                          <a:spcPct val="100000"/>
                        </a:lnSpc>
                        <a:spcBef>
                          <a:spcPts val="100"/>
                        </a:spcBef>
                        <a:spcAft>
                          <a:spcPts val="0"/>
                        </a:spcAft>
                        <a:buNone/>
                      </a:pPr>
                      <a:r>
                        <a:rPr lang="en-GB" sz="2200" u="none" dirty="0" err="1">
                          <a:latin typeface="Calibri"/>
                          <a:ea typeface="Calibri"/>
                          <a:cs typeface="Calibri"/>
                          <a:sym typeface="Calibri"/>
                        </a:rPr>
                        <a:t>Fokus</a:t>
                      </a:r>
                      <a:r>
                        <a:rPr lang="en-GB" sz="2200" u="none" dirty="0">
                          <a:latin typeface="Calibri"/>
                          <a:ea typeface="Calibri"/>
                          <a:cs typeface="Calibri"/>
                          <a:sym typeface="Calibri"/>
                        </a:rPr>
                        <a:t> pada </a:t>
                      </a:r>
                      <a:r>
                        <a:rPr lang="en-GB" sz="2200" u="none" dirty="0" err="1">
                          <a:latin typeface="Calibri"/>
                          <a:ea typeface="Calibri"/>
                          <a:cs typeface="Calibri"/>
                          <a:sym typeface="Calibri"/>
                        </a:rPr>
                        <a:t>pencapaian</a:t>
                      </a:r>
                      <a:r>
                        <a:rPr lang="en-GB" sz="2200" u="none" dirty="0">
                          <a:latin typeface="Calibri"/>
                          <a:ea typeface="Calibri"/>
                          <a:cs typeface="Calibri"/>
                          <a:sym typeface="Calibri"/>
                        </a:rPr>
                        <a:t>, </a:t>
                      </a:r>
                      <a:r>
                        <a:rPr lang="en-GB" sz="2200" u="none" dirty="0" err="1">
                          <a:latin typeface="Calibri"/>
                          <a:ea typeface="Calibri"/>
                          <a:cs typeface="Calibri"/>
                          <a:sym typeface="Calibri"/>
                        </a:rPr>
                        <a:t>kreatif</a:t>
                      </a:r>
                      <a:r>
                        <a:rPr lang="en-GB" sz="2200" u="none" dirty="0">
                          <a:latin typeface="Calibri"/>
                          <a:ea typeface="Calibri"/>
                          <a:cs typeface="Calibri"/>
                          <a:sym typeface="Calibri"/>
                        </a:rPr>
                        <a:t>, dan </a:t>
                      </a:r>
                      <a:r>
                        <a:rPr lang="en-GB" sz="2200" u="none" dirty="0" err="1">
                          <a:latin typeface="Calibri"/>
                          <a:ea typeface="Calibri"/>
                          <a:cs typeface="Calibri"/>
                          <a:sym typeface="Calibri"/>
                        </a:rPr>
                        <a:t>penuh</a:t>
                      </a:r>
                      <a:r>
                        <a:rPr lang="en-GB" sz="2200" u="none" dirty="0">
                          <a:latin typeface="Calibri"/>
                          <a:ea typeface="Calibri"/>
                          <a:cs typeface="Calibri"/>
                          <a:sym typeface="Calibri"/>
                        </a:rPr>
                        <a:t> </a:t>
                      </a:r>
                      <a:r>
                        <a:rPr lang="en-GB" sz="2200" u="none" dirty="0" err="1">
                          <a:latin typeface="Calibri"/>
                          <a:ea typeface="Calibri"/>
                          <a:cs typeface="Calibri"/>
                          <a:sym typeface="Calibri"/>
                        </a:rPr>
                        <a:t>semangat</a:t>
                      </a:r>
                      <a:endParaRPr sz="2200" u="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n-GB" sz="3600" b="1" dirty="0">
                          <a:solidFill>
                            <a:srgbClr val="FF4D00"/>
                          </a:solidFill>
                          <a:latin typeface="Federo"/>
                          <a:ea typeface="Federo"/>
                          <a:cs typeface="Federo"/>
                          <a:sym typeface="Federo"/>
                        </a:rPr>
                        <a:t>WORK </a:t>
                      </a:r>
                      <a:r>
                        <a:rPr lang="en-GB" sz="3200" b="1" dirty="0">
                          <a:solidFill>
                            <a:srgbClr val="FF4D00"/>
                          </a:solidFill>
                          <a:latin typeface="Federo"/>
                          <a:ea typeface="Federo"/>
                          <a:cs typeface="Federo"/>
                          <a:sym typeface="Federo"/>
                        </a:rPr>
                        <a:t>PERFORMANCE</a:t>
                      </a:r>
                      <a:endParaRPr sz="3600" b="1" dirty="0">
                        <a:solidFill>
                          <a:srgbClr val="FF4D00"/>
                        </a:solidFill>
                        <a:latin typeface="Federo"/>
                        <a:ea typeface="Federo"/>
                        <a:cs typeface="Federo"/>
                        <a:sym typeface="Federo"/>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vMerge="1">
                  <a:txBody>
                    <a:bodyPr/>
                    <a:lstStyle/>
                    <a:p>
                      <a:endParaRPr lang="en-US"/>
                    </a:p>
                  </a:txBody>
                  <a:tcPr/>
                </a:tc>
                <a:extLst>
                  <a:ext uri="{0D108BD9-81ED-4DB2-BD59-A6C34878D82A}">
                    <a16:rowId xmlns:a16="http://schemas.microsoft.com/office/drawing/2014/main" val="10003"/>
                  </a:ext>
                </a:extLst>
              </a:tr>
              <a:tr h="1708850">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GB" sz="6000" b="1">
                          <a:solidFill>
                            <a:srgbClr val="FF0000"/>
                          </a:solidFill>
                        </a:rPr>
                        <a:t>S</a:t>
                      </a:r>
                      <a:r>
                        <a:rPr lang="en-GB" sz="3200" b="1"/>
                        <a:t>YNERGY</a:t>
                      </a:r>
                      <a:endParaRPr sz="3200" b="1"/>
                    </a:p>
                  </a:txBody>
                  <a:tcPr marL="91450" marR="91450" marT="45725" marB="45725" anchor="ctr">
                    <a:lnR w="12700" cap="flat" cmpd="sng">
                      <a:solidFill>
                        <a:schemeClr val="dk1"/>
                      </a:solidFill>
                      <a:prstDash val="solid"/>
                      <a:round/>
                      <a:headEnd type="none" w="sm" len="sm"/>
                      <a:tailEnd type="none" w="sm" len="sm"/>
                    </a:lnR>
                  </a:tcPr>
                </a:tc>
                <a:tc>
                  <a:txBody>
                    <a:bodyPr/>
                    <a:lstStyle/>
                    <a:p>
                      <a:pPr marL="3810" marR="0" lvl="0" indent="0" algn="ctr" rtl="0">
                        <a:lnSpc>
                          <a:spcPct val="100000"/>
                        </a:lnSpc>
                        <a:spcBef>
                          <a:spcPts val="0"/>
                        </a:spcBef>
                        <a:spcAft>
                          <a:spcPts val="0"/>
                        </a:spcAft>
                        <a:buNone/>
                      </a:pPr>
                      <a:r>
                        <a:rPr lang="en-GB" sz="2200" u="sng" dirty="0"/>
                        <a:t>MERAH</a:t>
                      </a:r>
                      <a:endParaRPr sz="2200" u="sng" dirty="0"/>
                    </a:p>
                    <a:p>
                      <a:pPr marL="0" marR="0" lvl="0" indent="0" algn="ctr" rtl="0">
                        <a:lnSpc>
                          <a:spcPct val="100000"/>
                        </a:lnSpc>
                        <a:spcBef>
                          <a:spcPts val="0"/>
                        </a:spcBef>
                        <a:spcAft>
                          <a:spcPts val="0"/>
                        </a:spcAft>
                        <a:buNone/>
                      </a:pPr>
                      <a:r>
                        <a:rPr lang="en-GB" sz="2200" dirty="0" err="1"/>
                        <a:t>Sepenuh</a:t>
                      </a:r>
                      <a:r>
                        <a:rPr lang="en-GB" sz="2200" dirty="0"/>
                        <a:t> </a:t>
                      </a:r>
                      <a:r>
                        <a:rPr lang="en-GB" sz="2200" dirty="0" err="1"/>
                        <a:t>hati</a:t>
                      </a:r>
                      <a:r>
                        <a:rPr lang="en-GB" sz="2200" dirty="0"/>
                        <a:t> </a:t>
                      </a:r>
                      <a:r>
                        <a:rPr lang="en-GB" sz="2200" dirty="0" err="1"/>
                        <a:t>mencintai</a:t>
                      </a:r>
                      <a:r>
                        <a:rPr lang="en-GB" sz="2200" dirty="0"/>
                        <a:t> </a:t>
                      </a:r>
                      <a:r>
                        <a:rPr lang="en-GB" sz="2200" dirty="0" err="1"/>
                        <a:t>pekerjaannya</a:t>
                      </a:r>
                      <a:r>
                        <a:rPr lang="en-GB" sz="2200" dirty="0"/>
                        <a:t>, dan </a:t>
                      </a:r>
                      <a:r>
                        <a:rPr lang="en-GB" sz="2200" dirty="0" err="1"/>
                        <a:t>menjalin</a:t>
                      </a:r>
                      <a:r>
                        <a:rPr lang="en-GB" sz="2200" dirty="0"/>
                        <a:t> </a:t>
                      </a:r>
                      <a:r>
                        <a:rPr lang="en-GB" sz="2200" dirty="0" err="1"/>
                        <a:t>hubungan</a:t>
                      </a:r>
                      <a:r>
                        <a:rPr lang="en-GB" sz="2200" dirty="0"/>
                        <a:t> yang </a:t>
                      </a:r>
                      <a:r>
                        <a:rPr lang="en-GB" sz="2200" dirty="0" err="1"/>
                        <a:t>baik</a:t>
                      </a:r>
                      <a:r>
                        <a:rPr lang="en-GB" sz="2200" dirty="0"/>
                        <a:t> </a:t>
                      </a:r>
                      <a:r>
                        <a:rPr lang="en-GB" sz="2200" dirty="0" err="1"/>
                        <a:t>antar</a:t>
                      </a:r>
                      <a:r>
                        <a:rPr lang="en-GB" sz="2200" dirty="0"/>
                        <a:t> divisi</a:t>
                      </a:r>
                      <a:endParaRPr sz="2200"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n-GB" sz="3600" b="1" dirty="0">
                          <a:solidFill>
                            <a:srgbClr val="FF0000"/>
                          </a:solidFill>
                          <a:latin typeface="Federo"/>
                          <a:ea typeface="Federo"/>
                          <a:cs typeface="Federo"/>
                          <a:sym typeface="Federo"/>
                        </a:rPr>
                        <a:t>TEAMWORK</a:t>
                      </a:r>
                      <a:endParaRPr sz="3600" b="1" dirty="0">
                        <a:solidFill>
                          <a:srgbClr val="FF0000"/>
                        </a:solidFill>
                        <a:latin typeface="Federo"/>
                        <a:ea typeface="Federo"/>
                        <a:cs typeface="Federo"/>
                        <a:sym typeface="Federo"/>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vMerge="1">
                  <a:txBody>
                    <a:bodyPr/>
                    <a:lstStyle/>
                    <a:p>
                      <a:endParaRPr lang="en-US"/>
                    </a:p>
                  </a:txBody>
                  <a:tcPr/>
                </a:tc>
                <a:extLst>
                  <a:ext uri="{0D108BD9-81ED-4DB2-BD59-A6C34878D82A}">
                    <a16:rowId xmlns:a16="http://schemas.microsoft.com/office/drawing/2014/main" val="10004"/>
                  </a:ext>
                </a:extLst>
              </a:tr>
            </a:tbl>
          </a:graphicData>
        </a:graphic>
      </p:graphicFrame>
      <p:sp>
        <p:nvSpPr>
          <p:cNvPr id="491" name="Google Shape;491;p12"/>
          <p:cNvSpPr txBox="1"/>
          <p:nvPr/>
        </p:nvSpPr>
        <p:spPr>
          <a:xfrm>
            <a:off x="2896309" y="499738"/>
            <a:ext cx="12517118" cy="197073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3A719A"/>
              </a:buClr>
              <a:buSzPts val="6600"/>
              <a:buFont typeface="Federo"/>
              <a:buNone/>
            </a:pPr>
            <a:r>
              <a:rPr lang="en-GB" sz="6600" b="1">
                <a:solidFill>
                  <a:srgbClr val="3A719A"/>
                </a:solidFill>
                <a:latin typeface="Federo"/>
                <a:ea typeface="Federo"/>
                <a:cs typeface="Federo"/>
                <a:sym typeface="Federo"/>
              </a:rPr>
              <a:t>Definisi Logo</a:t>
            </a:r>
            <a:endParaRPr sz="6600" b="1">
              <a:solidFill>
                <a:srgbClr val="3A719A"/>
              </a:solidFill>
              <a:latin typeface="Federo"/>
              <a:ea typeface="Federo"/>
              <a:cs typeface="Federo"/>
              <a:sym typeface="Federo"/>
            </a:endParaRPr>
          </a:p>
        </p:txBody>
      </p:sp>
      <p:grpSp>
        <p:nvGrpSpPr>
          <p:cNvPr id="492" name="Google Shape;492;p12"/>
          <p:cNvGrpSpPr/>
          <p:nvPr/>
        </p:nvGrpSpPr>
        <p:grpSpPr>
          <a:xfrm>
            <a:off x="-1057617" y="9639300"/>
            <a:ext cx="20499486" cy="1524000"/>
            <a:chOff x="-762000" y="8773026"/>
            <a:chExt cx="20499486" cy="1524000"/>
          </a:xfrm>
        </p:grpSpPr>
        <p:grpSp>
          <p:nvGrpSpPr>
            <p:cNvPr id="493" name="Google Shape;493;p12"/>
            <p:cNvGrpSpPr/>
            <p:nvPr/>
          </p:nvGrpSpPr>
          <p:grpSpPr>
            <a:xfrm>
              <a:off x="-762000" y="8773026"/>
              <a:ext cx="10287000" cy="1524000"/>
              <a:chOff x="-107950" y="7504113"/>
              <a:chExt cx="18395950" cy="2782887"/>
            </a:xfrm>
          </p:grpSpPr>
          <p:sp>
            <p:nvSpPr>
              <p:cNvPr id="494" name="Google Shape;494;p12"/>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5" name="Google Shape;495;p12"/>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96" name="Google Shape;496;p12"/>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497" name="Google Shape;497;p12"/>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498" name="Google Shape;498;p12"/>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499" name="Google Shape;499;p12"/>
            <p:cNvGrpSpPr/>
            <p:nvPr/>
          </p:nvGrpSpPr>
          <p:grpSpPr>
            <a:xfrm>
              <a:off x="9450486" y="8773026"/>
              <a:ext cx="10287000" cy="1524000"/>
              <a:chOff x="-107950" y="7504113"/>
              <a:chExt cx="18395950" cy="2782887"/>
            </a:xfrm>
          </p:grpSpPr>
          <p:sp>
            <p:nvSpPr>
              <p:cNvPr id="500" name="Google Shape;500;p12"/>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1" name="Google Shape;501;p12"/>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02" name="Google Shape;502;p12"/>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503" name="Google Shape;503;p12"/>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504" name="Google Shape;504;p12"/>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pic>
        <p:nvPicPr>
          <p:cNvPr id="505" name="Google Shape;505;p12"/>
          <p:cNvPicPr preferRelativeResize="0"/>
          <p:nvPr/>
        </p:nvPicPr>
        <p:blipFill rotWithShape="1">
          <a:blip r:embed="rId5">
            <a:alphaModFix/>
          </a:blip>
          <a:srcRect/>
          <a:stretch/>
        </p:blipFill>
        <p:spPr>
          <a:xfrm>
            <a:off x="765524" y="2737083"/>
            <a:ext cx="1634243" cy="1818833"/>
          </a:xfrm>
          <a:prstGeom prst="rect">
            <a:avLst/>
          </a:prstGeom>
          <a:noFill/>
          <a:ln>
            <a:noFill/>
          </a:ln>
        </p:spPr>
      </p:pic>
      <p:pic>
        <p:nvPicPr>
          <p:cNvPr id="506" name="Google Shape;506;p12"/>
          <p:cNvPicPr preferRelativeResize="0"/>
          <p:nvPr/>
        </p:nvPicPr>
        <p:blipFill rotWithShape="1">
          <a:blip r:embed="rId6">
            <a:alphaModFix/>
          </a:blip>
          <a:srcRect/>
          <a:stretch/>
        </p:blipFill>
        <p:spPr>
          <a:xfrm>
            <a:off x="810578" y="4391765"/>
            <a:ext cx="1645576" cy="1754806"/>
          </a:xfrm>
          <a:prstGeom prst="rect">
            <a:avLst/>
          </a:prstGeom>
          <a:noFill/>
          <a:ln>
            <a:noFill/>
          </a:ln>
        </p:spPr>
      </p:pic>
      <p:pic>
        <p:nvPicPr>
          <p:cNvPr id="507" name="Google Shape;507;p12"/>
          <p:cNvPicPr preferRelativeResize="0"/>
          <p:nvPr/>
        </p:nvPicPr>
        <p:blipFill rotWithShape="1">
          <a:blip r:embed="rId7">
            <a:alphaModFix/>
          </a:blip>
          <a:srcRect/>
          <a:stretch/>
        </p:blipFill>
        <p:spPr>
          <a:xfrm>
            <a:off x="838200" y="6130390"/>
            <a:ext cx="1645576" cy="1692931"/>
          </a:xfrm>
          <a:prstGeom prst="rect">
            <a:avLst/>
          </a:prstGeom>
          <a:noFill/>
          <a:ln>
            <a:noFill/>
          </a:ln>
        </p:spPr>
      </p:pic>
      <p:pic>
        <p:nvPicPr>
          <p:cNvPr id="508" name="Google Shape;508;p12"/>
          <p:cNvPicPr preferRelativeResize="0"/>
          <p:nvPr/>
        </p:nvPicPr>
        <p:blipFill rotWithShape="1">
          <a:blip r:embed="rId8">
            <a:alphaModFix/>
          </a:blip>
          <a:srcRect/>
          <a:stretch/>
        </p:blipFill>
        <p:spPr>
          <a:xfrm>
            <a:off x="846291" y="7793242"/>
            <a:ext cx="1609863" cy="1791730"/>
          </a:xfrm>
          <a:prstGeom prst="rect">
            <a:avLst/>
          </a:prstGeom>
          <a:noFill/>
          <a:ln>
            <a:noFill/>
          </a:ln>
        </p:spPr>
      </p:pic>
      <p:pic>
        <p:nvPicPr>
          <p:cNvPr id="509" name="Google Shape;509;p12"/>
          <p:cNvPicPr preferRelativeResize="0"/>
          <p:nvPr/>
        </p:nvPicPr>
        <p:blipFill rotWithShape="1">
          <a:blip r:embed="rId9">
            <a:alphaModFix/>
          </a:blip>
          <a:srcRect/>
          <a:stretch/>
        </p:blipFill>
        <p:spPr>
          <a:xfrm>
            <a:off x="535793" y="232807"/>
            <a:ext cx="2591987" cy="10272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13"/>
          <p:cNvSpPr txBox="1">
            <a:spLocks noGrp="1"/>
          </p:cNvSpPr>
          <p:nvPr>
            <p:ph type="title"/>
          </p:nvPr>
        </p:nvSpPr>
        <p:spPr>
          <a:xfrm>
            <a:off x="6346063" y="6076304"/>
            <a:ext cx="6738874"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23344D"/>
              </a:buClr>
              <a:buSzPts val="13800"/>
              <a:buFont typeface="Corsiva"/>
              <a:buNone/>
            </a:pPr>
            <a:r>
              <a:rPr lang="en-GB" sz="13800" b="1">
                <a:solidFill>
                  <a:srgbClr val="23344D"/>
                </a:solidFill>
                <a:latin typeface="Corsiva"/>
                <a:ea typeface="Corsiva"/>
                <a:cs typeface="Corsiva"/>
                <a:sym typeface="Corsiva"/>
              </a:rPr>
              <a:t>Integrity</a:t>
            </a:r>
            <a:endParaRPr sz="13800" b="1">
              <a:solidFill>
                <a:srgbClr val="23344D"/>
              </a:solidFill>
              <a:latin typeface="Corsiva"/>
              <a:ea typeface="Corsiva"/>
              <a:cs typeface="Corsiva"/>
              <a:sym typeface="Corsiva"/>
            </a:endParaRPr>
          </a:p>
        </p:txBody>
      </p:sp>
      <p:sp>
        <p:nvSpPr>
          <p:cNvPr id="515" name="Google Shape;515;p13"/>
          <p:cNvSpPr txBox="1"/>
          <p:nvPr/>
        </p:nvSpPr>
        <p:spPr>
          <a:xfrm>
            <a:off x="2622840" y="7716714"/>
            <a:ext cx="14979361" cy="1969770"/>
          </a:xfrm>
          <a:prstGeom prst="rect">
            <a:avLst/>
          </a:prstGeom>
          <a:noFill/>
          <a:ln>
            <a:noFill/>
          </a:ln>
        </p:spPr>
        <p:txBody>
          <a:bodyPr spcFirstLastPara="1" wrap="square" lIns="0" tIns="0" rIns="0" bIns="0" anchor="t" anchorCtr="0">
            <a:spAutoFit/>
          </a:bodyPr>
          <a:lstStyle/>
          <a:p>
            <a:pPr marL="12700" marR="0" lvl="0" indent="0" algn="just" rtl="0">
              <a:spcBef>
                <a:spcPts val="0"/>
              </a:spcBef>
              <a:spcAft>
                <a:spcPts val="0"/>
              </a:spcAft>
              <a:buNone/>
            </a:pPr>
            <a:r>
              <a:rPr lang="en-GB" sz="3200" b="0" i="1">
                <a:solidFill>
                  <a:srgbClr val="23344D"/>
                </a:solidFill>
                <a:latin typeface="Calibri"/>
                <a:ea typeface="Calibri"/>
                <a:cs typeface="Calibri"/>
                <a:sym typeface="Calibri"/>
              </a:rPr>
              <a:t>Bersikap &amp; berperilaku jujur terhadap setiap ketentuan yang berlaku di perusahaan, tidak  merugikan perusahaan, berani untuk melaporkan segala bentuk ketidakjujuran, kecurangan, fraud yang dilihatnya, serta mendukung sepenuhnya  terhadap tercapainya visi dan misi perusahaan</a:t>
            </a:r>
            <a:endParaRPr sz="3200" b="0" i="1">
              <a:solidFill>
                <a:srgbClr val="23344D"/>
              </a:solidFill>
              <a:latin typeface="Calibri"/>
              <a:ea typeface="Calibri"/>
              <a:cs typeface="Calibri"/>
              <a:sym typeface="Calibri"/>
            </a:endParaRPr>
          </a:p>
        </p:txBody>
      </p:sp>
      <p:grpSp>
        <p:nvGrpSpPr>
          <p:cNvPr id="516" name="Google Shape;516;p13"/>
          <p:cNvGrpSpPr/>
          <p:nvPr/>
        </p:nvGrpSpPr>
        <p:grpSpPr>
          <a:xfrm rot="5400000">
            <a:off x="-5219700" y="4381500"/>
            <a:ext cx="10287000" cy="1524000"/>
            <a:chOff x="-107950" y="7504113"/>
            <a:chExt cx="18395950" cy="2782887"/>
          </a:xfrm>
        </p:grpSpPr>
        <p:sp>
          <p:nvSpPr>
            <p:cNvPr id="517" name="Google Shape;517;p13"/>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8" name="Google Shape;518;p13"/>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19" name="Google Shape;519;p13"/>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520" name="Google Shape;520;p13"/>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521" name="Google Shape;521;p13"/>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522" name="Google Shape;522;p13"/>
          <p:cNvSpPr txBox="1"/>
          <p:nvPr/>
        </p:nvSpPr>
        <p:spPr>
          <a:xfrm>
            <a:off x="1541069" y="485492"/>
            <a:ext cx="428889" cy="2567369"/>
          </a:xfrm>
          <a:prstGeom prst="rect">
            <a:avLst/>
          </a:prstGeom>
          <a:noFill/>
          <a:ln>
            <a:noFill/>
          </a:ln>
        </p:spPr>
        <p:txBody>
          <a:bodyPr spcFirstLastPara="1" wrap="square" lIns="0" tIns="12700" rIns="0" bIns="0" anchor="ctr" anchorCtr="0">
            <a:spAutoFit/>
          </a:bodyPr>
          <a:lstStyle/>
          <a:p>
            <a:pPr marL="12700" marR="0" lvl="0" indent="0" algn="ctr" rtl="0">
              <a:spcBef>
                <a:spcPts val="0"/>
              </a:spcBef>
              <a:spcAft>
                <a:spcPts val="0"/>
              </a:spcAft>
              <a:buClr>
                <a:srgbClr val="FFFFFF"/>
              </a:buClr>
              <a:buSzPts val="16600"/>
              <a:buFont typeface="Calibri"/>
              <a:buNone/>
            </a:pPr>
            <a:r>
              <a:rPr lang="en-GB" sz="16600" b="1">
                <a:solidFill>
                  <a:srgbClr val="FFFFFF"/>
                </a:solidFill>
                <a:latin typeface="Calibri"/>
                <a:ea typeface="Calibri"/>
                <a:cs typeface="Calibri"/>
                <a:sym typeface="Calibri"/>
              </a:rPr>
              <a:t>I</a:t>
            </a:r>
            <a:endParaRPr sz="8000">
              <a:solidFill>
                <a:schemeClr val="dk1"/>
              </a:solidFill>
              <a:latin typeface="Calibri"/>
              <a:ea typeface="Calibri"/>
              <a:cs typeface="Calibri"/>
              <a:sym typeface="Calibri"/>
            </a:endParaRPr>
          </a:p>
        </p:txBody>
      </p:sp>
      <p:pic>
        <p:nvPicPr>
          <p:cNvPr id="523" name="Google Shape;523;p13" descr="guliker-integrity-icon - Guliker Design Group"/>
          <p:cNvPicPr preferRelativeResize="0"/>
          <p:nvPr/>
        </p:nvPicPr>
        <p:blipFill rotWithShape="1">
          <a:blip r:embed="rId5">
            <a:alphaModFix/>
          </a:blip>
          <a:srcRect/>
          <a:stretch/>
        </p:blipFill>
        <p:spPr>
          <a:xfrm>
            <a:off x="7391400" y="495055"/>
            <a:ext cx="5105400" cy="5115611"/>
          </a:xfrm>
          <a:prstGeom prst="rect">
            <a:avLst/>
          </a:prstGeom>
          <a:noFill/>
          <a:ln>
            <a:noFill/>
          </a:ln>
        </p:spPr>
      </p:pic>
      <p:pic>
        <p:nvPicPr>
          <p:cNvPr id="524" name="Google Shape;524;p13"/>
          <p:cNvPicPr preferRelativeResize="0"/>
          <p:nvPr/>
        </p:nvPicPr>
        <p:blipFill rotWithShape="1">
          <a:blip r:embed="rId6">
            <a:alphaModFix/>
          </a:blip>
          <a:srcRect/>
          <a:stretch/>
        </p:blipFill>
        <p:spPr>
          <a:xfrm>
            <a:off x="-64169" y="77254"/>
            <a:ext cx="3501676" cy="389719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9"/>
        <p:cNvGrpSpPr/>
        <p:nvPr/>
      </p:nvGrpSpPr>
      <p:grpSpPr>
        <a:xfrm>
          <a:off x="0" y="0"/>
          <a:ext cx="0" cy="0"/>
          <a:chOff x="0" y="0"/>
          <a:chExt cx="0" cy="0"/>
        </a:xfrm>
      </p:grpSpPr>
      <p:cxnSp>
        <p:nvCxnSpPr>
          <p:cNvPr id="530" name="Google Shape;530;p14"/>
          <p:cNvCxnSpPr/>
          <p:nvPr/>
        </p:nvCxnSpPr>
        <p:spPr>
          <a:xfrm>
            <a:off x="8722109" y="4774306"/>
            <a:ext cx="0" cy="726224"/>
          </a:xfrm>
          <a:prstGeom prst="straightConnector1">
            <a:avLst/>
          </a:prstGeom>
          <a:noFill/>
          <a:ln w="25400" cap="flat" cmpd="sng">
            <a:solidFill>
              <a:srgbClr val="3F3F3F"/>
            </a:solidFill>
            <a:prstDash val="solid"/>
            <a:round/>
            <a:headEnd type="none" w="sm" len="sm"/>
            <a:tailEnd type="none" w="sm" len="sm"/>
          </a:ln>
        </p:spPr>
      </p:cxnSp>
      <p:cxnSp>
        <p:nvCxnSpPr>
          <p:cNvPr id="531" name="Google Shape;531;p14"/>
          <p:cNvCxnSpPr/>
          <p:nvPr/>
        </p:nvCxnSpPr>
        <p:spPr>
          <a:xfrm>
            <a:off x="2097377" y="5500530"/>
            <a:ext cx="13249472" cy="0"/>
          </a:xfrm>
          <a:prstGeom prst="straightConnector1">
            <a:avLst/>
          </a:prstGeom>
          <a:noFill/>
          <a:ln w="25400" cap="flat" cmpd="sng">
            <a:solidFill>
              <a:srgbClr val="3F3F3F"/>
            </a:solidFill>
            <a:prstDash val="solid"/>
            <a:round/>
            <a:headEnd type="none" w="sm" len="sm"/>
            <a:tailEnd type="none" w="sm" len="sm"/>
          </a:ln>
        </p:spPr>
      </p:cxnSp>
      <p:cxnSp>
        <p:nvCxnSpPr>
          <p:cNvPr id="532" name="Google Shape;532;p14"/>
          <p:cNvCxnSpPr/>
          <p:nvPr/>
        </p:nvCxnSpPr>
        <p:spPr>
          <a:xfrm>
            <a:off x="2097377" y="5500530"/>
            <a:ext cx="0" cy="726224"/>
          </a:xfrm>
          <a:prstGeom prst="straightConnector1">
            <a:avLst/>
          </a:prstGeom>
          <a:noFill/>
          <a:ln w="25400" cap="flat" cmpd="sng">
            <a:solidFill>
              <a:srgbClr val="3F3F3F"/>
            </a:solidFill>
            <a:prstDash val="solid"/>
            <a:round/>
            <a:headEnd type="oval" w="lg" len="lg"/>
            <a:tailEnd type="none" w="sm" len="sm"/>
          </a:ln>
        </p:spPr>
      </p:cxnSp>
      <p:cxnSp>
        <p:nvCxnSpPr>
          <p:cNvPr id="533" name="Google Shape;533;p14"/>
          <p:cNvCxnSpPr/>
          <p:nvPr/>
        </p:nvCxnSpPr>
        <p:spPr>
          <a:xfrm>
            <a:off x="5409745" y="5500530"/>
            <a:ext cx="0" cy="726224"/>
          </a:xfrm>
          <a:prstGeom prst="straightConnector1">
            <a:avLst/>
          </a:prstGeom>
          <a:noFill/>
          <a:ln w="25400" cap="flat" cmpd="sng">
            <a:solidFill>
              <a:srgbClr val="3F3F3F"/>
            </a:solidFill>
            <a:prstDash val="solid"/>
            <a:round/>
            <a:headEnd type="oval" w="lg" len="lg"/>
            <a:tailEnd type="none" w="sm" len="sm"/>
          </a:ln>
        </p:spPr>
      </p:cxnSp>
      <p:cxnSp>
        <p:nvCxnSpPr>
          <p:cNvPr id="534" name="Google Shape;534;p14"/>
          <p:cNvCxnSpPr/>
          <p:nvPr/>
        </p:nvCxnSpPr>
        <p:spPr>
          <a:xfrm>
            <a:off x="8722113" y="5500530"/>
            <a:ext cx="0" cy="726224"/>
          </a:xfrm>
          <a:prstGeom prst="straightConnector1">
            <a:avLst/>
          </a:prstGeom>
          <a:noFill/>
          <a:ln w="25400" cap="flat" cmpd="sng">
            <a:solidFill>
              <a:srgbClr val="3F3F3F"/>
            </a:solidFill>
            <a:prstDash val="solid"/>
            <a:round/>
            <a:headEnd type="oval" w="lg" len="lg"/>
            <a:tailEnd type="none" w="sm" len="sm"/>
          </a:ln>
        </p:spPr>
      </p:cxnSp>
      <p:cxnSp>
        <p:nvCxnSpPr>
          <p:cNvPr id="535" name="Google Shape;535;p14"/>
          <p:cNvCxnSpPr/>
          <p:nvPr/>
        </p:nvCxnSpPr>
        <p:spPr>
          <a:xfrm>
            <a:off x="12034481" y="5500530"/>
            <a:ext cx="0" cy="726224"/>
          </a:xfrm>
          <a:prstGeom prst="straightConnector1">
            <a:avLst/>
          </a:prstGeom>
          <a:noFill/>
          <a:ln w="25400" cap="flat" cmpd="sng">
            <a:solidFill>
              <a:srgbClr val="3F3F3F"/>
            </a:solidFill>
            <a:prstDash val="solid"/>
            <a:round/>
            <a:headEnd type="oval" w="lg" len="lg"/>
            <a:tailEnd type="none" w="sm" len="sm"/>
          </a:ln>
        </p:spPr>
      </p:cxnSp>
      <p:cxnSp>
        <p:nvCxnSpPr>
          <p:cNvPr id="536" name="Google Shape;536;p14"/>
          <p:cNvCxnSpPr/>
          <p:nvPr/>
        </p:nvCxnSpPr>
        <p:spPr>
          <a:xfrm>
            <a:off x="15363559" y="5500530"/>
            <a:ext cx="0" cy="726224"/>
          </a:xfrm>
          <a:prstGeom prst="straightConnector1">
            <a:avLst/>
          </a:prstGeom>
          <a:noFill/>
          <a:ln w="25400" cap="flat" cmpd="sng">
            <a:solidFill>
              <a:srgbClr val="3F3F3F"/>
            </a:solidFill>
            <a:prstDash val="solid"/>
            <a:round/>
            <a:headEnd type="oval" w="lg" len="lg"/>
            <a:tailEnd type="none" w="sm" len="sm"/>
          </a:ln>
        </p:spPr>
      </p:cxnSp>
      <p:sp>
        <p:nvSpPr>
          <p:cNvPr id="537" name="Google Shape;537;p14"/>
          <p:cNvSpPr/>
          <p:nvPr/>
        </p:nvSpPr>
        <p:spPr>
          <a:xfrm>
            <a:off x="1470707" y="6226754"/>
            <a:ext cx="1242200" cy="1242200"/>
          </a:xfrm>
          <a:prstGeom prst="ellipse">
            <a:avLst/>
          </a:prstGeom>
          <a:solidFill>
            <a:schemeClr val="accent2"/>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538" name="Google Shape;538;p14"/>
          <p:cNvSpPr/>
          <p:nvPr/>
        </p:nvSpPr>
        <p:spPr>
          <a:xfrm>
            <a:off x="4788645" y="6226754"/>
            <a:ext cx="1242200" cy="1242200"/>
          </a:xfrm>
          <a:prstGeom prst="ellipse">
            <a:avLst/>
          </a:prstGeom>
          <a:solidFill>
            <a:schemeClr val="accent5"/>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539" name="Google Shape;539;p14"/>
          <p:cNvSpPr/>
          <p:nvPr/>
        </p:nvSpPr>
        <p:spPr>
          <a:xfrm>
            <a:off x="8106583" y="6226754"/>
            <a:ext cx="1242200" cy="1242200"/>
          </a:xfrm>
          <a:prstGeom prst="ellipse">
            <a:avLst/>
          </a:prstGeom>
          <a:solidFill>
            <a:schemeClr val="accent6"/>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540" name="Google Shape;540;p14"/>
          <p:cNvSpPr/>
          <p:nvPr/>
        </p:nvSpPr>
        <p:spPr>
          <a:xfrm>
            <a:off x="11424521" y="6226754"/>
            <a:ext cx="1242200" cy="1242200"/>
          </a:xfrm>
          <a:prstGeom prst="ellipse">
            <a:avLst/>
          </a:prstGeom>
          <a:solidFill>
            <a:schemeClr val="accent3"/>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541" name="Google Shape;541;p14"/>
          <p:cNvSpPr/>
          <p:nvPr/>
        </p:nvSpPr>
        <p:spPr>
          <a:xfrm>
            <a:off x="14742459" y="6226754"/>
            <a:ext cx="1242200" cy="1242200"/>
          </a:xfrm>
          <a:prstGeom prst="ellipse">
            <a:avLst/>
          </a:prstGeom>
          <a:solidFill>
            <a:schemeClr val="accent4"/>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542" name="Google Shape;542;p14"/>
          <p:cNvSpPr/>
          <p:nvPr/>
        </p:nvSpPr>
        <p:spPr>
          <a:xfrm>
            <a:off x="11734674" y="6582775"/>
            <a:ext cx="599614" cy="460586"/>
          </a:xfrm>
          <a:custGeom>
            <a:avLst/>
            <a:gdLst/>
            <a:ahLst/>
            <a:cxnLst/>
            <a:rect l="l" t="t" r="r" b="b"/>
            <a:pathLst>
              <a:path w="3186824" h="2447912" extrusionOk="0">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l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797B4F"/>
              </a:solidFill>
              <a:latin typeface="Calibri"/>
              <a:ea typeface="Calibri"/>
              <a:cs typeface="Calibri"/>
              <a:sym typeface="Calibri"/>
            </a:endParaRPr>
          </a:p>
        </p:txBody>
      </p:sp>
      <p:sp>
        <p:nvSpPr>
          <p:cNvPr id="543" name="Google Shape;543;p14"/>
          <p:cNvSpPr/>
          <p:nvPr/>
        </p:nvSpPr>
        <p:spPr>
          <a:xfrm>
            <a:off x="8290440" y="3424628"/>
            <a:ext cx="863342" cy="870556"/>
          </a:xfrm>
          <a:custGeom>
            <a:avLst/>
            <a:gdLst/>
            <a:ahLst/>
            <a:cxnLst/>
            <a:rect l="l" t="t" r="r" b="b"/>
            <a:pathLst>
              <a:path w="1652142" h="1665940" extrusionOk="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l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544" name="Google Shape;544;p14"/>
          <p:cNvSpPr/>
          <p:nvPr/>
        </p:nvSpPr>
        <p:spPr>
          <a:xfrm rot="2700000">
            <a:off x="1874804" y="6446859"/>
            <a:ext cx="434002" cy="778082"/>
          </a:xfrm>
          <a:custGeom>
            <a:avLst/>
            <a:gdLst/>
            <a:ahLst/>
            <a:cxnLst/>
            <a:rect l="l" t="t" r="r" b="b"/>
            <a:pathLst>
              <a:path w="2232248" h="4001999" extrusionOk="0">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545" name="Google Shape;545;p14"/>
          <p:cNvSpPr txBox="1"/>
          <p:nvPr/>
        </p:nvSpPr>
        <p:spPr>
          <a:xfrm>
            <a:off x="3949124" y="7693512"/>
            <a:ext cx="3108450" cy="646331"/>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3600" b="1">
                <a:solidFill>
                  <a:schemeClr val="dk1"/>
                </a:solidFill>
                <a:latin typeface="Calibri"/>
                <a:ea typeface="Calibri"/>
                <a:cs typeface="Calibri"/>
                <a:sym typeface="Calibri"/>
              </a:rPr>
              <a:t>Komitmen</a:t>
            </a:r>
            <a:endParaRPr sz="3600" b="1">
              <a:solidFill>
                <a:schemeClr val="dk1"/>
              </a:solidFill>
              <a:latin typeface="Calibri"/>
              <a:ea typeface="Calibri"/>
              <a:cs typeface="Calibri"/>
              <a:sym typeface="Calibri"/>
            </a:endParaRPr>
          </a:p>
        </p:txBody>
      </p:sp>
      <p:sp>
        <p:nvSpPr>
          <p:cNvPr id="546" name="Google Shape;546;p14"/>
          <p:cNvSpPr txBox="1"/>
          <p:nvPr/>
        </p:nvSpPr>
        <p:spPr>
          <a:xfrm>
            <a:off x="7167884" y="7756642"/>
            <a:ext cx="3108450" cy="1200329"/>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3600" b="1">
                <a:solidFill>
                  <a:schemeClr val="dk1"/>
                </a:solidFill>
                <a:latin typeface="Calibri"/>
                <a:ea typeface="Calibri"/>
                <a:cs typeface="Calibri"/>
                <a:sym typeface="Calibri"/>
              </a:rPr>
              <a:t>Kejujuran dalam bekerja</a:t>
            </a:r>
            <a:endParaRPr sz="3600" b="1">
              <a:solidFill>
                <a:schemeClr val="dk1"/>
              </a:solidFill>
              <a:latin typeface="Calibri"/>
              <a:ea typeface="Calibri"/>
              <a:cs typeface="Calibri"/>
              <a:sym typeface="Calibri"/>
            </a:endParaRPr>
          </a:p>
        </p:txBody>
      </p:sp>
      <p:sp>
        <p:nvSpPr>
          <p:cNvPr id="547" name="Google Shape;547;p14"/>
          <p:cNvSpPr txBox="1"/>
          <p:nvPr/>
        </p:nvSpPr>
        <p:spPr>
          <a:xfrm>
            <a:off x="10499634" y="7725689"/>
            <a:ext cx="3108450" cy="1200329"/>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3600" b="1">
                <a:solidFill>
                  <a:schemeClr val="dk1"/>
                </a:solidFill>
                <a:latin typeface="Calibri"/>
                <a:ea typeface="Calibri"/>
                <a:cs typeface="Calibri"/>
                <a:sym typeface="Calibri"/>
              </a:rPr>
              <a:t>Etika </a:t>
            </a:r>
            <a:endParaRPr sz="3600" b="1">
              <a:solidFill>
                <a:schemeClr val="dk1"/>
              </a:solidFill>
              <a:latin typeface="Calibri"/>
              <a:ea typeface="Calibri"/>
              <a:cs typeface="Calibri"/>
              <a:sym typeface="Calibri"/>
            </a:endParaRPr>
          </a:p>
          <a:p>
            <a:pPr marL="0" marR="0" lvl="0" indent="0" algn="ctr" rtl="0">
              <a:spcBef>
                <a:spcPts val="0"/>
              </a:spcBef>
              <a:spcAft>
                <a:spcPts val="0"/>
              </a:spcAft>
              <a:buNone/>
            </a:pPr>
            <a:r>
              <a:rPr lang="en-GB" sz="3600" b="1">
                <a:solidFill>
                  <a:schemeClr val="dk1"/>
                </a:solidFill>
                <a:latin typeface="Calibri"/>
                <a:ea typeface="Calibri"/>
                <a:cs typeface="Calibri"/>
                <a:sym typeface="Calibri"/>
              </a:rPr>
              <a:t>Individu</a:t>
            </a:r>
            <a:endParaRPr sz="3600" b="1">
              <a:solidFill>
                <a:schemeClr val="dk1"/>
              </a:solidFill>
              <a:latin typeface="Calibri"/>
              <a:ea typeface="Calibri"/>
              <a:cs typeface="Calibri"/>
              <a:sym typeface="Calibri"/>
            </a:endParaRPr>
          </a:p>
        </p:txBody>
      </p:sp>
      <p:sp>
        <p:nvSpPr>
          <p:cNvPr id="548" name="Google Shape;548;p14"/>
          <p:cNvSpPr txBox="1"/>
          <p:nvPr/>
        </p:nvSpPr>
        <p:spPr>
          <a:xfrm>
            <a:off x="13876227" y="7756642"/>
            <a:ext cx="3108450" cy="1200329"/>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3600" b="1">
                <a:solidFill>
                  <a:schemeClr val="dk1"/>
                </a:solidFill>
                <a:latin typeface="Calibri"/>
                <a:ea typeface="Calibri"/>
                <a:cs typeface="Calibri"/>
                <a:sym typeface="Calibri"/>
              </a:rPr>
              <a:t>Etos </a:t>
            </a:r>
            <a:endParaRPr sz="3600" b="1">
              <a:solidFill>
                <a:schemeClr val="dk1"/>
              </a:solidFill>
              <a:latin typeface="Calibri"/>
              <a:ea typeface="Calibri"/>
              <a:cs typeface="Calibri"/>
              <a:sym typeface="Calibri"/>
            </a:endParaRPr>
          </a:p>
          <a:p>
            <a:pPr marL="0" marR="0" lvl="0" indent="0" algn="ctr" rtl="0">
              <a:spcBef>
                <a:spcPts val="0"/>
              </a:spcBef>
              <a:spcAft>
                <a:spcPts val="0"/>
              </a:spcAft>
              <a:buNone/>
            </a:pPr>
            <a:r>
              <a:rPr lang="en-GB" sz="3600" b="1">
                <a:solidFill>
                  <a:schemeClr val="dk1"/>
                </a:solidFill>
                <a:latin typeface="Calibri"/>
                <a:ea typeface="Calibri"/>
                <a:cs typeface="Calibri"/>
                <a:sym typeface="Calibri"/>
              </a:rPr>
              <a:t>Kkerja tinggi</a:t>
            </a:r>
            <a:endParaRPr sz="3600" b="1">
              <a:solidFill>
                <a:schemeClr val="dk1"/>
              </a:solidFill>
              <a:latin typeface="Calibri"/>
              <a:ea typeface="Calibri"/>
              <a:cs typeface="Calibri"/>
              <a:sym typeface="Calibri"/>
            </a:endParaRPr>
          </a:p>
        </p:txBody>
      </p:sp>
      <p:sp>
        <p:nvSpPr>
          <p:cNvPr id="549" name="Google Shape;549;p14"/>
          <p:cNvSpPr txBox="1"/>
          <p:nvPr/>
        </p:nvSpPr>
        <p:spPr>
          <a:xfrm>
            <a:off x="8454372" y="3296833"/>
            <a:ext cx="2139950" cy="1415764"/>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GB" sz="8000" b="1">
                <a:solidFill>
                  <a:srgbClr val="FFFFFF"/>
                </a:solidFill>
                <a:latin typeface="Calibri"/>
                <a:ea typeface="Calibri"/>
                <a:cs typeface="Calibri"/>
                <a:sym typeface="Calibri"/>
              </a:rPr>
              <a:t>I 	   </a:t>
            </a:r>
            <a:endParaRPr sz="8000">
              <a:solidFill>
                <a:srgbClr val="000000"/>
              </a:solidFill>
              <a:latin typeface="Times New Roman"/>
              <a:ea typeface="Times New Roman"/>
              <a:cs typeface="Times New Roman"/>
              <a:sym typeface="Times New Roman"/>
            </a:endParaRPr>
          </a:p>
        </p:txBody>
      </p:sp>
      <p:sp>
        <p:nvSpPr>
          <p:cNvPr id="550" name="Google Shape;550;p14"/>
          <p:cNvSpPr/>
          <p:nvPr/>
        </p:nvSpPr>
        <p:spPr>
          <a:xfrm>
            <a:off x="7057574" y="957020"/>
            <a:ext cx="3762568"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9600" b="1" dirty="0">
                <a:solidFill>
                  <a:srgbClr val="4B0082"/>
                </a:solidFill>
                <a:latin typeface="Federo"/>
                <a:ea typeface="Federo"/>
                <a:cs typeface="Federo"/>
                <a:sym typeface="Federo"/>
              </a:rPr>
              <a:t>I</a:t>
            </a:r>
            <a:r>
              <a:rPr lang="en-GB" sz="6600" b="1" dirty="0">
                <a:solidFill>
                  <a:srgbClr val="000000"/>
                </a:solidFill>
                <a:latin typeface="Federo"/>
                <a:ea typeface="Federo"/>
                <a:cs typeface="Federo"/>
                <a:sym typeface="Federo"/>
              </a:rPr>
              <a:t>ntegrity</a:t>
            </a:r>
            <a:endParaRPr dirty="0"/>
          </a:p>
        </p:txBody>
      </p:sp>
      <p:sp>
        <p:nvSpPr>
          <p:cNvPr id="551" name="Google Shape;551;p14"/>
          <p:cNvSpPr/>
          <p:nvPr/>
        </p:nvSpPr>
        <p:spPr>
          <a:xfrm>
            <a:off x="8326402" y="6376274"/>
            <a:ext cx="816066" cy="747488"/>
          </a:xfrm>
          <a:custGeom>
            <a:avLst/>
            <a:gdLst/>
            <a:ahLst/>
            <a:cxnLst/>
            <a:rect l="l" t="t" r="r" b="b"/>
            <a:pathLst>
              <a:path w="3210745" h="2940925" extrusionOk="0">
                <a:moveTo>
                  <a:pt x="340528" y="2526682"/>
                </a:moveTo>
                <a:cubicBezTo>
                  <a:pt x="280875" y="2526682"/>
                  <a:pt x="232516" y="2575041"/>
                  <a:pt x="232516" y="2634694"/>
                </a:cubicBezTo>
                <a:cubicBezTo>
                  <a:pt x="232516" y="2694347"/>
                  <a:pt x="280875" y="2742706"/>
                  <a:pt x="340528" y="2742706"/>
                </a:cubicBezTo>
                <a:cubicBezTo>
                  <a:pt x="400181" y="2742706"/>
                  <a:pt x="448540" y="2694347"/>
                  <a:pt x="448540" y="2634694"/>
                </a:cubicBezTo>
                <a:cubicBezTo>
                  <a:pt x="448540" y="2575041"/>
                  <a:pt x="400181" y="2526682"/>
                  <a:pt x="340528" y="2526682"/>
                </a:cubicBezTo>
                <a:close/>
                <a:moveTo>
                  <a:pt x="1821636" y="152"/>
                </a:moveTo>
                <a:cubicBezTo>
                  <a:pt x="1920275" y="-4956"/>
                  <a:pt x="2051571" y="119306"/>
                  <a:pt x="2102482" y="278737"/>
                </a:cubicBezTo>
                <a:cubicBezTo>
                  <a:pt x="2192513" y="649582"/>
                  <a:pt x="1575154" y="1213351"/>
                  <a:pt x="2006019" y="1236931"/>
                </a:cubicBezTo>
                <a:cubicBezTo>
                  <a:pt x="2310412" y="1206920"/>
                  <a:pt x="2473326" y="1176910"/>
                  <a:pt x="2803442" y="1166192"/>
                </a:cubicBezTo>
                <a:cubicBezTo>
                  <a:pt x="3103547" y="1170479"/>
                  <a:pt x="3152850" y="1361260"/>
                  <a:pt x="3002798" y="1564903"/>
                </a:cubicBezTo>
                <a:cubicBezTo>
                  <a:pt x="3191435" y="1575621"/>
                  <a:pt x="3347919" y="1869296"/>
                  <a:pt x="3022090" y="1989338"/>
                </a:cubicBezTo>
                <a:cubicBezTo>
                  <a:pt x="3332913" y="2182262"/>
                  <a:pt x="3154994" y="2426634"/>
                  <a:pt x="2977074" y="2471650"/>
                </a:cubicBezTo>
                <a:cubicBezTo>
                  <a:pt x="3127127" y="2606697"/>
                  <a:pt x="3109978" y="2709590"/>
                  <a:pt x="2957782" y="2793191"/>
                </a:cubicBezTo>
                <a:cubicBezTo>
                  <a:pt x="2620164" y="2932526"/>
                  <a:pt x="1747715" y="3028988"/>
                  <a:pt x="1253613" y="2818914"/>
                </a:cubicBezTo>
                <a:cubicBezTo>
                  <a:pt x="1018944" y="2738561"/>
                  <a:pt x="869067" y="2654318"/>
                  <a:pt x="700568" y="2648441"/>
                </a:cubicBezTo>
                <a:lnTo>
                  <a:pt x="700568" y="2796242"/>
                </a:lnTo>
                <a:cubicBezTo>
                  <a:pt x="700568" y="2860729"/>
                  <a:pt x="648291" y="2913006"/>
                  <a:pt x="583804" y="2913006"/>
                </a:cubicBezTo>
                <a:lnTo>
                  <a:pt x="0" y="2913006"/>
                </a:lnTo>
                <a:lnTo>
                  <a:pt x="0" y="1400838"/>
                </a:lnTo>
                <a:lnTo>
                  <a:pt x="583804" y="1400838"/>
                </a:lnTo>
                <a:cubicBezTo>
                  <a:pt x="648291" y="1400838"/>
                  <a:pt x="700568" y="1453115"/>
                  <a:pt x="700568" y="1517602"/>
                </a:cubicBezTo>
                <a:lnTo>
                  <a:pt x="700568" y="1571674"/>
                </a:lnTo>
                <a:cubicBezTo>
                  <a:pt x="721537" y="1568378"/>
                  <a:pt x="746526" y="1559634"/>
                  <a:pt x="784162" y="1539180"/>
                </a:cubicBezTo>
                <a:cubicBezTo>
                  <a:pt x="831321" y="1421281"/>
                  <a:pt x="890271" y="1323747"/>
                  <a:pt x="1034964" y="1191915"/>
                </a:cubicBezTo>
                <a:cubicBezTo>
                  <a:pt x="1257900" y="851081"/>
                  <a:pt x="1628744" y="677449"/>
                  <a:pt x="1703770" y="169413"/>
                </a:cubicBezTo>
                <a:cubicBezTo>
                  <a:pt x="1715024" y="52855"/>
                  <a:pt x="1762452" y="3217"/>
                  <a:pt x="1821636" y="152"/>
                </a:cubicBezTo>
                <a:close/>
              </a:path>
            </a:pathLst>
          </a:custGeom>
          <a:solidFill>
            <a:schemeClr val="accen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552" name="Google Shape;552;p14"/>
          <p:cNvSpPr/>
          <p:nvPr/>
        </p:nvSpPr>
        <p:spPr>
          <a:xfrm rot="10800000">
            <a:off x="5254769" y="6451312"/>
            <a:ext cx="309948" cy="965236"/>
          </a:xfrm>
          <a:custGeom>
            <a:avLst/>
            <a:gdLst/>
            <a:ahLst/>
            <a:cxnLst/>
            <a:rect l="l" t="t" r="r" b="b"/>
            <a:pathLst>
              <a:path w="1040400" h="3240000" extrusionOk="0">
                <a:moveTo>
                  <a:pt x="41345" y="940666"/>
                </a:moveTo>
                <a:lnTo>
                  <a:pt x="1242" y="653403"/>
                </a:lnTo>
                <a:lnTo>
                  <a:pt x="0" y="653403"/>
                </a:lnTo>
                <a:lnTo>
                  <a:pt x="1057" y="652077"/>
                </a:lnTo>
                <a:lnTo>
                  <a:pt x="447" y="647712"/>
                </a:lnTo>
                <a:lnTo>
                  <a:pt x="4531" y="647712"/>
                </a:lnTo>
                <a:lnTo>
                  <a:pt x="520200" y="0"/>
                </a:lnTo>
                <a:lnTo>
                  <a:pt x="659109" y="174478"/>
                </a:lnTo>
                <a:close/>
                <a:moveTo>
                  <a:pt x="101622" y="1372451"/>
                </a:moveTo>
                <a:lnTo>
                  <a:pt x="61820" y="1087335"/>
                </a:lnTo>
                <a:lnTo>
                  <a:pt x="728036" y="261055"/>
                </a:lnTo>
                <a:lnTo>
                  <a:pt x="870500" y="439998"/>
                </a:lnTo>
                <a:lnTo>
                  <a:pt x="860164" y="431664"/>
                </a:lnTo>
                <a:close/>
                <a:moveTo>
                  <a:pt x="161365" y="1800403"/>
                </a:moveTo>
                <a:lnTo>
                  <a:pt x="122098" y="1519120"/>
                </a:lnTo>
                <a:lnTo>
                  <a:pt x="930953" y="515931"/>
                </a:lnTo>
                <a:lnTo>
                  <a:pt x="1035869" y="647712"/>
                </a:lnTo>
                <a:lnTo>
                  <a:pt x="1039954" y="647712"/>
                </a:lnTo>
                <a:lnTo>
                  <a:pt x="1039345" y="652078"/>
                </a:lnTo>
                <a:lnTo>
                  <a:pt x="1040400" y="653403"/>
                </a:lnTo>
                <a:lnTo>
                  <a:pt x="1039160" y="653403"/>
                </a:lnTo>
                <a:lnTo>
                  <a:pt x="1029316" y="723920"/>
                </a:lnTo>
                <a:close/>
                <a:moveTo>
                  <a:pt x="217894" y="2205330"/>
                </a:moveTo>
                <a:lnTo>
                  <a:pt x="181840" y="1947070"/>
                </a:lnTo>
                <a:lnTo>
                  <a:pt x="1000266" y="932012"/>
                </a:lnTo>
                <a:lnTo>
                  <a:pt x="949113" y="1298429"/>
                </a:lnTo>
                <a:close/>
                <a:moveTo>
                  <a:pt x="330192" y="2564220"/>
                </a:moveTo>
                <a:lnTo>
                  <a:pt x="267995" y="2564220"/>
                </a:lnTo>
                <a:lnTo>
                  <a:pt x="237100" y="2342912"/>
                </a:lnTo>
                <a:lnTo>
                  <a:pt x="242309" y="2347112"/>
                </a:lnTo>
                <a:lnTo>
                  <a:pt x="920063" y="1506522"/>
                </a:lnTo>
                <a:lnTo>
                  <a:pt x="865005" y="1900914"/>
                </a:lnTo>
                <a:close/>
                <a:moveTo>
                  <a:pt x="772406" y="2564220"/>
                </a:moveTo>
                <a:lnTo>
                  <a:pt x="468924" y="2564220"/>
                </a:lnTo>
                <a:lnTo>
                  <a:pt x="835955" y="2109008"/>
                </a:lnTo>
                <a:close/>
                <a:moveTo>
                  <a:pt x="892044" y="3240000"/>
                </a:moveTo>
                <a:lnTo>
                  <a:pt x="148356" y="3240000"/>
                </a:lnTo>
                <a:lnTo>
                  <a:pt x="276144" y="2663936"/>
                </a:lnTo>
                <a:lnTo>
                  <a:pt x="764256" y="2663936"/>
                </a:lnTo>
                <a:close/>
              </a:path>
            </a:pathLst>
          </a:custGeom>
          <a:solidFill>
            <a:schemeClr val="accent2"/>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553" name="Google Shape;553;p14"/>
          <p:cNvSpPr/>
          <p:nvPr/>
        </p:nvSpPr>
        <p:spPr>
          <a:xfrm>
            <a:off x="14956780" y="6473730"/>
            <a:ext cx="813558" cy="643212"/>
          </a:xfrm>
          <a:custGeom>
            <a:avLst/>
            <a:gdLst/>
            <a:ahLst/>
            <a:cxnLst/>
            <a:rect l="l" t="t" r="r" b="b"/>
            <a:pathLst>
              <a:path w="3219104" h="2545072" extrusionOk="0">
                <a:moveTo>
                  <a:pt x="2779672" y="457200"/>
                </a:moveTo>
                <a:lnTo>
                  <a:pt x="2975888" y="457200"/>
                </a:lnTo>
                <a:cubicBezTo>
                  <a:pt x="3110212" y="457200"/>
                  <a:pt x="3219104" y="566092"/>
                  <a:pt x="3219104" y="700416"/>
                </a:cubicBezTo>
                <a:lnTo>
                  <a:pt x="3219104" y="2301856"/>
                </a:lnTo>
                <a:cubicBezTo>
                  <a:pt x="3219104" y="2436180"/>
                  <a:pt x="3110212" y="2545072"/>
                  <a:pt x="2975888" y="2545072"/>
                </a:cubicBezTo>
                <a:lnTo>
                  <a:pt x="2779672" y="2545072"/>
                </a:lnTo>
                <a:close/>
                <a:moveTo>
                  <a:pt x="243216" y="457200"/>
                </a:moveTo>
                <a:lnTo>
                  <a:pt x="439432" y="457200"/>
                </a:lnTo>
                <a:lnTo>
                  <a:pt x="439432" y="2545072"/>
                </a:lnTo>
                <a:lnTo>
                  <a:pt x="243216" y="2545072"/>
                </a:lnTo>
                <a:cubicBezTo>
                  <a:pt x="108892" y="2545072"/>
                  <a:pt x="0" y="2436180"/>
                  <a:pt x="0" y="2301856"/>
                </a:cubicBezTo>
                <a:lnTo>
                  <a:pt x="0" y="700416"/>
                </a:lnTo>
                <a:cubicBezTo>
                  <a:pt x="0" y="566092"/>
                  <a:pt x="108892" y="457200"/>
                  <a:pt x="243216" y="457200"/>
                </a:cubicBezTo>
                <a:close/>
                <a:moveTo>
                  <a:pt x="1428476" y="174246"/>
                </a:moveTo>
                <a:cubicBezTo>
                  <a:pt x="1372210" y="174246"/>
                  <a:pt x="1326598" y="219858"/>
                  <a:pt x="1326598" y="276124"/>
                </a:cubicBezTo>
                <a:lnTo>
                  <a:pt x="1326598" y="457200"/>
                </a:lnTo>
                <a:lnTo>
                  <a:pt x="1892506" y="457200"/>
                </a:lnTo>
                <a:lnTo>
                  <a:pt x="1892506" y="276124"/>
                </a:lnTo>
                <a:cubicBezTo>
                  <a:pt x="1892506" y="219858"/>
                  <a:pt x="1846894" y="174246"/>
                  <a:pt x="1790628" y="174246"/>
                </a:cubicBezTo>
                <a:close/>
                <a:moveTo>
                  <a:pt x="1285704" y="0"/>
                </a:moveTo>
                <a:lnTo>
                  <a:pt x="1933400" y="0"/>
                </a:lnTo>
                <a:cubicBezTo>
                  <a:pt x="2007048" y="0"/>
                  <a:pt x="2066752" y="59704"/>
                  <a:pt x="2066752" y="133352"/>
                </a:cubicBezTo>
                <a:lnTo>
                  <a:pt x="2066752" y="457200"/>
                </a:lnTo>
                <a:lnTo>
                  <a:pt x="2599672" y="457200"/>
                </a:lnTo>
                <a:lnTo>
                  <a:pt x="2599672" y="2545072"/>
                </a:lnTo>
                <a:lnTo>
                  <a:pt x="619432" y="2545072"/>
                </a:lnTo>
                <a:lnTo>
                  <a:pt x="619432" y="457200"/>
                </a:lnTo>
                <a:lnTo>
                  <a:pt x="1152352" y="457200"/>
                </a:lnTo>
                <a:lnTo>
                  <a:pt x="1152352" y="133352"/>
                </a:lnTo>
                <a:cubicBezTo>
                  <a:pt x="1152352" y="59704"/>
                  <a:pt x="1212056" y="0"/>
                  <a:pt x="1285704"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554" name="Google Shape;554;p14"/>
          <p:cNvSpPr/>
          <p:nvPr/>
        </p:nvSpPr>
        <p:spPr>
          <a:xfrm>
            <a:off x="1390584" y="7728968"/>
            <a:ext cx="1169294" cy="1336263"/>
          </a:xfrm>
          <a:prstGeom prst="rect">
            <a:avLst/>
          </a:prstGeom>
          <a:noFill/>
          <a:ln>
            <a:noFill/>
          </a:ln>
        </p:spPr>
        <p:txBody>
          <a:bodyPr spcFirstLastPara="1" wrap="square" lIns="91425" tIns="45700" rIns="91425" bIns="45700" anchor="t" anchorCtr="0">
            <a:spAutoFit/>
          </a:bodyPr>
          <a:lstStyle/>
          <a:p>
            <a:pPr marL="12700" marR="0" lvl="0" indent="0" algn="l" rtl="0">
              <a:lnSpc>
                <a:spcPct val="100000"/>
              </a:lnSpc>
              <a:spcBef>
                <a:spcPts val="0"/>
              </a:spcBef>
              <a:spcAft>
                <a:spcPts val="0"/>
              </a:spcAft>
              <a:buNone/>
            </a:pPr>
            <a:r>
              <a:rPr lang="en-GB" sz="4000" b="1">
                <a:solidFill>
                  <a:schemeClr val="dk1"/>
                </a:solidFill>
                <a:latin typeface="Calibri"/>
                <a:ea typeface="Calibri"/>
                <a:cs typeface="Calibri"/>
                <a:sym typeface="Calibri"/>
              </a:rPr>
              <a:t>Taat </a:t>
            </a:r>
            <a:endParaRPr sz="4000" b="1">
              <a:solidFill>
                <a:schemeClr val="dk1"/>
              </a:solidFill>
              <a:latin typeface="Calibri"/>
              <a:ea typeface="Calibri"/>
              <a:cs typeface="Calibri"/>
              <a:sym typeface="Calibri"/>
            </a:endParaRPr>
          </a:p>
          <a:p>
            <a:pPr marL="12700" marR="0" lvl="0" indent="0" algn="l" rtl="0">
              <a:lnSpc>
                <a:spcPct val="100000"/>
              </a:lnSpc>
              <a:spcBef>
                <a:spcPts val="100"/>
              </a:spcBef>
              <a:spcAft>
                <a:spcPts val="0"/>
              </a:spcAft>
              <a:buNone/>
            </a:pPr>
            <a:r>
              <a:rPr lang="en-GB" sz="4000" b="1">
                <a:solidFill>
                  <a:schemeClr val="dk1"/>
                </a:solidFill>
                <a:latin typeface="Calibri"/>
                <a:ea typeface="Calibri"/>
                <a:cs typeface="Calibri"/>
                <a:sym typeface="Calibri"/>
              </a:rPr>
              <a:t>SOP</a:t>
            </a:r>
            <a:endParaRPr sz="4000">
              <a:solidFill>
                <a:schemeClr val="dk1"/>
              </a:solidFill>
              <a:latin typeface="Calibri"/>
              <a:ea typeface="Calibri"/>
              <a:cs typeface="Calibri"/>
              <a:sym typeface="Calibri"/>
            </a:endParaRPr>
          </a:p>
        </p:txBody>
      </p:sp>
      <p:grpSp>
        <p:nvGrpSpPr>
          <p:cNvPr id="555" name="Google Shape;555;p14"/>
          <p:cNvGrpSpPr/>
          <p:nvPr/>
        </p:nvGrpSpPr>
        <p:grpSpPr>
          <a:xfrm>
            <a:off x="-1057617" y="9639300"/>
            <a:ext cx="20499486" cy="1524000"/>
            <a:chOff x="-762000" y="8773026"/>
            <a:chExt cx="20499486" cy="1524000"/>
          </a:xfrm>
        </p:grpSpPr>
        <p:grpSp>
          <p:nvGrpSpPr>
            <p:cNvPr id="556" name="Google Shape;556;p14"/>
            <p:cNvGrpSpPr/>
            <p:nvPr/>
          </p:nvGrpSpPr>
          <p:grpSpPr>
            <a:xfrm>
              <a:off x="-762000" y="8773026"/>
              <a:ext cx="10287000" cy="1524000"/>
              <a:chOff x="-107950" y="7504113"/>
              <a:chExt cx="18395950" cy="2782887"/>
            </a:xfrm>
          </p:grpSpPr>
          <p:sp>
            <p:nvSpPr>
              <p:cNvPr id="557" name="Google Shape;557;p14"/>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8" name="Google Shape;558;p14"/>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59" name="Google Shape;559;p14"/>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560" name="Google Shape;560;p14"/>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561" name="Google Shape;561;p14"/>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62" name="Google Shape;562;p14"/>
            <p:cNvGrpSpPr/>
            <p:nvPr/>
          </p:nvGrpSpPr>
          <p:grpSpPr>
            <a:xfrm>
              <a:off x="9450486" y="8773026"/>
              <a:ext cx="10287000" cy="1524000"/>
              <a:chOff x="-107950" y="7504113"/>
              <a:chExt cx="18395950" cy="2782887"/>
            </a:xfrm>
          </p:grpSpPr>
          <p:sp>
            <p:nvSpPr>
              <p:cNvPr id="563" name="Google Shape;563;p14"/>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4" name="Google Shape;564;p14"/>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65" name="Google Shape;565;p14"/>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566" name="Google Shape;566;p14"/>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567" name="Google Shape;567;p14"/>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pic>
        <p:nvPicPr>
          <p:cNvPr id="568" name="Google Shape;568;p14"/>
          <p:cNvPicPr preferRelativeResize="0"/>
          <p:nvPr/>
        </p:nvPicPr>
        <p:blipFill rotWithShape="1">
          <a:blip r:embed="rId5">
            <a:alphaModFix/>
          </a:blip>
          <a:srcRect/>
          <a:stretch/>
        </p:blipFill>
        <p:spPr>
          <a:xfrm>
            <a:off x="7482809" y="2275483"/>
            <a:ext cx="2478600" cy="27585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15"/>
          <p:cNvSpPr txBox="1"/>
          <p:nvPr/>
        </p:nvSpPr>
        <p:spPr>
          <a:xfrm>
            <a:off x="1197167" y="1057715"/>
            <a:ext cx="9438961" cy="1143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3A719A"/>
              </a:buClr>
              <a:buSzPts val="9600"/>
              <a:buFont typeface="Federo"/>
              <a:buNone/>
            </a:pPr>
            <a:r>
              <a:rPr lang="en-GB" sz="9600" b="1" dirty="0" err="1">
                <a:solidFill>
                  <a:srgbClr val="3A719A"/>
                </a:solidFill>
                <a:latin typeface="Federo"/>
                <a:ea typeface="Federo"/>
                <a:cs typeface="Federo"/>
                <a:sym typeface="Federo"/>
              </a:rPr>
              <a:t>Contoh</a:t>
            </a:r>
            <a:r>
              <a:rPr lang="en-GB" sz="9600" b="1" dirty="0">
                <a:solidFill>
                  <a:srgbClr val="3A719A"/>
                </a:solidFill>
                <a:latin typeface="Federo"/>
                <a:ea typeface="Federo"/>
                <a:cs typeface="Federo"/>
                <a:sym typeface="Federo"/>
              </a:rPr>
              <a:t> </a:t>
            </a:r>
            <a:r>
              <a:rPr lang="en-GB" sz="8800" b="1" dirty="0" err="1">
                <a:solidFill>
                  <a:srgbClr val="3A719A"/>
                </a:solidFill>
                <a:latin typeface="Federo"/>
                <a:ea typeface="Federo"/>
                <a:cs typeface="Federo"/>
                <a:sym typeface="Federo"/>
              </a:rPr>
              <a:t>Perilaku</a:t>
            </a:r>
            <a:endParaRPr sz="9600" b="1" dirty="0">
              <a:solidFill>
                <a:srgbClr val="3A719A"/>
              </a:solidFill>
              <a:latin typeface="Federo"/>
              <a:ea typeface="Federo"/>
              <a:cs typeface="Federo"/>
              <a:sym typeface="Federo"/>
            </a:endParaRPr>
          </a:p>
        </p:txBody>
      </p:sp>
      <p:sp>
        <p:nvSpPr>
          <p:cNvPr id="574" name="Google Shape;574;p15"/>
          <p:cNvSpPr txBox="1"/>
          <p:nvPr/>
        </p:nvSpPr>
        <p:spPr>
          <a:xfrm>
            <a:off x="5562600" y="3467100"/>
            <a:ext cx="12361251" cy="4050019"/>
          </a:xfrm>
          <a:prstGeom prst="rect">
            <a:avLst/>
          </a:prstGeom>
          <a:noFill/>
          <a:ln>
            <a:noFill/>
          </a:ln>
        </p:spPr>
        <p:txBody>
          <a:bodyPr spcFirstLastPara="1" wrap="square" lIns="0" tIns="0" rIns="0" bIns="0" anchor="t" anchorCtr="0">
            <a:spAutoFit/>
          </a:bodyPr>
          <a:lstStyle/>
          <a:p>
            <a:pPr marL="584200" marR="110489" lvl="0" indent="-571500" algn="l" rtl="0">
              <a:lnSpc>
                <a:spcPct val="116100"/>
              </a:lnSpc>
              <a:spcBef>
                <a:spcPts val="0"/>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Menghindari</a:t>
            </a:r>
            <a:r>
              <a:rPr lang="en-GB" sz="3200" b="0" i="0" dirty="0">
                <a:solidFill>
                  <a:srgbClr val="23344D"/>
                </a:solidFill>
                <a:latin typeface="Arial"/>
                <a:ea typeface="Arial"/>
                <a:cs typeface="Arial"/>
                <a:sym typeface="Arial"/>
              </a:rPr>
              <a:t> fraud </a:t>
            </a:r>
            <a:r>
              <a:rPr lang="en-GB" sz="3200" b="0" i="0" dirty="0" err="1">
                <a:solidFill>
                  <a:srgbClr val="23344D"/>
                </a:solidFill>
                <a:latin typeface="Arial"/>
                <a:ea typeface="Arial"/>
                <a:cs typeface="Arial"/>
                <a:sym typeface="Arial"/>
              </a:rPr>
              <a:t>dan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menjunjung</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tinggi</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nilai</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kejujuran</a:t>
            </a:r>
            <a:endParaRPr sz="3200" b="0" i="0" dirty="0">
              <a:solidFill>
                <a:srgbClr val="23344D"/>
              </a:solidFill>
              <a:latin typeface="Arial"/>
              <a:ea typeface="Arial"/>
              <a:cs typeface="Arial"/>
              <a:sym typeface="Arial"/>
            </a:endParaRPr>
          </a:p>
          <a:p>
            <a:pPr marL="584200" marR="110489" lvl="0" indent="-571500" algn="l" rtl="0">
              <a:lnSpc>
                <a:spcPct val="116100"/>
              </a:lnSpc>
              <a:spcBef>
                <a:spcPts val="95"/>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Datang</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tepat</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waktu</a:t>
            </a:r>
            <a:r>
              <a:rPr lang="en-GB" sz="3200" b="0" i="0" dirty="0">
                <a:solidFill>
                  <a:srgbClr val="23344D"/>
                </a:solidFill>
                <a:latin typeface="Arial"/>
                <a:ea typeface="Arial"/>
                <a:cs typeface="Arial"/>
                <a:sym typeface="Arial"/>
              </a:rPr>
              <a:t>.</a:t>
            </a:r>
            <a:endParaRPr sz="3200" b="0" i="0" dirty="0">
              <a:solidFill>
                <a:srgbClr val="23344D"/>
              </a:solidFill>
              <a:latin typeface="Arial"/>
              <a:ea typeface="Arial"/>
              <a:cs typeface="Arial"/>
              <a:sym typeface="Arial"/>
            </a:endParaRPr>
          </a:p>
          <a:p>
            <a:pPr marL="584200" marR="110489" lvl="0" indent="-571500" algn="l" rtl="0">
              <a:lnSpc>
                <a:spcPct val="116100"/>
              </a:lnSpc>
              <a:spcBef>
                <a:spcPts val="95"/>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Menjaga</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etika</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sikap</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dan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perilaku</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lisan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serta</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tulisan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sebagai</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karyawan</a:t>
            </a:r>
            <a:r>
              <a:rPr lang="en-GB" sz="3200" b="0" i="0" dirty="0">
                <a:solidFill>
                  <a:srgbClr val="23344D"/>
                </a:solidFill>
                <a:latin typeface="Arial"/>
                <a:ea typeface="Arial"/>
                <a:cs typeface="Arial"/>
                <a:sym typeface="Arial"/>
              </a:rPr>
              <a:t>.</a:t>
            </a:r>
            <a:endParaRPr sz="3200" b="0" i="0" dirty="0">
              <a:solidFill>
                <a:srgbClr val="23344D"/>
              </a:solidFill>
              <a:latin typeface="Arial"/>
              <a:ea typeface="Arial"/>
              <a:cs typeface="Arial"/>
              <a:sym typeface="Arial"/>
            </a:endParaRPr>
          </a:p>
          <a:p>
            <a:pPr marL="584200" marR="110489" lvl="0" indent="-571500" algn="l" rtl="0">
              <a:lnSpc>
                <a:spcPct val="116100"/>
              </a:lnSpc>
              <a:spcBef>
                <a:spcPts val="95"/>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Bekerja</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sesuai</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dengan</a:t>
            </a:r>
            <a:r>
              <a:rPr lang="en-GB" sz="3200" b="0" i="0" dirty="0">
                <a:solidFill>
                  <a:srgbClr val="23344D"/>
                </a:solidFill>
                <a:latin typeface="Arial"/>
                <a:ea typeface="Arial"/>
                <a:cs typeface="Arial"/>
                <a:sym typeface="Arial"/>
              </a:rPr>
              <a:t> SOP </a:t>
            </a:r>
            <a:r>
              <a:rPr lang="en-GB" sz="3200" b="0" i="0" dirty="0" err="1">
                <a:solidFill>
                  <a:srgbClr val="23344D"/>
                </a:solidFill>
                <a:latin typeface="Arial"/>
                <a:ea typeface="Arial"/>
                <a:cs typeface="Arial"/>
                <a:sym typeface="Arial"/>
              </a:rPr>
              <a:t>dan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peraturan</a:t>
            </a:r>
            <a:r>
              <a:rPr lang="en-GB" sz="3200" b="0" i="0" dirty="0">
                <a:solidFill>
                  <a:srgbClr val="23344D"/>
                </a:solidFill>
                <a:latin typeface="Arial"/>
                <a:ea typeface="Arial"/>
                <a:cs typeface="Arial"/>
                <a:sym typeface="Arial"/>
              </a:rPr>
              <a:t> yang </a:t>
            </a:r>
            <a:r>
              <a:rPr lang="en-GB" sz="3200" b="0" i="0" dirty="0" err="1">
                <a:solidFill>
                  <a:srgbClr val="23344D"/>
                </a:solidFill>
                <a:latin typeface="Arial"/>
                <a:ea typeface="Arial"/>
                <a:cs typeface="Arial"/>
                <a:sym typeface="Arial"/>
              </a:rPr>
              <a:t>berlaku</a:t>
            </a:r>
            <a:r>
              <a:rPr lang="en-GB" sz="3200" b="0" i="0" dirty="0">
                <a:solidFill>
                  <a:srgbClr val="23344D"/>
                </a:solidFill>
                <a:latin typeface="Arial"/>
                <a:ea typeface="Arial"/>
                <a:cs typeface="Arial"/>
                <a:sym typeface="Arial"/>
              </a:rPr>
              <a:t>  di </a:t>
            </a:r>
            <a:r>
              <a:rPr lang="en-GB" sz="3200" b="0" i="0" dirty="0" err="1">
                <a:solidFill>
                  <a:srgbClr val="23344D"/>
                </a:solidFill>
                <a:latin typeface="Arial"/>
                <a:ea typeface="Arial"/>
                <a:cs typeface="Arial"/>
                <a:sym typeface="Arial"/>
              </a:rPr>
              <a:t>lingkungan</a:t>
            </a:r>
            <a:r>
              <a:rPr lang="en-GB" sz="3200" b="0" i="0" dirty="0">
                <a:solidFill>
                  <a:srgbClr val="23344D"/>
                </a:solidFill>
                <a:latin typeface="Arial"/>
                <a:ea typeface="Arial"/>
                <a:cs typeface="Arial"/>
                <a:sym typeface="Arial"/>
              </a:rPr>
              <a:t> Nusantara </a:t>
            </a:r>
            <a:r>
              <a:rPr lang="en-GB" sz="3200" b="0" i="0" dirty="0" err="1">
                <a:solidFill>
                  <a:srgbClr val="23344D"/>
                </a:solidFill>
                <a:latin typeface="Arial"/>
                <a:ea typeface="Arial"/>
                <a:cs typeface="Arial"/>
                <a:sym typeface="Arial"/>
              </a:rPr>
              <a:t>Sakti</a:t>
            </a:r>
            <a:r>
              <a:rPr lang="en-GB" sz="3200" b="0" i="0" dirty="0">
                <a:solidFill>
                  <a:srgbClr val="23344D"/>
                </a:solidFill>
                <a:latin typeface="Arial"/>
                <a:ea typeface="Arial"/>
                <a:cs typeface="Arial"/>
                <a:sym typeface="Arial"/>
              </a:rPr>
              <a:t> Group.</a:t>
            </a:r>
            <a:endParaRPr sz="3200" b="0" i="0" dirty="0">
              <a:solidFill>
                <a:srgbClr val="23344D"/>
              </a:solidFill>
              <a:latin typeface="Arial"/>
              <a:ea typeface="Arial"/>
              <a:cs typeface="Arial"/>
              <a:sym typeface="Arial"/>
            </a:endParaRPr>
          </a:p>
          <a:p>
            <a:pPr marL="584200" marR="110489" lvl="0" indent="-571500" algn="l" rtl="0">
              <a:lnSpc>
                <a:spcPct val="116100"/>
              </a:lnSpc>
              <a:spcBef>
                <a:spcPts val="95"/>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Komitmen</a:t>
            </a:r>
            <a:endParaRPr sz="3200" b="0" i="0" dirty="0">
              <a:solidFill>
                <a:srgbClr val="23344D"/>
              </a:solidFill>
              <a:latin typeface="Arial"/>
              <a:ea typeface="Arial"/>
              <a:cs typeface="Arial"/>
              <a:sym typeface="Arial"/>
            </a:endParaRPr>
          </a:p>
        </p:txBody>
      </p:sp>
      <p:sp>
        <p:nvSpPr>
          <p:cNvPr id="575" name="Google Shape;575;p15"/>
          <p:cNvSpPr/>
          <p:nvPr/>
        </p:nvSpPr>
        <p:spPr>
          <a:xfrm>
            <a:off x="1177114" y="4305300"/>
            <a:ext cx="3890375" cy="4796488"/>
          </a:xfrm>
          <a:prstGeom prst="roundRect">
            <a:avLst>
              <a:gd name="adj" fmla="val 16667"/>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6" name="Google Shape;576;p15"/>
          <p:cNvSpPr/>
          <p:nvPr/>
        </p:nvSpPr>
        <p:spPr>
          <a:xfrm>
            <a:off x="2475551" y="7981071"/>
            <a:ext cx="14136048" cy="1191816"/>
          </a:xfrm>
          <a:prstGeom prst="roundRect">
            <a:avLst>
              <a:gd name="adj" fmla="val 16667"/>
            </a:avLst>
          </a:prstGeom>
          <a:solidFill>
            <a:srgbClr val="DDD4CF"/>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3200" i="1">
                <a:solidFill>
                  <a:schemeClr val="dk1"/>
                </a:solidFill>
                <a:latin typeface="Calibri"/>
                <a:ea typeface="Calibri"/>
                <a:cs typeface="Calibri"/>
                <a:sym typeface="Calibri"/>
              </a:rPr>
              <a:t>“Kurang cerdas dapat diperbaiki dengan belajar, kurang cakap dapat dihilangkan dengan pengalaman, namun </a:t>
            </a:r>
            <a:r>
              <a:rPr lang="en-GB" sz="3200" b="1" i="1">
                <a:solidFill>
                  <a:schemeClr val="dk1"/>
                </a:solidFill>
                <a:latin typeface="Calibri"/>
                <a:ea typeface="Calibri"/>
                <a:cs typeface="Calibri"/>
                <a:sym typeface="Calibri"/>
              </a:rPr>
              <a:t>TIDAK JUJUR </a:t>
            </a:r>
            <a:r>
              <a:rPr lang="en-GB" sz="3200" i="1">
                <a:solidFill>
                  <a:schemeClr val="dk1"/>
                </a:solidFill>
                <a:latin typeface="Calibri"/>
                <a:ea typeface="Calibri"/>
                <a:cs typeface="Calibri"/>
                <a:sym typeface="Calibri"/>
              </a:rPr>
              <a:t>sulit diperbaiki.” </a:t>
            </a:r>
            <a:r>
              <a:rPr lang="en-GB" sz="3200">
                <a:solidFill>
                  <a:schemeClr val="dk1"/>
                </a:solidFill>
                <a:latin typeface="Calibri"/>
                <a:ea typeface="Calibri"/>
                <a:cs typeface="Calibri"/>
                <a:sym typeface="Calibri"/>
              </a:rPr>
              <a:t>–Bung Hatta.</a:t>
            </a:r>
            <a:endParaRPr sz="3200" i="1">
              <a:solidFill>
                <a:schemeClr val="dk1"/>
              </a:solidFill>
              <a:latin typeface="Calibri"/>
              <a:ea typeface="Calibri"/>
              <a:cs typeface="Calibri"/>
              <a:sym typeface="Calibri"/>
            </a:endParaRPr>
          </a:p>
        </p:txBody>
      </p:sp>
      <p:grpSp>
        <p:nvGrpSpPr>
          <p:cNvPr id="577" name="Google Shape;577;p15"/>
          <p:cNvGrpSpPr/>
          <p:nvPr/>
        </p:nvGrpSpPr>
        <p:grpSpPr>
          <a:xfrm>
            <a:off x="-1057617" y="9639300"/>
            <a:ext cx="20499486" cy="1524000"/>
            <a:chOff x="-762000" y="8773026"/>
            <a:chExt cx="20499486" cy="1524000"/>
          </a:xfrm>
        </p:grpSpPr>
        <p:grpSp>
          <p:nvGrpSpPr>
            <p:cNvPr id="578" name="Google Shape;578;p15"/>
            <p:cNvGrpSpPr/>
            <p:nvPr/>
          </p:nvGrpSpPr>
          <p:grpSpPr>
            <a:xfrm>
              <a:off x="-762000" y="8773026"/>
              <a:ext cx="10287000" cy="1524000"/>
              <a:chOff x="-107950" y="7504113"/>
              <a:chExt cx="18395950" cy="2782887"/>
            </a:xfrm>
          </p:grpSpPr>
          <p:sp>
            <p:nvSpPr>
              <p:cNvPr id="579" name="Google Shape;579;p15"/>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0" name="Google Shape;580;p15"/>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81" name="Google Shape;581;p15"/>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582" name="Google Shape;582;p15"/>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583" name="Google Shape;583;p15"/>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84" name="Google Shape;584;p15"/>
            <p:cNvGrpSpPr/>
            <p:nvPr/>
          </p:nvGrpSpPr>
          <p:grpSpPr>
            <a:xfrm>
              <a:off x="9450486" y="8773026"/>
              <a:ext cx="10287000" cy="1524000"/>
              <a:chOff x="-107950" y="7504113"/>
              <a:chExt cx="18395950" cy="2782887"/>
            </a:xfrm>
          </p:grpSpPr>
          <p:sp>
            <p:nvSpPr>
              <p:cNvPr id="585" name="Google Shape;585;p15"/>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6" name="Google Shape;586;p15"/>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87" name="Google Shape;587;p15"/>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588" name="Google Shape;588;p15"/>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589" name="Google Shape;589;p15"/>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16"/>
          <p:cNvSpPr txBox="1">
            <a:spLocks noGrp="1"/>
          </p:cNvSpPr>
          <p:nvPr>
            <p:ph type="title"/>
          </p:nvPr>
        </p:nvSpPr>
        <p:spPr>
          <a:xfrm>
            <a:off x="-21771" y="647700"/>
            <a:ext cx="15978124" cy="1367041"/>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rgbClr val="23344D"/>
              </a:buClr>
              <a:buSzPts val="8800"/>
              <a:buFont typeface="Corsiva"/>
              <a:buNone/>
            </a:pPr>
            <a:r>
              <a:rPr lang="en-GB" sz="8800" b="1">
                <a:solidFill>
                  <a:srgbClr val="23344D"/>
                </a:solidFill>
                <a:latin typeface="Corsiva"/>
                <a:ea typeface="Corsiva"/>
                <a:cs typeface="Corsiva"/>
                <a:sym typeface="Corsiva"/>
              </a:rPr>
              <a:t>Nilai perilaku Do</a:t>
            </a:r>
            <a:endParaRPr/>
          </a:p>
        </p:txBody>
      </p:sp>
      <p:sp>
        <p:nvSpPr>
          <p:cNvPr id="595" name="Google Shape;595;p16"/>
          <p:cNvSpPr txBox="1"/>
          <p:nvPr/>
        </p:nvSpPr>
        <p:spPr>
          <a:xfrm>
            <a:off x="6381006" y="2482718"/>
            <a:ext cx="11602194" cy="7025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800" b="1" u="sng" dirty="0">
                <a:solidFill>
                  <a:srgbClr val="E05A47"/>
                </a:solidFill>
                <a:latin typeface="Calibri"/>
                <a:ea typeface="Calibri"/>
                <a:cs typeface="Calibri"/>
                <a:sym typeface="Calibri"/>
              </a:rPr>
              <a:t>INTERNAL PERUSAHAAN</a:t>
            </a:r>
            <a:endParaRPr sz="4400" b="1" u="sng" dirty="0">
              <a:solidFill>
                <a:srgbClr val="E05A47"/>
              </a:solidFill>
              <a:latin typeface="Calibri"/>
              <a:ea typeface="Calibri"/>
              <a:cs typeface="Calibri"/>
              <a:sym typeface="Calibri"/>
            </a:endParaRPr>
          </a:p>
          <a:p>
            <a:pPr marL="12700" marR="0" lvl="0" indent="0" algn="l" rtl="0">
              <a:lnSpc>
                <a:spcPct val="100000"/>
              </a:lnSpc>
              <a:spcBef>
                <a:spcPts val="100"/>
              </a:spcBef>
              <a:spcAft>
                <a:spcPts val="0"/>
              </a:spcAft>
              <a:buNone/>
            </a:pPr>
            <a:endParaRPr sz="1400" b="1" u="sng" dirty="0">
              <a:solidFill>
                <a:srgbClr val="E05A47"/>
              </a:solidFill>
              <a:latin typeface="Calibri"/>
              <a:ea typeface="Calibri"/>
              <a:cs typeface="Calibri"/>
              <a:sym typeface="Calibri"/>
            </a:endParaRPr>
          </a:p>
          <a:p>
            <a:pPr marL="299720" marR="0" lvl="0" indent="-287020" algn="l" rtl="0">
              <a:lnSpc>
                <a:spcPct val="100000"/>
              </a:lnSpc>
              <a:spcBef>
                <a:spcPts val="100"/>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Menjaga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kedisiplinan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dengan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cara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selalu</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datang</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tepat</a:t>
            </a:r>
            <a:endParaRPr sz="2800" dirty="0">
              <a:solidFill>
                <a:schemeClr val="dk1"/>
              </a:solidFill>
              <a:latin typeface="Calibri"/>
              <a:ea typeface="Calibri"/>
              <a:cs typeface="Calibri"/>
              <a:sym typeface="Calibri"/>
            </a:endParaRPr>
          </a:p>
          <a:p>
            <a:pPr marL="299720" marR="0" lvl="0" indent="0" algn="l" rtl="0">
              <a:lnSpc>
                <a:spcPct val="100000"/>
              </a:lnSpc>
              <a:spcBef>
                <a:spcPts val="0"/>
              </a:spcBef>
              <a:spcAft>
                <a:spcPts val="0"/>
              </a:spcAft>
              <a:buNone/>
            </a:pPr>
            <a:r>
              <a:rPr lang="en-GB" sz="2800" dirty="0" err="1">
                <a:solidFill>
                  <a:schemeClr val="dk1"/>
                </a:solidFill>
                <a:latin typeface="Calibri"/>
                <a:ea typeface="Calibri"/>
                <a:cs typeface="Calibri"/>
                <a:sym typeface="Calibri"/>
              </a:rPr>
              <a:t>waktu</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istirahat</a:t>
            </a:r>
            <a:r>
              <a:rPr lang="en-GB" sz="2800" dirty="0">
                <a:solidFill>
                  <a:schemeClr val="dk1"/>
                </a:solidFill>
                <a:latin typeface="Calibri"/>
                <a:ea typeface="Calibri"/>
                <a:cs typeface="Calibri"/>
                <a:sym typeface="Calibri"/>
              </a:rPr>
              <a:t> di jam yang </a:t>
            </a:r>
            <a:r>
              <a:rPr lang="en-GB" sz="2800" dirty="0" err="1">
                <a:solidFill>
                  <a:schemeClr val="dk1"/>
                </a:solidFill>
                <a:latin typeface="Calibri"/>
                <a:ea typeface="Calibri"/>
                <a:cs typeface="Calibri"/>
                <a:sym typeface="Calibri"/>
              </a:rPr>
              <a:t>ditentukan</a:t>
            </a:r>
            <a:endParaRPr sz="2800" dirty="0">
              <a:solidFill>
                <a:schemeClr val="dk1"/>
              </a:solidFill>
              <a:latin typeface="Calibri"/>
              <a:ea typeface="Calibri"/>
              <a:cs typeface="Calibri"/>
              <a:sym typeface="Calibri"/>
            </a:endParaRPr>
          </a:p>
          <a:p>
            <a:pPr marL="299720" marR="699135" lvl="0" indent="-287020" algn="l" rtl="0">
              <a:lnSpc>
                <a:spcPct val="100000"/>
              </a:lnSpc>
              <a:spcBef>
                <a:spcPts val="0"/>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Menggunakan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seragam</a:t>
            </a:r>
            <a:r>
              <a:rPr lang="en-GB" sz="2800" dirty="0">
                <a:solidFill>
                  <a:schemeClr val="dk1"/>
                </a:solidFill>
                <a:latin typeface="Calibri"/>
                <a:ea typeface="Calibri"/>
                <a:cs typeface="Calibri"/>
                <a:sym typeface="Calibri"/>
              </a:rPr>
              <a:t> dan </a:t>
            </a:r>
            <a:r>
              <a:rPr lang="en-GB" sz="2800" dirty="0" err="1">
                <a:solidFill>
                  <a:schemeClr val="dk1"/>
                </a:solidFill>
                <a:latin typeface="Calibri"/>
                <a:ea typeface="Calibri"/>
                <a:cs typeface="Calibri"/>
                <a:sym typeface="Calibri"/>
              </a:rPr>
              <a:t>atribut</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sesuai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ketentuan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setiap</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hari</a:t>
            </a:r>
            <a:endParaRPr sz="2800" dirty="0">
              <a:solidFill>
                <a:schemeClr val="dk1"/>
              </a:solidFill>
              <a:latin typeface="Calibri"/>
              <a:ea typeface="Calibri"/>
              <a:cs typeface="Calibri"/>
              <a:sym typeface="Calibri"/>
            </a:endParaRPr>
          </a:p>
          <a:p>
            <a:pPr marL="299720" marR="152400" lvl="0" indent="-287020" algn="l" rtl="0">
              <a:lnSpc>
                <a:spcPct val="100000"/>
              </a:lnSpc>
              <a:spcBef>
                <a:spcPts val="0"/>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Menjaga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kerahasiaan</a:t>
            </a:r>
            <a:r>
              <a:rPr lang="en-GB" sz="2800" dirty="0">
                <a:solidFill>
                  <a:schemeClr val="dk1"/>
                </a:solidFill>
                <a:latin typeface="Calibri"/>
                <a:ea typeface="Calibri"/>
                <a:cs typeface="Calibri"/>
                <a:sym typeface="Calibri"/>
              </a:rPr>
              <a:t> data </a:t>
            </a:r>
            <a:r>
              <a:rPr lang="en-GB" sz="2800" dirty="0" err="1">
                <a:solidFill>
                  <a:schemeClr val="dk1"/>
                </a:solidFill>
                <a:latin typeface="Calibri"/>
                <a:ea typeface="Calibri"/>
                <a:cs typeface="Calibri"/>
                <a:sym typeface="Calibri"/>
              </a:rPr>
              <a:t>perusahaan</a:t>
            </a:r>
            <a:r>
              <a:rPr lang="en-GB" sz="2800" dirty="0">
                <a:solidFill>
                  <a:schemeClr val="dk1"/>
                </a:solidFill>
                <a:latin typeface="Calibri"/>
                <a:ea typeface="Calibri"/>
                <a:cs typeface="Calibri"/>
                <a:sym typeface="Calibri"/>
              </a:rPr>
              <a:t> dan </a:t>
            </a:r>
            <a:r>
              <a:rPr lang="en-GB" sz="2800" dirty="0" err="1">
                <a:solidFill>
                  <a:schemeClr val="dk1"/>
                </a:solidFill>
                <a:latin typeface="Calibri"/>
                <a:ea typeface="Calibri"/>
                <a:cs typeface="Calibri"/>
                <a:sym typeface="Calibri"/>
              </a:rPr>
              <a:t>tidak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membocorkan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pihak-pihak</a:t>
            </a:r>
            <a:r>
              <a:rPr lang="en-GB" sz="2800" dirty="0">
                <a:solidFill>
                  <a:schemeClr val="dk1"/>
                </a:solidFill>
                <a:latin typeface="Calibri"/>
                <a:ea typeface="Calibri"/>
                <a:cs typeface="Calibri"/>
                <a:sym typeface="Calibri"/>
              </a:rPr>
              <a:t> yang </a:t>
            </a:r>
            <a:r>
              <a:rPr lang="en-GB" sz="2800" dirty="0" err="1">
                <a:solidFill>
                  <a:schemeClr val="dk1"/>
                </a:solidFill>
                <a:latin typeface="Calibri"/>
                <a:ea typeface="Calibri"/>
                <a:cs typeface="Calibri"/>
                <a:sym typeface="Calibri"/>
              </a:rPr>
              <a:t>tidak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berkepentingan</a:t>
            </a:r>
            <a:r>
              <a:rPr lang="en-GB" sz="2800" dirty="0">
                <a:solidFill>
                  <a:schemeClr val="dk1"/>
                </a:solidFill>
                <a:latin typeface="Calibri"/>
                <a:ea typeface="Calibri"/>
                <a:cs typeface="Calibri"/>
                <a:sym typeface="Calibri"/>
              </a:rPr>
              <a:t>.</a:t>
            </a:r>
            <a:endParaRPr sz="2800" dirty="0">
              <a:solidFill>
                <a:schemeClr val="dk1"/>
              </a:solidFill>
              <a:latin typeface="Calibri"/>
              <a:ea typeface="Calibri"/>
              <a:cs typeface="Calibri"/>
              <a:sym typeface="Calibri"/>
            </a:endParaRPr>
          </a:p>
          <a:p>
            <a:pPr marL="299720" marR="173355" lvl="0" indent="-287020" algn="l" rtl="0">
              <a:lnSpc>
                <a:spcPct val="100000"/>
              </a:lnSpc>
              <a:spcBef>
                <a:spcPts val="5"/>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Menjaga</a:t>
            </a:r>
            <a:r>
              <a:rPr lang="en-GB" sz="2800" dirty="0">
                <a:solidFill>
                  <a:schemeClr val="dk1"/>
                </a:solidFill>
                <a:latin typeface="Calibri"/>
                <a:ea typeface="Calibri"/>
                <a:cs typeface="Calibri"/>
                <a:sym typeface="Calibri"/>
              </a:rPr>
              <a:t> dan </a:t>
            </a:r>
            <a:r>
              <a:rPr lang="en-GB" sz="2800" dirty="0" err="1">
                <a:solidFill>
                  <a:schemeClr val="dk1"/>
                </a:solidFill>
                <a:latin typeface="Calibri"/>
                <a:ea typeface="Calibri"/>
                <a:cs typeface="Calibri"/>
                <a:sym typeface="Calibri"/>
              </a:rPr>
              <a:t>memelihara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aset</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perusahaan</a:t>
            </a:r>
            <a:r>
              <a:rPr lang="en-GB" sz="2800" dirty="0">
                <a:solidFill>
                  <a:schemeClr val="dk1"/>
                </a:solidFill>
                <a:latin typeface="Calibri"/>
                <a:ea typeface="Calibri"/>
                <a:cs typeface="Calibri"/>
                <a:sym typeface="Calibri"/>
              </a:rPr>
              <a:t> yang </a:t>
            </a:r>
            <a:r>
              <a:rPr lang="en-GB" sz="2800" dirty="0" err="1">
                <a:solidFill>
                  <a:schemeClr val="dk1"/>
                </a:solidFill>
                <a:latin typeface="Calibri"/>
                <a:ea typeface="Calibri"/>
                <a:cs typeface="Calibri"/>
                <a:sym typeface="Calibri"/>
              </a:rPr>
              <a:t>menjadi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tanggung</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jawabnya</a:t>
            </a:r>
            <a:endParaRPr sz="2800" dirty="0">
              <a:solidFill>
                <a:schemeClr val="dk1"/>
              </a:solidFill>
              <a:latin typeface="Calibri"/>
              <a:ea typeface="Calibri"/>
              <a:cs typeface="Calibri"/>
              <a:sym typeface="Calibri"/>
            </a:endParaRPr>
          </a:p>
          <a:p>
            <a:pPr marL="299720" marR="0" lvl="0" indent="-287020" algn="l" rtl="0">
              <a:lnSpc>
                <a:spcPct val="100000"/>
              </a:lnSpc>
              <a:spcBef>
                <a:spcPts val="0"/>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Menyajikan</a:t>
            </a:r>
            <a:r>
              <a:rPr lang="en-GB" sz="2800" dirty="0">
                <a:solidFill>
                  <a:schemeClr val="dk1"/>
                </a:solidFill>
                <a:latin typeface="Calibri"/>
                <a:ea typeface="Calibri"/>
                <a:cs typeface="Calibri"/>
                <a:sym typeface="Calibri"/>
              </a:rPr>
              <a:t> dan </a:t>
            </a:r>
            <a:r>
              <a:rPr lang="en-GB" sz="2800" dirty="0" err="1">
                <a:solidFill>
                  <a:schemeClr val="dk1"/>
                </a:solidFill>
                <a:latin typeface="Calibri"/>
                <a:ea typeface="Calibri"/>
                <a:cs typeface="Calibri"/>
                <a:sym typeface="Calibri"/>
              </a:rPr>
              <a:t>membuat</a:t>
            </a:r>
            <a:r>
              <a:rPr lang="en-GB" sz="2800" dirty="0">
                <a:solidFill>
                  <a:schemeClr val="dk1"/>
                </a:solidFill>
                <a:latin typeface="Calibri"/>
                <a:ea typeface="Calibri"/>
                <a:cs typeface="Calibri"/>
                <a:sym typeface="Calibri"/>
              </a:rPr>
              <a:t> data </a:t>
            </a:r>
            <a:r>
              <a:rPr lang="en-GB" sz="2800" dirty="0" err="1">
                <a:solidFill>
                  <a:schemeClr val="dk1"/>
                </a:solidFill>
                <a:latin typeface="Calibri"/>
                <a:ea typeface="Calibri"/>
                <a:cs typeface="Calibri"/>
                <a:sym typeface="Calibri"/>
              </a:rPr>
              <a:t>secara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riil</a:t>
            </a:r>
            <a:r>
              <a:rPr lang="en-GB" sz="2800" dirty="0">
                <a:solidFill>
                  <a:schemeClr val="dk1"/>
                </a:solidFill>
                <a:latin typeface="Calibri"/>
                <a:ea typeface="Calibri"/>
                <a:cs typeface="Calibri"/>
                <a:sym typeface="Calibri"/>
              </a:rPr>
              <a:t> dan valid</a:t>
            </a:r>
            <a:endParaRPr sz="2800" dirty="0">
              <a:solidFill>
                <a:schemeClr val="dk1"/>
              </a:solidFill>
              <a:latin typeface="Calibri"/>
              <a:ea typeface="Calibri"/>
              <a:cs typeface="Calibri"/>
              <a:sym typeface="Calibri"/>
            </a:endParaRPr>
          </a:p>
          <a:p>
            <a:pPr marL="299720" marR="92710" lvl="0" indent="-287020" algn="l" rtl="0">
              <a:lnSpc>
                <a:spcPct val="100000"/>
              </a:lnSpc>
              <a:spcBef>
                <a:spcPts val="0"/>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Menjaga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etika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baik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lisan</a:t>
            </a:r>
            <a:r>
              <a:rPr lang="en-GB" sz="2800" dirty="0">
                <a:solidFill>
                  <a:schemeClr val="dk1"/>
                </a:solidFill>
                <a:latin typeface="Calibri"/>
                <a:ea typeface="Calibri"/>
                <a:cs typeface="Calibri"/>
                <a:sym typeface="Calibri"/>
              </a:rPr>
              <a:t> dan tulisan </a:t>
            </a:r>
            <a:r>
              <a:rPr lang="en-GB" sz="2800" dirty="0" err="1">
                <a:solidFill>
                  <a:schemeClr val="dk1"/>
                </a:solidFill>
                <a:latin typeface="Calibri"/>
                <a:ea typeface="Calibri"/>
                <a:cs typeface="Calibri"/>
                <a:sym typeface="Calibri"/>
              </a:rPr>
              <a:t>ketika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menyampaikan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hasil</a:t>
            </a:r>
            <a:r>
              <a:rPr lang="en-GB" sz="2800" dirty="0">
                <a:solidFill>
                  <a:schemeClr val="dk1"/>
                </a:solidFill>
                <a:latin typeface="Calibri"/>
                <a:ea typeface="Calibri"/>
                <a:cs typeface="Calibri"/>
                <a:sym typeface="Calibri"/>
              </a:rPr>
              <a:t> meeting</a:t>
            </a:r>
            <a:endParaRPr sz="2800" dirty="0">
              <a:solidFill>
                <a:schemeClr val="dk1"/>
              </a:solidFill>
              <a:latin typeface="Calibri"/>
              <a:ea typeface="Calibri"/>
              <a:cs typeface="Calibri"/>
              <a:sym typeface="Calibri"/>
            </a:endParaRPr>
          </a:p>
          <a:p>
            <a:pPr marL="299720" marR="0" lvl="0" indent="-287020" algn="l" rtl="0">
              <a:lnSpc>
                <a:spcPct val="100000"/>
              </a:lnSpc>
              <a:spcBef>
                <a:spcPts val="0"/>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Bersikap</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profesional</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dengan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tidak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membawa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masalah</a:t>
            </a:r>
            <a:endParaRPr sz="2800" dirty="0">
              <a:solidFill>
                <a:schemeClr val="dk1"/>
              </a:solidFill>
              <a:latin typeface="Calibri"/>
              <a:ea typeface="Calibri"/>
              <a:cs typeface="Calibri"/>
              <a:sym typeface="Calibri"/>
            </a:endParaRPr>
          </a:p>
          <a:p>
            <a:pPr marL="299720" marR="0" lvl="0" indent="0" algn="l" rtl="0">
              <a:lnSpc>
                <a:spcPct val="100000"/>
              </a:lnSpc>
              <a:spcBef>
                <a:spcPts val="0"/>
              </a:spcBef>
              <a:spcAft>
                <a:spcPts val="0"/>
              </a:spcAft>
              <a:buNone/>
            </a:pPr>
            <a:r>
              <a:rPr lang="en-GB" sz="2800" dirty="0" err="1">
                <a:solidFill>
                  <a:schemeClr val="dk1"/>
                </a:solidFill>
                <a:latin typeface="Calibri"/>
                <a:ea typeface="Calibri"/>
                <a:cs typeface="Calibri"/>
                <a:sym typeface="Calibri"/>
              </a:rPr>
              <a:t>pribadi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lingkungan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kerja</a:t>
            </a:r>
            <a:endParaRPr sz="2800" dirty="0">
              <a:solidFill>
                <a:schemeClr val="dk1"/>
              </a:solidFill>
              <a:latin typeface="Calibri"/>
              <a:ea typeface="Calibri"/>
              <a:cs typeface="Calibri"/>
              <a:sym typeface="Calibri"/>
            </a:endParaRPr>
          </a:p>
          <a:p>
            <a:pPr marL="299720" marR="5080" lvl="0" indent="-287020" algn="l" rtl="0">
              <a:lnSpc>
                <a:spcPct val="100000"/>
              </a:lnSpc>
              <a:spcBef>
                <a:spcPts val="5"/>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Berani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menegur</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atasan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rekan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kerja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atasan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bawahan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ketika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melakukan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kesalahan</a:t>
            </a:r>
            <a:endParaRPr sz="2800" dirty="0">
              <a:solidFill>
                <a:schemeClr val="dk1"/>
              </a:solidFill>
              <a:latin typeface="Calibri"/>
              <a:ea typeface="Calibri"/>
              <a:cs typeface="Calibri"/>
              <a:sym typeface="Calibri"/>
            </a:endParaRPr>
          </a:p>
          <a:p>
            <a:pPr marL="299720" marR="0" lvl="0" indent="-287020" algn="l" rtl="0">
              <a:lnSpc>
                <a:spcPct val="100000"/>
              </a:lnSpc>
              <a:spcBef>
                <a:spcPts val="0"/>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Bekerja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sesuai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dengan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tugas</a:t>
            </a:r>
            <a:r>
              <a:rPr lang="en-GB" sz="2800" dirty="0">
                <a:solidFill>
                  <a:schemeClr val="dk1"/>
                </a:solidFill>
                <a:latin typeface="Calibri"/>
                <a:ea typeface="Calibri"/>
                <a:cs typeface="Calibri"/>
                <a:sym typeface="Calibri"/>
              </a:rPr>
              <a:t> dan </a:t>
            </a:r>
            <a:r>
              <a:rPr lang="en-GB" sz="2800" dirty="0" err="1">
                <a:solidFill>
                  <a:schemeClr val="dk1"/>
                </a:solidFill>
                <a:latin typeface="Calibri"/>
                <a:ea typeface="Calibri"/>
                <a:cs typeface="Calibri"/>
                <a:sym typeface="Calibri"/>
              </a:rPr>
              <a:t>tanggung</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jawab</a:t>
            </a:r>
            <a:r>
              <a:rPr lang="en-GB" sz="2800" dirty="0">
                <a:solidFill>
                  <a:schemeClr val="dk1"/>
                </a:solidFill>
                <a:latin typeface="Calibri"/>
                <a:ea typeface="Calibri"/>
                <a:cs typeface="Calibri"/>
                <a:sym typeface="Calibri"/>
              </a:rPr>
              <a:t> yang</a:t>
            </a:r>
            <a:endParaRPr sz="2800" dirty="0">
              <a:solidFill>
                <a:schemeClr val="dk1"/>
              </a:solidFill>
              <a:latin typeface="Calibri"/>
              <a:ea typeface="Calibri"/>
              <a:cs typeface="Calibri"/>
              <a:sym typeface="Calibri"/>
            </a:endParaRPr>
          </a:p>
          <a:p>
            <a:pPr marL="299720" marR="0" lvl="0" indent="0" algn="l" rtl="0">
              <a:lnSpc>
                <a:spcPct val="100000"/>
              </a:lnSpc>
              <a:spcBef>
                <a:spcPts val="0"/>
              </a:spcBef>
              <a:spcAft>
                <a:spcPts val="0"/>
              </a:spcAft>
              <a:buNone/>
            </a:pPr>
            <a:r>
              <a:rPr lang="en-GB" sz="2800" dirty="0" err="1">
                <a:solidFill>
                  <a:schemeClr val="dk1"/>
                </a:solidFill>
                <a:latin typeface="Calibri"/>
                <a:ea typeface="Calibri"/>
                <a:cs typeface="Calibri"/>
                <a:sym typeface="Calibri"/>
              </a:rPr>
              <a:t>diberikan</a:t>
            </a:r>
            <a:endParaRPr sz="2800" dirty="0">
              <a:solidFill>
                <a:schemeClr val="dk1"/>
              </a:solidFill>
              <a:latin typeface="Calibri"/>
              <a:ea typeface="Calibri"/>
              <a:cs typeface="Calibri"/>
              <a:sym typeface="Calibri"/>
            </a:endParaRPr>
          </a:p>
        </p:txBody>
      </p:sp>
      <p:grpSp>
        <p:nvGrpSpPr>
          <p:cNvPr id="596" name="Google Shape;596;p16"/>
          <p:cNvGrpSpPr/>
          <p:nvPr/>
        </p:nvGrpSpPr>
        <p:grpSpPr>
          <a:xfrm>
            <a:off x="-5069588" y="-15240"/>
            <a:ext cx="12079988" cy="10287000"/>
            <a:chOff x="-5069588" y="-15240"/>
            <a:chExt cx="12079988" cy="10287000"/>
          </a:xfrm>
        </p:grpSpPr>
        <p:sp>
          <p:nvSpPr>
            <p:cNvPr id="597" name="Google Shape;597;p16"/>
            <p:cNvSpPr/>
            <p:nvPr/>
          </p:nvSpPr>
          <p:spPr>
            <a:xfrm>
              <a:off x="-5069588" y="-15240"/>
              <a:ext cx="8216900" cy="10287000"/>
            </a:xfrm>
            <a:custGeom>
              <a:avLst/>
              <a:gdLst/>
              <a:ahLst/>
              <a:cxnLst/>
              <a:rect l="l" t="t" r="r" b="b"/>
              <a:pathLst>
                <a:path w="8216900" h="10287000" extrusionOk="0">
                  <a:moveTo>
                    <a:pt x="8216900" y="10286997"/>
                  </a:moveTo>
                  <a:lnTo>
                    <a:pt x="8216900" y="0"/>
                  </a:lnTo>
                  <a:lnTo>
                    <a:pt x="0" y="0"/>
                  </a:lnTo>
                  <a:lnTo>
                    <a:pt x="0" y="10286997"/>
                  </a:lnTo>
                  <a:lnTo>
                    <a:pt x="8216900" y="10286997"/>
                  </a:lnTo>
                  <a:close/>
                </a:path>
              </a:pathLst>
            </a:custGeom>
            <a:solidFill>
              <a:srgbClr val="9BD7D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8" name="Google Shape;598;p16"/>
            <p:cNvSpPr/>
            <p:nvPr/>
          </p:nvSpPr>
          <p:spPr>
            <a:xfrm>
              <a:off x="-762000" y="6210662"/>
              <a:ext cx="6898640" cy="1744980"/>
            </a:xfrm>
            <a:custGeom>
              <a:avLst/>
              <a:gdLst/>
              <a:ahLst/>
              <a:cxnLst/>
              <a:rect l="l" t="t" r="r" b="b"/>
              <a:pathLst>
                <a:path w="6898640" h="4069079" extrusionOk="0">
                  <a:moveTo>
                    <a:pt x="4886833" y="0"/>
                  </a:moveTo>
                  <a:lnTo>
                    <a:pt x="0" y="0"/>
                  </a:lnTo>
                  <a:lnTo>
                    <a:pt x="0" y="4069079"/>
                  </a:lnTo>
                  <a:lnTo>
                    <a:pt x="4883023" y="4069079"/>
                  </a:lnTo>
                  <a:lnTo>
                    <a:pt x="4933758" y="4067837"/>
                  </a:lnTo>
                  <a:lnTo>
                    <a:pt x="4984169" y="4065385"/>
                  </a:lnTo>
                  <a:lnTo>
                    <a:pt x="5034243" y="4061739"/>
                  </a:lnTo>
                  <a:lnTo>
                    <a:pt x="5083964" y="4056911"/>
                  </a:lnTo>
                  <a:lnTo>
                    <a:pt x="5133320" y="4050917"/>
                  </a:lnTo>
                  <a:lnTo>
                    <a:pt x="5182295" y="4043770"/>
                  </a:lnTo>
                  <a:lnTo>
                    <a:pt x="5230877" y="4035485"/>
                  </a:lnTo>
                  <a:lnTo>
                    <a:pt x="5279050" y="4026074"/>
                  </a:lnTo>
                  <a:lnTo>
                    <a:pt x="5326802" y="4015553"/>
                  </a:lnTo>
                  <a:lnTo>
                    <a:pt x="5374117" y="4003936"/>
                  </a:lnTo>
                  <a:lnTo>
                    <a:pt x="5420983" y="3991236"/>
                  </a:lnTo>
                  <a:lnTo>
                    <a:pt x="5467384" y="3977468"/>
                  </a:lnTo>
                  <a:lnTo>
                    <a:pt x="5513308" y="3962645"/>
                  </a:lnTo>
                  <a:lnTo>
                    <a:pt x="5558739" y="3946782"/>
                  </a:lnTo>
                  <a:lnTo>
                    <a:pt x="5603664" y="3929892"/>
                  </a:lnTo>
                  <a:lnTo>
                    <a:pt x="5648070" y="3911991"/>
                  </a:lnTo>
                  <a:lnTo>
                    <a:pt x="5691941" y="3893091"/>
                  </a:lnTo>
                  <a:lnTo>
                    <a:pt x="5735264" y="3873207"/>
                  </a:lnTo>
                  <a:lnTo>
                    <a:pt x="5778025" y="3852353"/>
                  </a:lnTo>
                  <a:lnTo>
                    <a:pt x="5820210" y="3830543"/>
                  </a:lnTo>
                  <a:lnTo>
                    <a:pt x="5861805" y="3807791"/>
                  </a:lnTo>
                  <a:lnTo>
                    <a:pt x="5902796" y="3784112"/>
                  </a:lnTo>
                  <a:lnTo>
                    <a:pt x="5943169" y="3759518"/>
                  </a:lnTo>
                  <a:lnTo>
                    <a:pt x="5982910" y="3734025"/>
                  </a:lnTo>
                  <a:lnTo>
                    <a:pt x="6022005" y="3707646"/>
                  </a:lnTo>
                  <a:lnTo>
                    <a:pt x="6060439" y="3680395"/>
                  </a:lnTo>
                  <a:lnTo>
                    <a:pt x="6098200" y="3652287"/>
                  </a:lnTo>
                  <a:lnTo>
                    <a:pt x="6135273" y="3623335"/>
                  </a:lnTo>
                  <a:lnTo>
                    <a:pt x="6171643" y="3593553"/>
                  </a:lnTo>
                  <a:lnTo>
                    <a:pt x="6207298" y="3562956"/>
                  </a:lnTo>
                  <a:lnTo>
                    <a:pt x="6242222" y="3531558"/>
                  </a:lnTo>
                  <a:lnTo>
                    <a:pt x="6276402" y="3499372"/>
                  </a:lnTo>
                  <a:lnTo>
                    <a:pt x="6309824" y="3466413"/>
                  </a:lnTo>
                  <a:lnTo>
                    <a:pt x="6342474" y="3432695"/>
                  </a:lnTo>
                  <a:lnTo>
                    <a:pt x="6374338" y="3398231"/>
                  </a:lnTo>
                  <a:lnTo>
                    <a:pt x="6405402" y="3363037"/>
                  </a:lnTo>
                  <a:lnTo>
                    <a:pt x="6435651" y="3327125"/>
                  </a:lnTo>
                  <a:lnTo>
                    <a:pt x="6465073" y="3290511"/>
                  </a:lnTo>
                  <a:lnTo>
                    <a:pt x="6493652" y="3253207"/>
                  </a:lnTo>
                  <a:lnTo>
                    <a:pt x="6521376" y="3215228"/>
                  </a:lnTo>
                  <a:lnTo>
                    <a:pt x="6548229" y="3176589"/>
                  </a:lnTo>
                  <a:lnTo>
                    <a:pt x="6574198" y="3137303"/>
                  </a:lnTo>
                  <a:lnTo>
                    <a:pt x="6599269" y="3097384"/>
                  </a:lnTo>
                  <a:lnTo>
                    <a:pt x="6623428" y="3056846"/>
                  </a:lnTo>
                  <a:lnTo>
                    <a:pt x="6646660" y="3015704"/>
                  </a:lnTo>
                  <a:lnTo>
                    <a:pt x="6668953" y="2973971"/>
                  </a:lnTo>
                  <a:lnTo>
                    <a:pt x="6690291" y="2931661"/>
                  </a:lnTo>
                  <a:lnTo>
                    <a:pt x="6710661" y="2888789"/>
                  </a:lnTo>
                  <a:lnTo>
                    <a:pt x="6730049" y="2845369"/>
                  </a:lnTo>
                  <a:lnTo>
                    <a:pt x="6748441" y="2801414"/>
                  </a:lnTo>
                  <a:lnTo>
                    <a:pt x="6765823" y="2756939"/>
                  </a:lnTo>
                  <a:lnTo>
                    <a:pt x="6782181" y="2711957"/>
                  </a:lnTo>
                  <a:lnTo>
                    <a:pt x="6796878" y="2666844"/>
                  </a:lnTo>
                  <a:lnTo>
                    <a:pt x="6810785" y="2620925"/>
                  </a:lnTo>
                  <a:lnTo>
                    <a:pt x="6823854" y="2574272"/>
                  </a:lnTo>
                  <a:lnTo>
                    <a:pt x="6836037" y="2526958"/>
                  </a:lnTo>
                  <a:lnTo>
                    <a:pt x="6847287" y="2479055"/>
                  </a:lnTo>
                  <a:lnTo>
                    <a:pt x="6857555" y="2430636"/>
                  </a:lnTo>
                  <a:lnTo>
                    <a:pt x="6866794" y="2381773"/>
                  </a:lnTo>
                  <a:lnTo>
                    <a:pt x="6874956" y="2332539"/>
                  </a:lnTo>
                  <a:lnTo>
                    <a:pt x="6881994" y="2283006"/>
                  </a:lnTo>
                  <a:lnTo>
                    <a:pt x="6887859" y="2233247"/>
                  </a:lnTo>
                  <a:lnTo>
                    <a:pt x="6892504" y="2183334"/>
                  </a:lnTo>
                  <a:lnTo>
                    <a:pt x="6895881" y="2133340"/>
                  </a:lnTo>
                  <a:lnTo>
                    <a:pt x="6897942" y="2083336"/>
                  </a:lnTo>
                  <a:lnTo>
                    <a:pt x="6898640" y="2033396"/>
                  </a:lnTo>
                  <a:lnTo>
                    <a:pt x="6897942" y="1979862"/>
                  </a:lnTo>
                  <a:lnTo>
                    <a:pt x="6895866" y="1926659"/>
                  </a:lnTo>
                  <a:lnTo>
                    <a:pt x="6892435" y="1873812"/>
                  </a:lnTo>
                  <a:lnTo>
                    <a:pt x="6887673" y="1821345"/>
                  </a:lnTo>
                  <a:lnTo>
                    <a:pt x="6881603" y="1769284"/>
                  </a:lnTo>
                  <a:lnTo>
                    <a:pt x="6874248" y="1717652"/>
                  </a:lnTo>
                  <a:lnTo>
                    <a:pt x="6865632" y="1666474"/>
                  </a:lnTo>
                  <a:lnTo>
                    <a:pt x="6855780" y="1615776"/>
                  </a:lnTo>
                  <a:lnTo>
                    <a:pt x="6844714" y="1565581"/>
                  </a:lnTo>
                  <a:lnTo>
                    <a:pt x="6832457" y="1515914"/>
                  </a:lnTo>
                  <a:lnTo>
                    <a:pt x="6819035" y="1466800"/>
                  </a:lnTo>
                  <a:lnTo>
                    <a:pt x="6804469" y="1418264"/>
                  </a:lnTo>
                  <a:lnTo>
                    <a:pt x="6788784" y="1370329"/>
                  </a:lnTo>
                  <a:lnTo>
                    <a:pt x="6786626" y="1365884"/>
                  </a:lnTo>
                  <a:lnTo>
                    <a:pt x="6786626" y="1361439"/>
                  </a:lnTo>
                  <a:lnTo>
                    <a:pt x="6784467" y="1357121"/>
                  </a:lnTo>
                  <a:lnTo>
                    <a:pt x="6767735" y="1312627"/>
                  </a:lnTo>
                  <a:lnTo>
                    <a:pt x="6749995" y="1268601"/>
                  </a:lnTo>
                  <a:lnTo>
                    <a:pt x="6731259" y="1225058"/>
                  </a:lnTo>
                  <a:lnTo>
                    <a:pt x="6711541" y="1182014"/>
                  </a:lnTo>
                  <a:lnTo>
                    <a:pt x="6690857" y="1139484"/>
                  </a:lnTo>
                  <a:lnTo>
                    <a:pt x="6669219" y="1097483"/>
                  </a:lnTo>
                  <a:lnTo>
                    <a:pt x="6646642" y="1056027"/>
                  </a:lnTo>
                  <a:lnTo>
                    <a:pt x="6623140" y="1015130"/>
                  </a:lnTo>
                  <a:lnTo>
                    <a:pt x="6598727" y="974807"/>
                  </a:lnTo>
                  <a:lnTo>
                    <a:pt x="6573417" y="935074"/>
                  </a:lnTo>
                  <a:lnTo>
                    <a:pt x="6547225" y="895946"/>
                  </a:lnTo>
                  <a:lnTo>
                    <a:pt x="6520163" y="857439"/>
                  </a:lnTo>
                  <a:lnTo>
                    <a:pt x="6492247" y="819566"/>
                  </a:lnTo>
                  <a:lnTo>
                    <a:pt x="6463491" y="782344"/>
                  </a:lnTo>
                  <a:lnTo>
                    <a:pt x="6433908" y="745788"/>
                  </a:lnTo>
                  <a:lnTo>
                    <a:pt x="6403512" y="709913"/>
                  </a:lnTo>
                  <a:lnTo>
                    <a:pt x="6372318" y="674734"/>
                  </a:lnTo>
                  <a:lnTo>
                    <a:pt x="6340339" y="640267"/>
                  </a:lnTo>
                  <a:lnTo>
                    <a:pt x="6307590" y="606525"/>
                  </a:lnTo>
                  <a:lnTo>
                    <a:pt x="6274085" y="573526"/>
                  </a:lnTo>
                  <a:lnTo>
                    <a:pt x="6239838" y="541283"/>
                  </a:lnTo>
                  <a:lnTo>
                    <a:pt x="6204863" y="509812"/>
                  </a:lnTo>
                  <a:lnTo>
                    <a:pt x="6169174" y="479129"/>
                  </a:lnTo>
                  <a:lnTo>
                    <a:pt x="6132785" y="449248"/>
                  </a:lnTo>
                  <a:lnTo>
                    <a:pt x="6095710" y="420184"/>
                  </a:lnTo>
                  <a:lnTo>
                    <a:pt x="6057963" y="391953"/>
                  </a:lnTo>
                  <a:lnTo>
                    <a:pt x="6019558" y="364570"/>
                  </a:lnTo>
                  <a:lnTo>
                    <a:pt x="5980510" y="338051"/>
                  </a:lnTo>
                  <a:lnTo>
                    <a:pt x="5940832" y="312409"/>
                  </a:lnTo>
                  <a:lnTo>
                    <a:pt x="5900539" y="287661"/>
                  </a:lnTo>
                  <a:lnTo>
                    <a:pt x="5859644" y="263822"/>
                  </a:lnTo>
                  <a:lnTo>
                    <a:pt x="5818162" y="240907"/>
                  </a:lnTo>
                  <a:lnTo>
                    <a:pt x="5776107" y="218931"/>
                  </a:lnTo>
                  <a:lnTo>
                    <a:pt x="5733492" y="197909"/>
                  </a:lnTo>
                  <a:lnTo>
                    <a:pt x="5690332" y="177856"/>
                  </a:lnTo>
                  <a:lnTo>
                    <a:pt x="5646641" y="158788"/>
                  </a:lnTo>
                  <a:lnTo>
                    <a:pt x="5602433" y="140720"/>
                  </a:lnTo>
                  <a:lnTo>
                    <a:pt x="5557722" y="123667"/>
                  </a:lnTo>
                  <a:lnTo>
                    <a:pt x="5512522" y="107644"/>
                  </a:lnTo>
                  <a:lnTo>
                    <a:pt x="5466847" y="92666"/>
                  </a:lnTo>
                  <a:lnTo>
                    <a:pt x="5420711" y="78749"/>
                  </a:lnTo>
                  <a:lnTo>
                    <a:pt x="5374129" y="65908"/>
                  </a:lnTo>
                  <a:lnTo>
                    <a:pt x="5327114" y="54157"/>
                  </a:lnTo>
                  <a:lnTo>
                    <a:pt x="5279681" y="43513"/>
                  </a:lnTo>
                  <a:lnTo>
                    <a:pt x="5231843" y="33990"/>
                  </a:lnTo>
                  <a:lnTo>
                    <a:pt x="5183614" y="25603"/>
                  </a:lnTo>
                  <a:lnTo>
                    <a:pt x="5135009" y="18368"/>
                  </a:lnTo>
                  <a:lnTo>
                    <a:pt x="5086042" y="12300"/>
                  </a:lnTo>
                  <a:lnTo>
                    <a:pt x="5036727" y="7414"/>
                  </a:lnTo>
                  <a:lnTo>
                    <a:pt x="4987078" y="3725"/>
                  </a:lnTo>
                  <a:lnTo>
                    <a:pt x="4937108" y="1248"/>
                  </a:lnTo>
                  <a:lnTo>
                    <a:pt x="4886833" y="0"/>
                  </a:lnTo>
                  <a:close/>
                </a:path>
              </a:pathLst>
            </a:custGeom>
            <a:solidFill>
              <a:srgbClr val="FFC3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9" name="Google Shape;599;p16"/>
            <p:cNvSpPr txBox="1"/>
            <p:nvPr/>
          </p:nvSpPr>
          <p:spPr>
            <a:xfrm>
              <a:off x="271526" y="6515100"/>
              <a:ext cx="6738874"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3344D"/>
                </a:buClr>
                <a:buSzPts val="11500"/>
                <a:buFont typeface="Corsiva"/>
                <a:buNone/>
              </a:pPr>
              <a:r>
                <a:rPr lang="en-GB" sz="11500" b="1">
                  <a:solidFill>
                    <a:srgbClr val="23344D"/>
                  </a:solidFill>
                  <a:latin typeface="Corsiva"/>
                  <a:ea typeface="Corsiva"/>
                  <a:cs typeface="Corsiva"/>
                  <a:sym typeface="Corsiva"/>
                </a:rPr>
                <a:t>Integrity</a:t>
              </a:r>
              <a:endParaRPr sz="11500" b="1">
                <a:solidFill>
                  <a:srgbClr val="23344D"/>
                </a:solidFill>
                <a:latin typeface="Corsiva"/>
                <a:ea typeface="Corsiva"/>
                <a:cs typeface="Corsiva"/>
                <a:sym typeface="Corsiva"/>
              </a:endParaRPr>
            </a:p>
          </p:txBody>
        </p:sp>
        <p:pic>
          <p:nvPicPr>
            <p:cNvPr id="600" name="Google Shape;600;p16"/>
            <p:cNvPicPr preferRelativeResize="0"/>
            <p:nvPr/>
          </p:nvPicPr>
          <p:blipFill rotWithShape="1">
            <a:blip r:embed="rId3">
              <a:alphaModFix/>
            </a:blip>
            <a:srcRect/>
            <a:stretch/>
          </p:blipFill>
          <p:spPr>
            <a:xfrm>
              <a:off x="535793" y="232807"/>
              <a:ext cx="2591987" cy="1027215"/>
            </a:xfrm>
            <a:prstGeom prst="rect">
              <a:avLst/>
            </a:prstGeom>
            <a:noFill/>
            <a:ln>
              <a:noFill/>
            </a:ln>
          </p:spPr>
        </p:pic>
        <p:pic>
          <p:nvPicPr>
            <p:cNvPr id="601" name="Google Shape;601;p16"/>
            <p:cNvPicPr preferRelativeResize="0"/>
            <p:nvPr/>
          </p:nvPicPr>
          <p:blipFill rotWithShape="1">
            <a:blip r:embed="rId4">
              <a:alphaModFix/>
            </a:blip>
            <a:srcRect/>
            <a:stretch/>
          </p:blipFill>
          <p:spPr>
            <a:xfrm>
              <a:off x="535793" y="2168274"/>
              <a:ext cx="4416076" cy="4914878"/>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17"/>
          <p:cNvSpPr txBox="1"/>
          <p:nvPr/>
        </p:nvSpPr>
        <p:spPr>
          <a:xfrm>
            <a:off x="6381007" y="2264367"/>
            <a:ext cx="11635468" cy="779444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400" b="1" u="sng" dirty="0">
                <a:solidFill>
                  <a:srgbClr val="E05A47"/>
                </a:solidFill>
                <a:latin typeface="Calibri"/>
                <a:ea typeface="Calibri"/>
                <a:cs typeface="Calibri"/>
                <a:sym typeface="Calibri"/>
              </a:rPr>
              <a:t>INTERNAL </a:t>
            </a:r>
            <a:endParaRPr sz="4000" b="1" u="sng" dirty="0">
              <a:solidFill>
                <a:srgbClr val="E05A47"/>
              </a:solidFill>
              <a:latin typeface="Calibri"/>
              <a:ea typeface="Calibri"/>
              <a:cs typeface="Calibri"/>
              <a:sym typeface="Calibri"/>
            </a:endParaRPr>
          </a:p>
          <a:p>
            <a:pPr marL="12700" marR="0" lvl="0" indent="0" algn="l" rtl="0">
              <a:lnSpc>
                <a:spcPct val="100000"/>
              </a:lnSpc>
              <a:spcBef>
                <a:spcPts val="100"/>
              </a:spcBef>
              <a:spcAft>
                <a:spcPts val="0"/>
              </a:spcAft>
              <a:buNone/>
            </a:pPr>
            <a:endParaRPr sz="1200" b="1" u="sng" dirty="0">
              <a:solidFill>
                <a:srgbClr val="E05A47"/>
              </a:solidFill>
              <a:latin typeface="Calibri"/>
              <a:ea typeface="Calibri"/>
              <a:cs typeface="Calibri"/>
              <a:sym typeface="Calibri"/>
            </a:endParaRPr>
          </a:p>
          <a:p>
            <a:pPr marL="299720" marR="0" lvl="0" indent="-287020" algn="l" rtl="0">
              <a:lnSpc>
                <a:spcPct val="100000"/>
              </a:lnSpc>
              <a:spcBef>
                <a:spcPts val="100"/>
              </a:spcBef>
              <a:spcAft>
                <a:spcPts val="0"/>
              </a:spcAft>
              <a:buClr>
                <a:schemeClr val="dk1"/>
              </a:buClr>
              <a:buSzPts val="2500"/>
              <a:buFont typeface="Arial"/>
              <a:buChar char="•"/>
            </a:pPr>
            <a:r>
              <a:rPr lang="en-GB" sz="2800" dirty="0" err="1">
                <a:solidFill>
                  <a:schemeClr val="dk1"/>
                </a:solidFill>
                <a:latin typeface="Calibri"/>
                <a:ea typeface="Calibri"/>
                <a:cs typeface="Calibri"/>
                <a:sym typeface="Calibri"/>
              </a:rPr>
              <a:t>Bersikap</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acuh</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ketika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melihat</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atasan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rekan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kerja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atau</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bawahan</a:t>
            </a:r>
            <a:r>
              <a:rPr lang="en-GB" sz="2800" dirty="0">
                <a:solidFill>
                  <a:schemeClr val="dk1"/>
                </a:solidFill>
                <a:latin typeface="Calibri"/>
                <a:ea typeface="Calibri"/>
                <a:cs typeface="Calibri"/>
                <a:sym typeface="Calibri"/>
              </a:rPr>
              <a:t> yang </a:t>
            </a:r>
            <a:r>
              <a:rPr lang="en-GB" sz="2800" dirty="0" err="1">
                <a:solidFill>
                  <a:schemeClr val="dk1"/>
                </a:solidFill>
                <a:latin typeface="Calibri"/>
                <a:ea typeface="Calibri"/>
                <a:cs typeface="Calibri"/>
                <a:sym typeface="Calibri"/>
              </a:rPr>
              <a:t>melakukan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pelanggaran</a:t>
            </a:r>
            <a:endParaRPr sz="2800" dirty="0">
              <a:solidFill>
                <a:schemeClr val="dk1"/>
              </a:solidFill>
              <a:latin typeface="Calibri"/>
              <a:ea typeface="Calibri"/>
              <a:cs typeface="Calibri"/>
              <a:sym typeface="Calibri"/>
            </a:endParaRPr>
          </a:p>
          <a:p>
            <a:pPr marL="299085" marR="48895" lvl="0" indent="-287019" algn="l" rtl="0">
              <a:lnSpc>
                <a:spcPct val="100000"/>
              </a:lnSpc>
              <a:spcBef>
                <a:spcPts val="0"/>
              </a:spcBef>
              <a:spcAft>
                <a:spcPts val="0"/>
              </a:spcAft>
              <a:buClr>
                <a:schemeClr val="dk1"/>
              </a:buClr>
              <a:buSzPts val="2500"/>
              <a:buFont typeface="Arial"/>
              <a:buChar char="•"/>
            </a:pPr>
            <a:r>
              <a:rPr lang="en-GB" sz="2800" dirty="0" err="1">
                <a:solidFill>
                  <a:schemeClr val="dk1"/>
                </a:solidFill>
                <a:latin typeface="Calibri"/>
                <a:ea typeface="Calibri"/>
                <a:cs typeface="Calibri"/>
                <a:sym typeface="Calibri"/>
              </a:rPr>
              <a:t>Memodifikasi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seragam</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tidak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menggunakan</a:t>
            </a:r>
            <a:r>
              <a:rPr lang="en-GB" sz="2800" dirty="0">
                <a:solidFill>
                  <a:schemeClr val="dk1"/>
                </a:solidFill>
                <a:latin typeface="Calibri"/>
                <a:ea typeface="Calibri"/>
                <a:cs typeface="Calibri"/>
                <a:sym typeface="Calibri"/>
              </a:rPr>
              <a:t> ID card di </a:t>
            </a:r>
            <a:r>
              <a:rPr lang="en-GB" sz="2800" dirty="0" err="1">
                <a:solidFill>
                  <a:schemeClr val="dk1"/>
                </a:solidFill>
                <a:latin typeface="Calibri"/>
                <a:ea typeface="Calibri"/>
                <a:cs typeface="Calibri"/>
                <a:sym typeface="Calibri"/>
              </a:rPr>
              <a:t>kantor</a:t>
            </a:r>
            <a:r>
              <a:rPr lang="en-GB" sz="2800" dirty="0">
                <a:solidFill>
                  <a:schemeClr val="dk1"/>
                </a:solidFill>
                <a:latin typeface="Calibri"/>
                <a:ea typeface="Calibri"/>
                <a:cs typeface="Calibri"/>
                <a:sym typeface="Calibri"/>
              </a:rPr>
              <a:t>, dan  </a:t>
            </a:r>
            <a:r>
              <a:rPr lang="en-GB" sz="2800" dirty="0" err="1">
                <a:solidFill>
                  <a:schemeClr val="dk1"/>
                </a:solidFill>
                <a:latin typeface="Calibri"/>
                <a:ea typeface="Calibri"/>
                <a:cs typeface="Calibri"/>
                <a:sym typeface="Calibri"/>
              </a:rPr>
              <a:t>menggunakan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atribut</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tidak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sesuai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aturan</a:t>
            </a:r>
            <a:r>
              <a:rPr lang="en-GB" sz="2800" dirty="0">
                <a:solidFill>
                  <a:schemeClr val="dk1"/>
                </a:solidFill>
                <a:latin typeface="Calibri"/>
                <a:ea typeface="Calibri"/>
                <a:cs typeface="Calibri"/>
                <a:sym typeface="Calibri"/>
              </a:rPr>
              <a:t> yang </a:t>
            </a:r>
            <a:r>
              <a:rPr lang="en-GB" sz="2800" dirty="0" err="1">
                <a:solidFill>
                  <a:schemeClr val="dk1"/>
                </a:solidFill>
                <a:latin typeface="Calibri"/>
                <a:ea typeface="Calibri"/>
                <a:cs typeface="Calibri"/>
                <a:sym typeface="Calibri"/>
              </a:rPr>
              <a:t>berlaku</a:t>
            </a:r>
            <a:endParaRPr sz="2800" dirty="0">
              <a:solidFill>
                <a:schemeClr val="dk1"/>
              </a:solidFill>
              <a:latin typeface="Calibri"/>
              <a:ea typeface="Calibri"/>
              <a:cs typeface="Calibri"/>
              <a:sym typeface="Calibri"/>
            </a:endParaRPr>
          </a:p>
          <a:p>
            <a:pPr marL="299720" marR="0" lvl="0" indent="-287020" algn="l" rtl="0">
              <a:lnSpc>
                <a:spcPct val="100000"/>
              </a:lnSpc>
              <a:spcBef>
                <a:spcPts val="0"/>
              </a:spcBef>
              <a:spcAft>
                <a:spcPts val="0"/>
              </a:spcAft>
              <a:buClr>
                <a:schemeClr val="dk1"/>
              </a:buClr>
              <a:buSzPts val="2500"/>
              <a:buFont typeface="Arial"/>
              <a:buChar char="•"/>
            </a:pPr>
            <a:r>
              <a:rPr lang="en-GB" sz="2800" dirty="0" err="1">
                <a:solidFill>
                  <a:schemeClr val="dk1"/>
                </a:solidFill>
                <a:latin typeface="Calibri"/>
                <a:ea typeface="Calibri"/>
                <a:cs typeface="Calibri"/>
                <a:sym typeface="Calibri"/>
              </a:rPr>
              <a:t>Mengabaikan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prosedur</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bertindak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sesuai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kemauan</a:t>
            </a:r>
            <a:r>
              <a:rPr lang="en-GB" sz="2800" dirty="0">
                <a:solidFill>
                  <a:schemeClr val="dk1"/>
                </a:solidFill>
                <a:latin typeface="Calibri"/>
                <a:ea typeface="Calibri"/>
                <a:cs typeface="Calibri"/>
                <a:sym typeface="Calibri"/>
              </a:rPr>
              <a:t> dan </a:t>
            </a:r>
            <a:r>
              <a:rPr lang="en-GB" sz="2800" dirty="0" err="1">
                <a:solidFill>
                  <a:schemeClr val="dk1"/>
                </a:solidFill>
                <a:latin typeface="Calibri"/>
                <a:ea typeface="Calibri"/>
                <a:cs typeface="Calibri"/>
                <a:sym typeface="Calibri"/>
              </a:rPr>
              <a:t>kepentingan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pribadi</a:t>
            </a:r>
            <a:endParaRPr sz="2800" dirty="0">
              <a:solidFill>
                <a:schemeClr val="dk1"/>
              </a:solidFill>
              <a:latin typeface="Calibri"/>
              <a:ea typeface="Calibri"/>
              <a:cs typeface="Calibri"/>
              <a:sym typeface="Calibri"/>
            </a:endParaRPr>
          </a:p>
          <a:p>
            <a:pPr marL="299085" marR="8255" lvl="0" indent="-287019" algn="l" rtl="0">
              <a:lnSpc>
                <a:spcPct val="100000"/>
              </a:lnSpc>
              <a:spcBef>
                <a:spcPts val="5"/>
              </a:spcBef>
              <a:spcAft>
                <a:spcPts val="0"/>
              </a:spcAft>
              <a:buClr>
                <a:schemeClr val="dk1"/>
              </a:buClr>
              <a:buSzPts val="2500"/>
              <a:buFont typeface="Arial"/>
              <a:buChar char="•"/>
            </a:pPr>
            <a:r>
              <a:rPr lang="en-GB" sz="2800" dirty="0" err="1">
                <a:solidFill>
                  <a:schemeClr val="dk1"/>
                </a:solidFill>
                <a:latin typeface="Calibri"/>
                <a:ea typeface="Calibri"/>
                <a:cs typeface="Calibri"/>
                <a:sym typeface="Calibri"/>
              </a:rPr>
              <a:t>Mengucapkan</a:t>
            </a:r>
            <a:r>
              <a:rPr lang="en-GB" sz="2800" dirty="0">
                <a:solidFill>
                  <a:schemeClr val="dk1"/>
                </a:solidFill>
                <a:latin typeface="Calibri"/>
                <a:ea typeface="Calibri"/>
                <a:cs typeface="Calibri"/>
                <a:sym typeface="Calibri"/>
              </a:rPr>
              <a:t> kata-kata yang </a:t>
            </a:r>
            <a:r>
              <a:rPr lang="en-GB" sz="2800" dirty="0" err="1">
                <a:solidFill>
                  <a:schemeClr val="dk1"/>
                </a:solidFill>
                <a:latin typeface="Calibri"/>
                <a:ea typeface="Calibri"/>
                <a:cs typeface="Calibri"/>
                <a:sym typeface="Calibri"/>
              </a:rPr>
              <a:t>tidak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sopan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terhadap</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atasan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rekan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kerja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atau</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bawahan</a:t>
            </a:r>
            <a:endParaRPr sz="2800" dirty="0">
              <a:solidFill>
                <a:schemeClr val="dk1"/>
              </a:solidFill>
              <a:latin typeface="Calibri"/>
              <a:ea typeface="Calibri"/>
              <a:cs typeface="Calibri"/>
              <a:sym typeface="Calibri"/>
            </a:endParaRPr>
          </a:p>
          <a:p>
            <a:pPr marL="299720" marR="0" lvl="0" indent="-287020" algn="l" rtl="0">
              <a:lnSpc>
                <a:spcPct val="100000"/>
              </a:lnSpc>
              <a:spcBef>
                <a:spcPts val="0"/>
              </a:spcBef>
              <a:spcAft>
                <a:spcPts val="0"/>
              </a:spcAft>
              <a:buClr>
                <a:schemeClr val="dk1"/>
              </a:buClr>
              <a:buSzPts val="2500"/>
              <a:buFont typeface="Arial"/>
              <a:buChar char="•"/>
            </a:pPr>
            <a:r>
              <a:rPr lang="en-GB" sz="2800" dirty="0" err="1">
                <a:solidFill>
                  <a:schemeClr val="dk1"/>
                </a:solidFill>
                <a:latin typeface="Calibri"/>
                <a:ea typeface="Calibri"/>
                <a:cs typeface="Calibri"/>
                <a:sym typeface="Calibri"/>
              </a:rPr>
              <a:t>Memanipulasi</a:t>
            </a:r>
            <a:r>
              <a:rPr lang="en-GB" sz="2800" dirty="0">
                <a:solidFill>
                  <a:schemeClr val="dk1"/>
                </a:solidFill>
                <a:latin typeface="Calibri"/>
                <a:ea typeface="Calibri"/>
                <a:cs typeface="Calibri"/>
                <a:sym typeface="Calibri"/>
              </a:rPr>
              <a:t> data </a:t>
            </a:r>
            <a:r>
              <a:rPr lang="en-GB" sz="2800" dirty="0" err="1">
                <a:solidFill>
                  <a:schemeClr val="dk1"/>
                </a:solidFill>
                <a:latin typeface="Calibri"/>
                <a:ea typeface="Calibri"/>
                <a:cs typeface="Calibri"/>
                <a:sym typeface="Calibri"/>
              </a:rPr>
              <a:t>laporan</a:t>
            </a:r>
            <a:endParaRPr sz="2800" dirty="0">
              <a:solidFill>
                <a:schemeClr val="dk1"/>
              </a:solidFill>
              <a:latin typeface="Calibri"/>
              <a:ea typeface="Calibri"/>
              <a:cs typeface="Calibri"/>
              <a:sym typeface="Calibri"/>
            </a:endParaRPr>
          </a:p>
          <a:p>
            <a:pPr marL="299085" marR="7620" lvl="0" indent="-287019" algn="l" rtl="0">
              <a:lnSpc>
                <a:spcPct val="100000"/>
              </a:lnSpc>
              <a:spcBef>
                <a:spcPts val="0"/>
              </a:spcBef>
              <a:spcAft>
                <a:spcPts val="0"/>
              </a:spcAft>
              <a:buClr>
                <a:schemeClr val="dk1"/>
              </a:buClr>
              <a:buSzPts val="2500"/>
              <a:buFont typeface="Arial"/>
              <a:buChar char="•"/>
            </a:pPr>
            <a:r>
              <a:rPr lang="en-GB" sz="2800" dirty="0" err="1">
                <a:solidFill>
                  <a:schemeClr val="dk1"/>
                </a:solidFill>
                <a:latin typeface="Calibri"/>
                <a:ea typeface="Calibri"/>
                <a:cs typeface="Calibri"/>
                <a:sym typeface="Calibri"/>
              </a:rPr>
              <a:t>Melakukan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kegiatan</a:t>
            </a:r>
            <a:r>
              <a:rPr lang="en-GB" sz="2800" dirty="0">
                <a:solidFill>
                  <a:schemeClr val="dk1"/>
                </a:solidFill>
                <a:latin typeface="Calibri"/>
                <a:ea typeface="Calibri"/>
                <a:cs typeface="Calibri"/>
                <a:sym typeface="Calibri"/>
              </a:rPr>
              <a:t> yang </a:t>
            </a:r>
            <a:r>
              <a:rPr lang="en-GB" sz="2800" dirty="0" err="1">
                <a:solidFill>
                  <a:schemeClr val="dk1"/>
                </a:solidFill>
                <a:latin typeface="Calibri"/>
                <a:ea typeface="Calibri"/>
                <a:cs typeface="Calibri"/>
                <a:sym typeface="Calibri"/>
              </a:rPr>
              <a:t>yang</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tidak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sesuai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dengan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aturan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perusahaan</a:t>
            </a:r>
            <a:r>
              <a:rPr lang="en-GB" sz="2800" dirty="0">
                <a:solidFill>
                  <a:schemeClr val="dk1"/>
                </a:solidFill>
                <a:latin typeface="Calibri"/>
                <a:ea typeface="Calibri"/>
                <a:cs typeface="Calibri"/>
                <a:sym typeface="Calibri"/>
              </a:rPr>
              <a:t> dan </a:t>
            </a:r>
            <a:r>
              <a:rPr lang="en-GB" sz="2800" dirty="0" err="1">
                <a:solidFill>
                  <a:schemeClr val="dk1"/>
                </a:solidFill>
                <a:latin typeface="Calibri"/>
                <a:ea typeface="Calibri"/>
                <a:cs typeface="Calibri"/>
                <a:sym typeface="Calibri"/>
              </a:rPr>
              <a:t>berindikasi</a:t>
            </a:r>
            <a:r>
              <a:rPr lang="en-GB" sz="2800" dirty="0">
                <a:solidFill>
                  <a:schemeClr val="dk1"/>
                </a:solidFill>
                <a:latin typeface="Calibri"/>
                <a:ea typeface="Calibri"/>
                <a:cs typeface="Calibri"/>
                <a:sym typeface="Calibri"/>
              </a:rPr>
              <a:t> fraud</a:t>
            </a:r>
            <a:endParaRPr sz="2800" dirty="0">
              <a:solidFill>
                <a:schemeClr val="dk1"/>
              </a:solidFill>
              <a:latin typeface="Calibri"/>
              <a:ea typeface="Calibri"/>
              <a:cs typeface="Calibri"/>
              <a:sym typeface="Calibri"/>
            </a:endParaRPr>
          </a:p>
          <a:p>
            <a:pPr marL="299720" marR="0" lvl="0" indent="-287020" algn="l" rtl="0">
              <a:lnSpc>
                <a:spcPct val="100000"/>
              </a:lnSpc>
              <a:spcBef>
                <a:spcPts val="0"/>
              </a:spcBef>
              <a:spcAft>
                <a:spcPts val="0"/>
              </a:spcAft>
              <a:buClr>
                <a:schemeClr val="dk1"/>
              </a:buClr>
              <a:buSzPts val="2500"/>
              <a:buFont typeface="Arial"/>
              <a:buChar char="•"/>
            </a:pPr>
            <a:r>
              <a:rPr lang="en-GB" sz="2800" dirty="0" err="1">
                <a:solidFill>
                  <a:schemeClr val="dk1"/>
                </a:solidFill>
                <a:latin typeface="Calibri"/>
                <a:ea typeface="Calibri"/>
                <a:cs typeface="Calibri"/>
                <a:sym typeface="Calibri"/>
              </a:rPr>
              <a:t>Menyalahgunakan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jabatan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untuk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keuntungan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pribadi</a:t>
            </a:r>
            <a:endParaRPr sz="2800" dirty="0">
              <a:solidFill>
                <a:schemeClr val="dk1"/>
              </a:solidFill>
              <a:latin typeface="Calibri"/>
              <a:ea typeface="Calibri"/>
              <a:cs typeface="Calibri"/>
              <a:sym typeface="Calibri"/>
            </a:endParaRPr>
          </a:p>
          <a:p>
            <a:pPr marL="299085" marR="5080" lvl="0" indent="-287019" algn="l" rtl="0">
              <a:lnSpc>
                <a:spcPct val="100000"/>
              </a:lnSpc>
              <a:spcBef>
                <a:spcPts val="5"/>
              </a:spcBef>
              <a:spcAft>
                <a:spcPts val="0"/>
              </a:spcAft>
              <a:buClr>
                <a:schemeClr val="dk1"/>
              </a:buClr>
              <a:buSzPts val="2500"/>
              <a:buFont typeface="Arial"/>
              <a:buChar char="•"/>
            </a:pPr>
            <a:r>
              <a:rPr lang="en-GB" sz="2800" dirty="0" err="1">
                <a:solidFill>
                  <a:schemeClr val="dk1"/>
                </a:solidFill>
                <a:latin typeface="Calibri"/>
                <a:ea typeface="Calibri"/>
                <a:cs typeface="Calibri"/>
                <a:sym typeface="Calibri"/>
              </a:rPr>
              <a:t>Mengabaikan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teguran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dari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atasan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rekan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kerja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atau</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bawahan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jika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melakukan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kesalahan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serta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tidak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berniat</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untuk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memperbaiki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kesalahan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tersebut</a:t>
            </a:r>
            <a:endParaRPr sz="2800" dirty="0">
              <a:solidFill>
                <a:schemeClr val="dk1"/>
              </a:solidFill>
              <a:latin typeface="Calibri"/>
              <a:ea typeface="Calibri"/>
              <a:cs typeface="Calibri"/>
              <a:sym typeface="Calibri"/>
            </a:endParaRPr>
          </a:p>
          <a:p>
            <a:pPr marL="299720" marR="0" lvl="0" indent="-287020" algn="l" rtl="0">
              <a:lnSpc>
                <a:spcPct val="100000"/>
              </a:lnSpc>
              <a:spcBef>
                <a:spcPts val="0"/>
              </a:spcBef>
              <a:spcAft>
                <a:spcPts val="0"/>
              </a:spcAft>
              <a:buClr>
                <a:schemeClr val="dk1"/>
              </a:buClr>
              <a:buSzPts val="2500"/>
              <a:buFont typeface="Arial"/>
              <a:buChar char="•"/>
            </a:pPr>
            <a:r>
              <a:rPr lang="en-GB" sz="2800" dirty="0" err="1">
                <a:solidFill>
                  <a:schemeClr val="dk1"/>
                </a:solidFill>
                <a:latin typeface="Calibri"/>
                <a:ea typeface="Calibri"/>
                <a:cs typeface="Calibri"/>
                <a:sym typeface="Calibri"/>
              </a:rPr>
              <a:t>Bersikap</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acuh</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ketika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melihat</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atasan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rekan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kerja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atau</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bawahan</a:t>
            </a:r>
            <a:r>
              <a:rPr lang="en-GB" sz="2800" dirty="0">
                <a:solidFill>
                  <a:schemeClr val="dk1"/>
                </a:solidFill>
                <a:latin typeface="Calibri"/>
                <a:ea typeface="Calibri"/>
                <a:cs typeface="Calibri"/>
                <a:sym typeface="Calibri"/>
              </a:rPr>
              <a:t> yang </a:t>
            </a:r>
            <a:r>
              <a:rPr lang="en-GB" sz="2800" dirty="0" err="1">
                <a:solidFill>
                  <a:schemeClr val="dk1"/>
                </a:solidFill>
                <a:latin typeface="Calibri"/>
                <a:ea typeface="Calibri"/>
                <a:cs typeface="Calibri"/>
                <a:sym typeface="Calibri"/>
              </a:rPr>
              <a:t>melakukan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pelanggaran</a:t>
            </a:r>
            <a:endParaRPr sz="2800" dirty="0">
              <a:solidFill>
                <a:schemeClr val="dk1"/>
              </a:solidFill>
              <a:latin typeface="Calibri"/>
              <a:ea typeface="Calibri"/>
              <a:cs typeface="Calibri"/>
              <a:sym typeface="Calibri"/>
            </a:endParaRPr>
          </a:p>
          <a:p>
            <a:pPr marL="299720" marR="0" lvl="0" indent="-287020" algn="l" rtl="0">
              <a:lnSpc>
                <a:spcPct val="100000"/>
              </a:lnSpc>
              <a:spcBef>
                <a:spcPts val="0"/>
              </a:spcBef>
              <a:spcAft>
                <a:spcPts val="0"/>
              </a:spcAft>
              <a:buClr>
                <a:schemeClr val="dk1"/>
              </a:buClr>
              <a:buSzPts val="2500"/>
              <a:buFont typeface="Arial"/>
              <a:buChar char="•"/>
            </a:pPr>
            <a:r>
              <a:rPr lang="en-GB" sz="2800" dirty="0" err="1">
                <a:solidFill>
                  <a:schemeClr val="dk1"/>
                </a:solidFill>
                <a:latin typeface="Calibri"/>
                <a:ea typeface="Calibri"/>
                <a:cs typeface="Calibri"/>
                <a:sym typeface="Calibri"/>
              </a:rPr>
              <a:t>Membawa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masalah</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pribadi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kantor</a:t>
            </a:r>
            <a:endParaRPr sz="2800" dirty="0">
              <a:solidFill>
                <a:schemeClr val="dk1"/>
              </a:solidFill>
              <a:latin typeface="Calibri"/>
              <a:ea typeface="Calibri"/>
              <a:cs typeface="Calibri"/>
              <a:sym typeface="Calibri"/>
            </a:endParaRPr>
          </a:p>
        </p:txBody>
      </p:sp>
      <p:sp>
        <p:nvSpPr>
          <p:cNvPr id="607" name="Google Shape;607;p17"/>
          <p:cNvSpPr txBox="1"/>
          <p:nvPr/>
        </p:nvSpPr>
        <p:spPr>
          <a:xfrm>
            <a:off x="838200" y="717994"/>
            <a:ext cx="15978124" cy="1367041"/>
          </a:xfrm>
          <a:prstGeom prst="rect">
            <a:avLst/>
          </a:prstGeom>
          <a:noFill/>
          <a:ln>
            <a:noFill/>
          </a:ln>
        </p:spPr>
        <p:txBody>
          <a:bodyPr spcFirstLastPara="1" wrap="square" lIns="0" tIns="12700" rIns="0" bIns="0" anchor="ctr" anchorCtr="0">
            <a:spAutoFit/>
          </a:bodyPr>
          <a:lstStyle/>
          <a:p>
            <a:pPr marL="12700" marR="0" lvl="0" indent="0" algn="ctr" rtl="0">
              <a:spcBef>
                <a:spcPts val="0"/>
              </a:spcBef>
              <a:spcAft>
                <a:spcPts val="0"/>
              </a:spcAft>
              <a:buClr>
                <a:srgbClr val="23344D"/>
              </a:buClr>
              <a:buSzPts val="8800"/>
              <a:buFont typeface="Corsiva"/>
              <a:buNone/>
            </a:pPr>
            <a:r>
              <a:rPr lang="en-GB" sz="8800" b="1">
                <a:solidFill>
                  <a:srgbClr val="23344D"/>
                </a:solidFill>
                <a:latin typeface="Corsiva"/>
                <a:ea typeface="Corsiva"/>
                <a:cs typeface="Corsiva"/>
                <a:sym typeface="Corsiva"/>
              </a:rPr>
              <a:t>Nilai perilaku Don’t</a:t>
            </a:r>
            <a:endParaRPr sz="8800" b="1">
              <a:solidFill>
                <a:srgbClr val="23344D"/>
              </a:solidFill>
              <a:latin typeface="Corsiva"/>
              <a:ea typeface="Corsiva"/>
              <a:cs typeface="Corsiva"/>
              <a:sym typeface="Corsiva"/>
            </a:endParaRPr>
          </a:p>
        </p:txBody>
      </p:sp>
      <p:grpSp>
        <p:nvGrpSpPr>
          <p:cNvPr id="608" name="Google Shape;608;p17"/>
          <p:cNvGrpSpPr/>
          <p:nvPr/>
        </p:nvGrpSpPr>
        <p:grpSpPr>
          <a:xfrm>
            <a:off x="-5069588" y="-15240"/>
            <a:ext cx="12079988" cy="10287000"/>
            <a:chOff x="-5069588" y="-15240"/>
            <a:chExt cx="12079988" cy="10287000"/>
          </a:xfrm>
        </p:grpSpPr>
        <p:sp>
          <p:nvSpPr>
            <p:cNvPr id="609" name="Google Shape;609;p17"/>
            <p:cNvSpPr/>
            <p:nvPr/>
          </p:nvSpPr>
          <p:spPr>
            <a:xfrm>
              <a:off x="-5069588" y="-15240"/>
              <a:ext cx="8216900" cy="10287000"/>
            </a:xfrm>
            <a:custGeom>
              <a:avLst/>
              <a:gdLst/>
              <a:ahLst/>
              <a:cxnLst/>
              <a:rect l="l" t="t" r="r" b="b"/>
              <a:pathLst>
                <a:path w="8216900" h="10287000" extrusionOk="0">
                  <a:moveTo>
                    <a:pt x="8216900" y="10286997"/>
                  </a:moveTo>
                  <a:lnTo>
                    <a:pt x="8216900" y="0"/>
                  </a:lnTo>
                  <a:lnTo>
                    <a:pt x="0" y="0"/>
                  </a:lnTo>
                  <a:lnTo>
                    <a:pt x="0" y="10286997"/>
                  </a:lnTo>
                  <a:lnTo>
                    <a:pt x="8216900" y="10286997"/>
                  </a:lnTo>
                  <a:close/>
                </a:path>
              </a:pathLst>
            </a:custGeom>
            <a:solidFill>
              <a:srgbClr val="9BD7D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0" name="Google Shape;610;p17"/>
            <p:cNvSpPr/>
            <p:nvPr/>
          </p:nvSpPr>
          <p:spPr>
            <a:xfrm>
              <a:off x="-762000" y="6210662"/>
              <a:ext cx="6898640" cy="1744980"/>
            </a:xfrm>
            <a:custGeom>
              <a:avLst/>
              <a:gdLst/>
              <a:ahLst/>
              <a:cxnLst/>
              <a:rect l="l" t="t" r="r" b="b"/>
              <a:pathLst>
                <a:path w="6898640" h="4069079" extrusionOk="0">
                  <a:moveTo>
                    <a:pt x="4886833" y="0"/>
                  </a:moveTo>
                  <a:lnTo>
                    <a:pt x="0" y="0"/>
                  </a:lnTo>
                  <a:lnTo>
                    <a:pt x="0" y="4069079"/>
                  </a:lnTo>
                  <a:lnTo>
                    <a:pt x="4883023" y="4069079"/>
                  </a:lnTo>
                  <a:lnTo>
                    <a:pt x="4933758" y="4067837"/>
                  </a:lnTo>
                  <a:lnTo>
                    <a:pt x="4984169" y="4065385"/>
                  </a:lnTo>
                  <a:lnTo>
                    <a:pt x="5034243" y="4061739"/>
                  </a:lnTo>
                  <a:lnTo>
                    <a:pt x="5083964" y="4056911"/>
                  </a:lnTo>
                  <a:lnTo>
                    <a:pt x="5133320" y="4050917"/>
                  </a:lnTo>
                  <a:lnTo>
                    <a:pt x="5182295" y="4043770"/>
                  </a:lnTo>
                  <a:lnTo>
                    <a:pt x="5230877" y="4035485"/>
                  </a:lnTo>
                  <a:lnTo>
                    <a:pt x="5279050" y="4026074"/>
                  </a:lnTo>
                  <a:lnTo>
                    <a:pt x="5326802" y="4015553"/>
                  </a:lnTo>
                  <a:lnTo>
                    <a:pt x="5374117" y="4003936"/>
                  </a:lnTo>
                  <a:lnTo>
                    <a:pt x="5420983" y="3991236"/>
                  </a:lnTo>
                  <a:lnTo>
                    <a:pt x="5467384" y="3977468"/>
                  </a:lnTo>
                  <a:lnTo>
                    <a:pt x="5513308" y="3962645"/>
                  </a:lnTo>
                  <a:lnTo>
                    <a:pt x="5558739" y="3946782"/>
                  </a:lnTo>
                  <a:lnTo>
                    <a:pt x="5603664" y="3929892"/>
                  </a:lnTo>
                  <a:lnTo>
                    <a:pt x="5648070" y="3911991"/>
                  </a:lnTo>
                  <a:lnTo>
                    <a:pt x="5691941" y="3893091"/>
                  </a:lnTo>
                  <a:lnTo>
                    <a:pt x="5735264" y="3873207"/>
                  </a:lnTo>
                  <a:lnTo>
                    <a:pt x="5778025" y="3852353"/>
                  </a:lnTo>
                  <a:lnTo>
                    <a:pt x="5820210" y="3830543"/>
                  </a:lnTo>
                  <a:lnTo>
                    <a:pt x="5861805" y="3807791"/>
                  </a:lnTo>
                  <a:lnTo>
                    <a:pt x="5902796" y="3784112"/>
                  </a:lnTo>
                  <a:lnTo>
                    <a:pt x="5943169" y="3759518"/>
                  </a:lnTo>
                  <a:lnTo>
                    <a:pt x="5982910" y="3734025"/>
                  </a:lnTo>
                  <a:lnTo>
                    <a:pt x="6022005" y="3707646"/>
                  </a:lnTo>
                  <a:lnTo>
                    <a:pt x="6060439" y="3680395"/>
                  </a:lnTo>
                  <a:lnTo>
                    <a:pt x="6098200" y="3652287"/>
                  </a:lnTo>
                  <a:lnTo>
                    <a:pt x="6135273" y="3623335"/>
                  </a:lnTo>
                  <a:lnTo>
                    <a:pt x="6171643" y="3593553"/>
                  </a:lnTo>
                  <a:lnTo>
                    <a:pt x="6207298" y="3562956"/>
                  </a:lnTo>
                  <a:lnTo>
                    <a:pt x="6242222" y="3531558"/>
                  </a:lnTo>
                  <a:lnTo>
                    <a:pt x="6276402" y="3499372"/>
                  </a:lnTo>
                  <a:lnTo>
                    <a:pt x="6309824" y="3466413"/>
                  </a:lnTo>
                  <a:lnTo>
                    <a:pt x="6342474" y="3432695"/>
                  </a:lnTo>
                  <a:lnTo>
                    <a:pt x="6374338" y="3398231"/>
                  </a:lnTo>
                  <a:lnTo>
                    <a:pt x="6405402" y="3363037"/>
                  </a:lnTo>
                  <a:lnTo>
                    <a:pt x="6435651" y="3327125"/>
                  </a:lnTo>
                  <a:lnTo>
                    <a:pt x="6465073" y="3290511"/>
                  </a:lnTo>
                  <a:lnTo>
                    <a:pt x="6493652" y="3253207"/>
                  </a:lnTo>
                  <a:lnTo>
                    <a:pt x="6521376" y="3215228"/>
                  </a:lnTo>
                  <a:lnTo>
                    <a:pt x="6548229" y="3176589"/>
                  </a:lnTo>
                  <a:lnTo>
                    <a:pt x="6574198" y="3137303"/>
                  </a:lnTo>
                  <a:lnTo>
                    <a:pt x="6599269" y="3097384"/>
                  </a:lnTo>
                  <a:lnTo>
                    <a:pt x="6623428" y="3056846"/>
                  </a:lnTo>
                  <a:lnTo>
                    <a:pt x="6646660" y="3015704"/>
                  </a:lnTo>
                  <a:lnTo>
                    <a:pt x="6668953" y="2973971"/>
                  </a:lnTo>
                  <a:lnTo>
                    <a:pt x="6690291" y="2931661"/>
                  </a:lnTo>
                  <a:lnTo>
                    <a:pt x="6710661" y="2888789"/>
                  </a:lnTo>
                  <a:lnTo>
                    <a:pt x="6730049" y="2845369"/>
                  </a:lnTo>
                  <a:lnTo>
                    <a:pt x="6748441" y="2801414"/>
                  </a:lnTo>
                  <a:lnTo>
                    <a:pt x="6765823" y="2756939"/>
                  </a:lnTo>
                  <a:lnTo>
                    <a:pt x="6782181" y="2711957"/>
                  </a:lnTo>
                  <a:lnTo>
                    <a:pt x="6796878" y="2666844"/>
                  </a:lnTo>
                  <a:lnTo>
                    <a:pt x="6810785" y="2620925"/>
                  </a:lnTo>
                  <a:lnTo>
                    <a:pt x="6823854" y="2574272"/>
                  </a:lnTo>
                  <a:lnTo>
                    <a:pt x="6836037" y="2526958"/>
                  </a:lnTo>
                  <a:lnTo>
                    <a:pt x="6847287" y="2479055"/>
                  </a:lnTo>
                  <a:lnTo>
                    <a:pt x="6857555" y="2430636"/>
                  </a:lnTo>
                  <a:lnTo>
                    <a:pt x="6866794" y="2381773"/>
                  </a:lnTo>
                  <a:lnTo>
                    <a:pt x="6874956" y="2332539"/>
                  </a:lnTo>
                  <a:lnTo>
                    <a:pt x="6881994" y="2283006"/>
                  </a:lnTo>
                  <a:lnTo>
                    <a:pt x="6887859" y="2233247"/>
                  </a:lnTo>
                  <a:lnTo>
                    <a:pt x="6892504" y="2183334"/>
                  </a:lnTo>
                  <a:lnTo>
                    <a:pt x="6895881" y="2133340"/>
                  </a:lnTo>
                  <a:lnTo>
                    <a:pt x="6897942" y="2083336"/>
                  </a:lnTo>
                  <a:lnTo>
                    <a:pt x="6898640" y="2033396"/>
                  </a:lnTo>
                  <a:lnTo>
                    <a:pt x="6897942" y="1979862"/>
                  </a:lnTo>
                  <a:lnTo>
                    <a:pt x="6895866" y="1926659"/>
                  </a:lnTo>
                  <a:lnTo>
                    <a:pt x="6892435" y="1873812"/>
                  </a:lnTo>
                  <a:lnTo>
                    <a:pt x="6887673" y="1821345"/>
                  </a:lnTo>
                  <a:lnTo>
                    <a:pt x="6881603" y="1769284"/>
                  </a:lnTo>
                  <a:lnTo>
                    <a:pt x="6874248" y="1717652"/>
                  </a:lnTo>
                  <a:lnTo>
                    <a:pt x="6865632" y="1666474"/>
                  </a:lnTo>
                  <a:lnTo>
                    <a:pt x="6855780" y="1615776"/>
                  </a:lnTo>
                  <a:lnTo>
                    <a:pt x="6844714" y="1565581"/>
                  </a:lnTo>
                  <a:lnTo>
                    <a:pt x="6832457" y="1515914"/>
                  </a:lnTo>
                  <a:lnTo>
                    <a:pt x="6819035" y="1466800"/>
                  </a:lnTo>
                  <a:lnTo>
                    <a:pt x="6804469" y="1418264"/>
                  </a:lnTo>
                  <a:lnTo>
                    <a:pt x="6788784" y="1370329"/>
                  </a:lnTo>
                  <a:lnTo>
                    <a:pt x="6786626" y="1365884"/>
                  </a:lnTo>
                  <a:lnTo>
                    <a:pt x="6786626" y="1361439"/>
                  </a:lnTo>
                  <a:lnTo>
                    <a:pt x="6784467" y="1357121"/>
                  </a:lnTo>
                  <a:lnTo>
                    <a:pt x="6767735" y="1312627"/>
                  </a:lnTo>
                  <a:lnTo>
                    <a:pt x="6749995" y="1268601"/>
                  </a:lnTo>
                  <a:lnTo>
                    <a:pt x="6731259" y="1225058"/>
                  </a:lnTo>
                  <a:lnTo>
                    <a:pt x="6711541" y="1182014"/>
                  </a:lnTo>
                  <a:lnTo>
                    <a:pt x="6690857" y="1139484"/>
                  </a:lnTo>
                  <a:lnTo>
                    <a:pt x="6669219" y="1097483"/>
                  </a:lnTo>
                  <a:lnTo>
                    <a:pt x="6646642" y="1056027"/>
                  </a:lnTo>
                  <a:lnTo>
                    <a:pt x="6623140" y="1015130"/>
                  </a:lnTo>
                  <a:lnTo>
                    <a:pt x="6598727" y="974807"/>
                  </a:lnTo>
                  <a:lnTo>
                    <a:pt x="6573417" y="935074"/>
                  </a:lnTo>
                  <a:lnTo>
                    <a:pt x="6547225" y="895946"/>
                  </a:lnTo>
                  <a:lnTo>
                    <a:pt x="6520163" y="857439"/>
                  </a:lnTo>
                  <a:lnTo>
                    <a:pt x="6492247" y="819566"/>
                  </a:lnTo>
                  <a:lnTo>
                    <a:pt x="6463491" y="782344"/>
                  </a:lnTo>
                  <a:lnTo>
                    <a:pt x="6433908" y="745788"/>
                  </a:lnTo>
                  <a:lnTo>
                    <a:pt x="6403512" y="709913"/>
                  </a:lnTo>
                  <a:lnTo>
                    <a:pt x="6372318" y="674734"/>
                  </a:lnTo>
                  <a:lnTo>
                    <a:pt x="6340339" y="640267"/>
                  </a:lnTo>
                  <a:lnTo>
                    <a:pt x="6307590" y="606525"/>
                  </a:lnTo>
                  <a:lnTo>
                    <a:pt x="6274085" y="573526"/>
                  </a:lnTo>
                  <a:lnTo>
                    <a:pt x="6239838" y="541283"/>
                  </a:lnTo>
                  <a:lnTo>
                    <a:pt x="6204863" y="509812"/>
                  </a:lnTo>
                  <a:lnTo>
                    <a:pt x="6169174" y="479129"/>
                  </a:lnTo>
                  <a:lnTo>
                    <a:pt x="6132785" y="449248"/>
                  </a:lnTo>
                  <a:lnTo>
                    <a:pt x="6095710" y="420184"/>
                  </a:lnTo>
                  <a:lnTo>
                    <a:pt x="6057963" y="391953"/>
                  </a:lnTo>
                  <a:lnTo>
                    <a:pt x="6019558" y="364570"/>
                  </a:lnTo>
                  <a:lnTo>
                    <a:pt x="5980510" y="338051"/>
                  </a:lnTo>
                  <a:lnTo>
                    <a:pt x="5940832" y="312409"/>
                  </a:lnTo>
                  <a:lnTo>
                    <a:pt x="5900539" y="287661"/>
                  </a:lnTo>
                  <a:lnTo>
                    <a:pt x="5859644" y="263822"/>
                  </a:lnTo>
                  <a:lnTo>
                    <a:pt x="5818162" y="240907"/>
                  </a:lnTo>
                  <a:lnTo>
                    <a:pt x="5776107" y="218931"/>
                  </a:lnTo>
                  <a:lnTo>
                    <a:pt x="5733492" y="197909"/>
                  </a:lnTo>
                  <a:lnTo>
                    <a:pt x="5690332" y="177856"/>
                  </a:lnTo>
                  <a:lnTo>
                    <a:pt x="5646641" y="158788"/>
                  </a:lnTo>
                  <a:lnTo>
                    <a:pt x="5602433" y="140720"/>
                  </a:lnTo>
                  <a:lnTo>
                    <a:pt x="5557722" y="123667"/>
                  </a:lnTo>
                  <a:lnTo>
                    <a:pt x="5512522" y="107644"/>
                  </a:lnTo>
                  <a:lnTo>
                    <a:pt x="5466847" y="92666"/>
                  </a:lnTo>
                  <a:lnTo>
                    <a:pt x="5420711" y="78749"/>
                  </a:lnTo>
                  <a:lnTo>
                    <a:pt x="5374129" y="65908"/>
                  </a:lnTo>
                  <a:lnTo>
                    <a:pt x="5327114" y="54157"/>
                  </a:lnTo>
                  <a:lnTo>
                    <a:pt x="5279681" y="43513"/>
                  </a:lnTo>
                  <a:lnTo>
                    <a:pt x="5231843" y="33990"/>
                  </a:lnTo>
                  <a:lnTo>
                    <a:pt x="5183614" y="25603"/>
                  </a:lnTo>
                  <a:lnTo>
                    <a:pt x="5135009" y="18368"/>
                  </a:lnTo>
                  <a:lnTo>
                    <a:pt x="5086042" y="12300"/>
                  </a:lnTo>
                  <a:lnTo>
                    <a:pt x="5036727" y="7414"/>
                  </a:lnTo>
                  <a:lnTo>
                    <a:pt x="4987078" y="3725"/>
                  </a:lnTo>
                  <a:lnTo>
                    <a:pt x="4937108" y="1248"/>
                  </a:lnTo>
                  <a:lnTo>
                    <a:pt x="4886833" y="0"/>
                  </a:lnTo>
                  <a:close/>
                </a:path>
              </a:pathLst>
            </a:custGeom>
            <a:solidFill>
              <a:srgbClr val="FFC3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1" name="Google Shape;611;p17"/>
            <p:cNvSpPr txBox="1"/>
            <p:nvPr/>
          </p:nvSpPr>
          <p:spPr>
            <a:xfrm>
              <a:off x="271526" y="6515100"/>
              <a:ext cx="6738874"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3344D"/>
                </a:buClr>
                <a:buSzPts val="11500"/>
                <a:buFont typeface="Corsiva"/>
                <a:buNone/>
              </a:pPr>
              <a:r>
                <a:rPr lang="en-GB" sz="11500" b="1">
                  <a:solidFill>
                    <a:srgbClr val="23344D"/>
                  </a:solidFill>
                  <a:latin typeface="Corsiva"/>
                  <a:ea typeface="Corsiva"/>
                  <a:cs typeface="Corsiva"/>
                  <a:sym typeface="Corsiva"/>
                </a:rPr>
                <a:t>Integrity</a:t>
              </a:r>
              <a:endParaRPr sz="11500" b="1">
                <a:solidFill>
                  <a:srgbClr val="23344D"/>
                </a:solidFill>
                <a:latin typeface="Corsiva"/>
                <a:ea typeface="Corsiva"/>
                <a:cs typeface="Corsiva"/>
                <a:sym typeface="Corsiva"/>
              </a:endParaRPr>
            </a:p>
          </p:txBody>
        </p:sp>
        <p:pic>
          <p:nvPicPr>
            <p:cNvPr id="612" name="Google Shape;612;p17"/>
            <p:cNvPicPr preferRelativeResize="0"/>
            <p:nvPr/>
          </p:nvPicPr>
          <p:blipFill rotWithShape="1">
            <a:blip r:embed="rId3">
              <a:alphaModFix/>
            </a:blip>
            <a:srcRect/>
            <a:stretch/>
          </p:blipFill>
          <p:spPr>
            <a:xfrm>
              <a:off x="535793" y="232807"/>
              <a:ext cx="2591987" cy="1027215"/>
            </a:xfrm>
            <a:prstGeom prst="rect">
              <a:avLst/>
            </a:prstGeom>
            <a:noFill/>
            <a:ln>
              <a:noFill/>
            </a:ln>
          </p:spPr>
        </p:pic>
        <p:pic>
          <p:nvPicPr>
            <p:cNvPr id="613" name="Google Shape;613;p17"/>
            <p:cNvPicPr preferRelativeResize="0"/>
            <p:nvPr/>
          </p:nvPicPr>
          <p:blipFill rotWithShape="1">
            <a:blip r:embed="rId4">
              <a:alphaModFix/>
            </a:blip>
            <a:srcRect/>
            <a:stretch/>
          </p:blipFill>
          <p:spPr>
            <a:xfrm>
              <a:off x="535793" y="2168274"/>
              <a:ext cx="4416076" cy="4914878"/>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18"/>
          <p:cNvSpPr txBox="1">
            <a:spLocks noGrp="1"/>
          </p:cNvSpPr>
          <p:nvPr>
            <p:ph type="title"/>
          </p:nvPr>
        </p:nvSpPr>
        <p:spPr>
          <a:xfrm>
            <a:off x="3580513" y="465691"/>
            <a:ext cx="7346286" cy="1120820"/>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rgbClr val="23344D"/>
              </a:buClr>
              <a:buSzPts val="7200"/>
              <a:buFont typeface="Corsiva"/>
              <a:buNone/>
            </a:pPr>
            <a:r>
              <a:rPr lang="en-GB" sz="7200" b="1">
                <a:solidFill>
                  <a:srgbClr val="23344D"/>
                </a:solidFill>
                <a:latin typeface="Corsiva"/>
                <a:ea typeface="Corsiva"/>
                <a:cs typeface="Corsiva"/>
                <a:sym typeface="Corsiva"/>
              </a:rPr>
              <a:t>Nilai perilaku Do</a:t>
            </a:r>
            <a:endParaRPr/>
          </a:p>
        </p:txBody>
      </p:sp>
      <p:sp>
        <p:nvSpPr>
          <p:cNvPr id="619" name="Google Shape;619;p18"/>
          <p:cNvSpPr txBox="1"/>
          <p:nvPr/>
        </p:nvSpPr>
        <p:spPr>
          <a:xfrm>
            <a:off x="6328465" y="1638300"/>
            <a:ext cx="11197535" cy="348557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400" b="1" u="sng" dirty="0">
                <a:solidFill>
                  <a:srgbClr val="E05A47"/>
                </a:solidFill>
                <a:latin typeface="Calibri"/>
                <a:ea typeface="Calibri"/>
                <a:cs typeface="Calibri"/>
                <a:sym typeface="Calibri"/>
              </a:rPr>
              <a:t>EKSTERNAL</a:t>
            </a:r>
            <a:endParaRPr sz="4000" b="1" u="sng" dirty="0">
              <a:solidFill>
                <a:srgbClr val="E05A47"/>
              </a:solidFill>
              <a:latin typeface="Calibri"/>
              <a:ea typeface="Calibri"/>
              <a:cs typeface="Calibri"/>
              <a:sym typeface="Calibri"/>
            </a:endParaRPr>
          </a:p>
          <a:p>
            <a:pPr marL="12700" marR="0" lvl="0" indent="0" algn="l" rtl="0">
              <a:lnSpc>
                <a:spcPct val="100000"/>
              </a:lnSpc>
              <a:spcBef>
                <a:spcPts val="100"/>
              </a:spcBef>
              <a:spcAft>
                <a:spcPts val="0"/>
              </a:spcAft>
              <a:buNone/>
            </a:pPr>
            <a:endParaRPr sz="1200" b="1" u="sng" dirty="0">
              <a:solidFill>
                <a:srgbClr val="E05A47"/>
              </a:solidFill>
              <a:latin typeface="Calibri"/>
              <a:ea typeface="Calibri"/>
              <a:cs typeface="Calibri"/>
              <a:sym typeface="Calibri"/>
            </a:endParaRPr>
          </a:p>
          <a:p>
            <a:pPr marL="299720" marR="0" lvl="0" indent="-287020" algn="l" rtl="0">
              <a:lnSpc>
                <a:spcPct val="100000"/>
              </a:lnSpc>
              <a:spcBef>
                <a:spcPts val="100"/>
              </a:spcBef>
              <a:spcAft>
                <a:spcPts val="0"/>
              </a:spcAft>
              <a:buClr>
                <a:schemeClr val="dk1"/>
              </a:buClr>
              <a:buSzPts val="2800"/>
              <a:buFont typeface="Arial"/>
              <a:buChar char="•"/>
            </a:pPr>
            <a:r>
              <a:rPr lang="en-GB" sz="2800" dirty="0">
                <a:solidFill>
                  <a:schemeClr val="dk1"/>
                </a:solidFill>
                <a:latin typeface="Calibri"/>
                <a:ea typeface="Calibri"/>
                <a:cs typeface="Calibri"/>
                <a:sym typeface="Calibri"/>
              </a:rPr>
              <a:t>Datang </a:t>
            </a:r>
            <a:r>
              <a:rPr lang="en-GB" sz="2800" dirty="0" err="1">
                <a:solidFill>
                  <a:schemeClr val="dk1"/>
                </a:solidFill>
                <a:latin typeface="Calibri"/>
                <a:ea typeface="Calibri"/>
                <a:cs typeface="Calibri"/>
                <a:sym typeface="Calibri"/>
              </a:rPr>
              <a:t>tepat</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waktu</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saat</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mengadakan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pertemuan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atau</a:t>
            </a:r>
            <a:r>
              <a:rPr lang="en-GB" sz="2800" dirty="0">
                <a:solidFill>
                  <a:schemeClr val="dk1"/>
                </a:solidFill>
                <a:latin typeface="Calibri"/>
                <a:ea typeface="Calibri"/>
                <a:cs typeface="Calibri"/>
                <a:sym typeface="Calibri"/>
              </a:rPr>
              <a:t> meeting </a:t>
            </a:r>
            <a:r>
              <a:rPr lang="en-GB" sz="2800" dirty="0" err="1">
                <a:solidFill>
                  <a:schemeClr val="dk1"/>
                </a:solidFill>
                <a:latin typeface="Calibri"/>
                <a:ea typeface="Calibri"/>
                <a:cs typeface="Calibri"/>
                <a:sym typeface="Calibri"/>
              </a:rPr>
              <a:t>dengan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pihak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eksternal</a:t>
            </a:r>
            <a:endParaRPr sz="2800" dirty="0">
              <a:solidFill>
                <a:schemeClr val="dk1"/>
              </a:solidFill>
              <a:latin typeface="Calibri"/>
              <a:ea typeface="Calibri"/>
              <a:cs typeface="Calibri"/>
              <a:sym typeface="Calibri"/>
            </a:endParaRPr>
          </a:p>
          <a:p>
            <a:pPr marL="299720" marR="8255" lvl="0" indent="-287020" algn="l" rtl="0">
              <a:lnSpc>
                <a:spcPct val="100000"/>
              </a:lnSpc>
              <a:spcBef>
                <a:spcPts val="5"/>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Menggunakan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tutur</a:t>
            </a:r>
            <a:r>
              <a:rPr lang="en-GB" sz="2800" dirty="0">
                <a:solidFill>
                  <a:schemeClr val="dk1"/>
                </a:solidFill>
                <a:latin typeface="Calibri"/>
                <a:ea typeface="Calibri"/>
                <a:cs typeface="Calibri"/>
                <a:sym typeface="Calibri"/>
              </a:rPr>
              <a:t> kata yang </a:t>
            </a:r>
            <a:r>
              <a:rPr lang="en-GB" sz="2800" dirty="0" err="1">
                <a:solidFill>
                  <a:schemeClr val="dk1"/>
                </a:solidFill>
                <a:latin typeface="Calibri"/>
                <a:ea typeface="Calibri"/>
                <a:cs typeface="Calibri"/>
                <a:sym typeface="Calibri"/>
              </a:rPr>
              <a:t>sopan</a:t>
            </a:r>
            <a:r>
              <a:rPr lang="en-GB" sz="2800" dirty="0">
                <a:solidFill>
                  <a:schemeClr val="dk1"/>
                </a:solidFill>
                <a:latin typeface="Calibri"/>
                <a:ea typeface="Calibri"/>
                <a:cs typeface="Calibri"/>
                <a:sym typeface="Calibri"/>
              </a:rPr>
              <a:t> di </a:t>
            </a:r>
            <a:r>
              <a:rPr lang="en-GB" sz="2800" dirty="0" err="1">
                <a:solidFill>
                  <a:schemeClr val="dk1"/>
                </a:solidFill>
                <a:latin typeface="Calibri"/>
                <a:ea typeface="Calibri"/>
                <a:cs typeface="Calibri"/>
                <a:sym typeface="Calibri"/>
              </a:rPr>
              <a:t>depan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pihak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eksternal</a:t>
            </a:r>
            <a:endParaRPr sz="2800" dirty="0">
              <a:solidFill>
                <a:schemeClr val="dk1"/>
              </a:solidFill>
              <a:latin typeface="Calibri"/>
              <a:ea typeface="Calibri"/>
              <a:cs typeface="Calibri"/>
              <a:sym typeface="Calibri"/>
            </a:endParaRPr>
          </a:p>
          <a:p>
            <a:pPr marL="299720" marR="0" lvl="0" indent="-287020" algn="l" rtl="0">
              <a:lnSpc>
                <a:spcPct val="100000"/>
              </a:lnSpc>
              <a:spcBef>
                <a:spcPts val="0"/>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Mempertanggung</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jawabkan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perkataan</a:t>
            </a:r>
            <a:r>
              <a:rPr lang="en-GB" sz="2800" dirty="0">
                <a:solidFill>
                  <a:schemeClr val="dk1"/>
                </a:solidFill>
                <a:latin typeface="Calibri"/>
                <a:ea typeface="Calibri"/>
                <a:cs typeface="Calibri"/>
                <a:sym typeface="Calibri"/>
              </a:rPr>
              <a:t> dan </a:t>
            </a:r>
            <a:r>
              <a:rPr lang="en-GB" sz="2800" dirty="0" err="1">
                <a:solidFill>
                  <a:schemeClr val="dk1"/>
                </a:solidFill>
                <a:latin typeface="Calibri"/>
                <a:ea typeface="Calibri"/>
                <a:cs typeface="Calibri"/>
                <a:sym typeface="Calibri"/>
              </a:rPr>
              <a:t>tindakan</a:t>
            </a:r>
            <a:endParaRPr sz="2800" dirty="0">
              <a:solidFill>
                <a:schemeClr val="dk1"/>
              </a:solidFill>
              <a:latin typeface="Calibri"/>
              <a:ea typeface="Calibri"/>
              <a:cs typeface="Calibri"/>
              <a:sym typeface="Calibri"/>
            </a:endParaRPr>
          </a:p>
          <a:p>
            <a:pPr marL="299720" marR="0" lvl="0" indent="0" algn="l" rtl="0">
              <a:lnSpc>
                <a:spcPct val="100000"/>
              </a:lnSpc>
              <a:spcBef>
                <a:spcPts val="0"/>
              </a:spcBef>
              <a:spcAft>
                <a:spcPts val="0"/>
              </a:spcAft>
              <a:buNone/>
            </a:pPr>
            <a:r>
              <a:rPr lang="en-GB" sz="2800" dirty="0" err="1">
                <a:solidFill>
                  <a:schemeClr val="dk1"/>
                </a:solidFill>
                <a:latin typeface="Calibri"/>
                <a:ea typeface="Calibri"/>
                <a:cs typeface="Calibri"/>
                <a:sym typeface="Calibri"/>
              </a:rPr>
              <a:t>ketika</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bertemu</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dengan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pihak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eksternal</a:t>
            </a:r>
            <a:endParaRPr sz="2800" dirty="0">
              <a:solidFill>
                <a:schemeClr val="dk1"/>
              </a:solidFill>
              <a:latin typeface="Calibri"/>
              <a:ea typeface="Calibri"/>
              <a:cs typeface="Calibri"/>
              <a:sym typeface="Calibri"/>
            </a:endParaRPr>
          </a:p>
          <a:p>
            <a:pPr marL="299720" marR="0" lvl="0" indent="-287020" algn="l" rtl="0">
              <a:lnSpc>
                <a:spcPct val="100000"/>
              </a:lnSpc>
              <a:spcBef>
                <a:spcPts val="0"/>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Berani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menolak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suap</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dari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pihak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eksternal</a:t>
            </a:r>
            <a:r>
              <a:rPr lang="en-GB" sz="2800" dirty="0">
                <a:solidFill>
                  <a:schemeClr val="dk1"/>
                </a:solidFill>
                <a:latin typeface="Calibri"/>
                <a:ea typeface="Calibri"/>
                <a:cs typeface="Calibri"/>
                <a:sym typeface="Calibri"/>
              </a:rPr>
              <a:t>.</a:t>
            </a:r>
            <a:endParaRPr sz="2800" dirty="0">
              <a:solidFill>
                <a:schemeClr val="dk1"/>
              </a:solidFill>
              <a:latin typeface="Calibri"/>
              <a:ea typeface="Calibri"/>
              <a:cs typeface="Calibri"/>
              <a:sym typeface="Calibri"/>
            </a:endParaRPr>
          </a:p>
        </p:txBody>
      </p:sp>
      <p:sp>
        <p:nvSpPr>
          <p:cNvPr id="620" name="Google Shape;620;p18"/>
          <p:cNvSpPr txBox="1"/>
          <p:nvPr/>
        </p:nvSpPr>
        <p:spPr>
          <a:xfrm>
            <a:off x="5750949" y="5494363"/>
            <a:ext cx="8140370" cy="1120820"/>
          </a:xfrm>
          <a:prstGeom prst="rect">
            <a:avLst/>
          </a:prstGeom>
          <a:noFill/>
          <a:ln>
            <a:noFill/>
          </a:ln>
        </p:spPr>
        <p:txBody>
          <a:bodyPr spcFirstLastPara="1" wrap="square" lIns="0" tIns="12700" rIns="0" bIns="0" anchor="ctr" anchorCtr="0">
            <a:spAutoFit/>
          </a:bodyPr>
          <a:lstStyle/>
          <a:p>
            <a:pPr marL="12700" marR="0" lvl="0" indent="0" algn="ctr" rtl="0">
              <a:spcBef>
                <a:spcPts val="0"/>
              </a:spcBef>
              <a:spcAft>
                <a:spcPts val="0"/>
              </a:spcAft>
              <a:buClr>
                <a:srgbClr val="23344D"/>
              </a:buClr>
              <a:buSzPts val="7200"/>
              <a:buFont typeface="Corsiva"/>
              <a:buNone/>
            </a:pPr>
            <a:r>
              <a:rPr lang="en-GB" sz="7200" b="1">
                <a:solidFill>
                  <a:srgbClr val="23344D"/>
                </a:solidFill>
                <a:latin typeface="Corsiva"/>
                <a:ea typeface="Corsiva"/>
                <a:cs typeface="Corsiva"/>
                <a:sym typeface="Corsiva"/>
              </a:rPr>
              <a:t>Nilai perilaku Don’t</a:t>
            </a:r>
            <a:endParaRPr sz="7200" b="1">
              <a:solidFill>
                <a:srgbClr val="23344D"/>
              </a:solidFill>
              <a:latin typeface="Corsiva"/>
              <a:ea typeface="Corsiva"/>
              <a:cs typeface="Corsiva"/>
              <a:sym typeface="Corsiva"/>
            </a:endParaRPr>
          </a:p>
        </p:txBody>
      </p:sp>
      <p:sp>
        <p:nvSpPr>
          <p:cNvPr id="621" name="Google Shape;621;p18"/>
          <p:cNvSpPr txBox="1"/>
          <p:nvPr/>
        </p:nvSpPr>
        <p:spPr>
          <a:xfrm>
            <a:off x="8308593" y="6615183"/>
            <a:ext cx="8607807" cy="348557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400" b="1" u="sng" dirty="0">
                <a:solidFill>
                  <a:srgbClr val="E05A47"/>
                </a:solidFill>
                <a:latin typeface="Calibri"/>
                <a:ea typeface="Calibri"/>
                <a:cs typeface="Calibri"/>
                <a:sym typeface="Calibri"/>
              </a:rPr>
              <a:t>EKSTERNAL</a:t>
            </a:r>
            <a:endParaRPr sz="4000" b="1" u="sng" dirty="0">
              <a:solidFill>
                <a:srgbClr val="E05A47"/>
              </a:solidFill>
              <a:latin typeface="Calibri"/>
              <a:ea typeface="Calibri"/>
              <a:cs typeface="Calibri"/>
              <a:sym typeface="Calibri"/>
            </a:endParaRPr>
          </a:p>
          <a:p>
            <a:pPr marL="12700" marR="0" lvl="0" indent="0" algn="l" rtl="0">
              <a:lnSpc>
                <a:spcPct val="100000"/>
              </a:lnSpc>
              <a:spcBef>
                <a:spcPts val="100"/>
              </a:spcBef>
              <a:spcAft>
                <a:spcPts val="0"/>
              </a:spcAft>
              <a:buNone/>
            </a:pPr>
            <a:endParaRPr sz="1200" b="1" u="sng" dirty="0">
              <a:solidFill>
                <a:srgbClr val="E05A47"/>
              </a:solidFill>
              <a:latin typeface="Calibri"/>
              <a:ea typeface="Calibri"/>
              <a:cs typeface="Calibri"/>
              <a:sym typeface="Calibri"/>
            </a:endParaRPr>
          </a:p>
          <a:p>
            <a:pPr marL="299720" marR="5080" lvl="0" indent="-287020" algn="l" rtl="0">
              <a:lnSpc>
                <a:spcPct val="100000"/>
              </a:lnSpc>
              <a:spcBef>
                <a:spcPts val="100"/>
              </a:spcBef>
              <a:spcAft>
                <a:spcPts val="0"/>
              </a:spcAft>
              <a:buClr>
                <a:schemeClr val="dk1"/>
              </a:buClr>
              <a:buSzPts val="2800"/>
              <a:buFont typeface="Arial"/>
              <a:buChar char="•"/>
            </a:pPr>
            <a:r>
              <a:rPr lang="en-GB" sz="2800" dirty="0">
                <a:solidFill>
                  <a:schemeClr val="dk1"/>
                </a:solidFill>
                <a:latin typeface="Calibri"/>
                <a:ea typeface="Calibri"/>
                <a:cs typeface="Calibri"/>
                <a:sym typeface="Calibri"/>
              </a:rPr>
              <a:t>Datang </a:t>
            </a:r>
            <a:r>
              <a:rPr lang="en-GB" sz="2800" dirty="0" err="1">
                <a:solidFill>
                  <a:schemeClr val="dk1"/>
                </a:solidFill>
                <a:latin typeface="Calibri"/>
                <a:ea typeface="Calibri"/>
                <a:cs typeface="Calibri"/>
                <a:sym typeface="Calibri"/>
              </a:rPr>
              <a:t>terlambat</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saat</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mengadakan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pertemuan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atau</a:t>
            </a:r>
            <a:r>
              <a:rPr lang="en-GB" sz="2800" dirty="0">
                <a:solidFill>
                  <a:schemeClr val="dk1"/>
                </a:solidFill>
                <a:latin typeface="Calibri"/>
                <a:ea typeface="Calibri"/>
                <a:cs typeface="Calibri"/>
                <a:sym typeface="Calibri"/>
              </a:rPr>
              <a:t>  meeting </a:t>
            </a:r>
            <a:r>
              <a:rPr lang="en-GB" sz="2800" dirty="0" err="1">
                <a:solidFill>
                  <a:schemeClr val="dk1"/>
                </a:solidFill>
                <a:latin typeface="Calibri"/>
                <a:ea typeface="Calibri"/>
                <a:cs typeface="Calibri"/>
                <a:sym typeface="Calibri"/>
              </a:rPr>
              <a:t>dengan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pihak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eksternal</a:t>
            </a:r>
            <a:endParaRPr sz="2800" dirty="0">
              <a:solidFill>
                <a:schemeClr val="dk1"/>
              </a:solidFill>
              <a:latin typeface="Calibri"/>
              <a:ea typeface="Calibri"/>
              <a:cs typeface="Calibri"/>
              <a:sym typeface="Calibri"/>
            </a:endParaRPr>
          </a:p>
          <a:p>
            <a:pPr marL="299720" marR="0" lvl="0" indent="-287020" algn="l" rtl="0">
              <a:lnSpc>
                <a:spcPct val="100000"/>
              </a:lnSpc>
              <a:spcBef>
                <a:spcPts val="0"/>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Memberikan</a:t>
            </a:r>
            <a:r>
              <a:rPr lang="en-GB" sz="2800" dirty="0">
                <a:solidFill>
                  <a:schemeClr val="dk1"/>
                </a:solidFill>
                <a:latin typeface="Calibri"/>
                <a:ea typeface="Calibri"/>
                <a:cs typeface="Calibri"/>
                <a:sym typeface="Calibri"/>
              </a:rPr>
              <a:t> data Perusahaan (</a:t>
            </a:r>
            <a:r>
              <a:rPr lang="en-GB" sz="2800" dirty="0" err="1">
                <a:solidFill>
                  <a:schemeClr val="dk1"/>
                </a:solidFill>
                <a:latin typeface="Calibri"/>
                <a:ea typeface="Calibri"/>
                <a:cs typeface="Calibri"/>
                <a:sym typeface="Calibri"/>
              </a:rPr>
              <a:t>laporan</a:t>
            </a:r>
            <a:r>
              <a:rPr lang="en-GB" sz="2800" dirty="0">
                <a:solidFill>
                  <a:schemeClr val="dk1"/>
                </a:solidFill>
                <a:latin typeface="Calibri"/>
                <a:ea typeface="Calibri"/>
                <a:cs typeface="Calibri"/>
                <a:sym typeface="Calibri"/>
              </a:rPr>
              <a:t> / PK </a:t>
            </a:r>
            <a:r>
              <a:rPr lang="en-GB" sz="2800" dirty="0" err="1">
                <a:solidFill>
                  <a:schemeClr val="dk1"/>
                </a:solidFill>
                <a:latin typeface="Calibri"/>
                <a:ea typeface="Calibri"/>
                <a:cs typeface="Calibri"/>
                <a:sym typeface="Calibri"/>
              </a:rPr>
              <a:t>masuk</a:t>
            </a:r>
            <a:r>
              <a:rPr lang="en-GB" sz="2800" dirty="0">
                <a:solidFill>
                  <a:schemeClr val="dk1"/>
                </a:solidFill>
                <a:latin typeface="Calibri"/>
                <a:ea typeface="Calibri"/>
                <a:cs typeface="Calibri"/>
                <a:sym typeface="Calibri"/>
              </a:rPr>
              <a:t>)</a:t>
            </a:r>
            <a:endParaRPr sz="2800" dirty="0">
              <a:solidFill>
                <a:schemeClr val="dk1"/>
              </a:solidFill>
              <a:latin typeface="Calibri"/>
              <a:ea typeface="Calibri"/>
              <a:cs typeface="Calibri"/>
              <a:sym typeface="Calibri"/>
            </a:endParaRPr>
          </a:p>
          <a:p>
            <a:pPr marL="299720" marR="0" lvl="0" indent="0" algn="l" rtl="0">
              <a:lnSpc>
                <a:spcPct val="100000"/>
              </a:lnSpc>
              <a:spcBef>
                <a:spcPts val="0"/>
              </a:spcBef>
              <a:spcAft>
                <a:spcPts val="0"/>
              </a:spcAft>
              <a:buNone/>
            </a:pPr>
            <a:r>
              <a:rPr lang="en-GB" sz="2800" dirty="0" err="1">
                <a:solidFill>
                  <a:schemeClr val="dk1"/>
                </a:solidFill>
                <a:latin typeface="Calibri"/>
                <a:ea typeface="Calibri"/>
                <a:cs typeface="Calibri"/>
                <a:sym typeface="Calibri"/>
              </a:rPr>
              <a:t>ke</a:t>
            </a:r>
            <a:r>
              <a:rPr lang="en-GB" sz="2800" dirty="0">
                <a:solidFill>
                  <a:schemeClr val="dk1"/>
                </a:solidFill>
                <a:latin typeface="Calibri"/>
                <a:ea typeface="Calibri"/>
                <a:cs typeface="Calibri"/>
                <a:sym typeface="Calibri"/>
              </a:rPr>
              <a:t> dealer </a:t>
            </a:r>
            <a:r>
              <a:rPr lang="en-GB" sz="2800" dirty="0" err="1">
                <a:solidFill>
                  <a:schemeClr val="dk1"/>
                </a:solidFill>
                <a:latin typeface="Calibri"/>
                <a:ea typeface="Calibri"/>
                <a:cs typeface="Calibri"/>
                <a:sym typeface="Calibri"/>
              </a:rPr>
              <a:t>atau</a:t>
            </a:r>
            <a:r>
              <a:rPr lang="en-GB" sz="2800" dirty="0">
                <a:solidFill>
                  <a:schemeClr val="dk1"/>
                </a:solidFill>
                <a:latin typeface="Calibri"/>
                <a:ea typeface="Calibri"/>
                <a:cs typeface="Calibri"/>
                <a:sym typeface="Calibri"/>
              </a:rPr>
              <a:t> Finance Company lain</a:t>
            </a:r>
            <a:endParaRPr dirty="0"/>
          </a:p>
          <a:p>
            <a:pPr marL="299720" marR="1264285" lvl="0" indent="-287020" algn="l" rtl="0">
              <a:lnSpc>
                <a:spcPct val="100000"/>
              </a:lnSpc>
              <a:spcBef>
                <a:spcPts val="0"/>
              </a:spcBef>
              <a:spcAft>
                <a:spcPts val="0"/>
              </a:spcAft>
              <a:buClr>
                <a:schemeClr val="dk1"/>
              </a:buClr>
              <a:buSzPts val="2800"/>
              <a:buFont typeface="Arial"/>
              <a:buChar char="•"/>
            </a:pPr>
            <a:r>
              <a:rPr lang="en-GB" sz="2800" dirty="0" err="1">
                <a:solidFill>
                  <a:schemeClr val="dk1"/>
                </a:solidFill>
                <a:latin typeface="Calibri"/>
                <a:ea typeface="Calibri"/>
                <a:cs typeface="Calibri"/>
                <a:sym typeface="Calibri"/>
              </a:rPr>
              <a:t>Melakukan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wanprestasi</a:t>
            </a:r>
            <a:r>
              <a:rPr lang="en-GB" sz="2800" dirty="0">
                <a:solidFill>
                  <a:schemeClr val="dk1"/>
                </a:solidFill>
                <a:latin typeface="Calibri"/>
                <a:ea typeface="Calibri"/>
                <a:cs typeface="Calibri"/>
                <a:sym typeface="Calibri"/>
              </a:rPr>
              <a:t> dan </a:t>
            </a:r>
            <a:r>
              <a:rPr lang="en-GB" sz="2800" dirty="0" err="1">
                <a:solidFill>
                  <a:schemeClr val="dk1"/>
                </a:solidFill>
                <a:latin typeface="Calibri"/>
                <a:ea typeface="Calibri"/>
                <a:cs typeface="Calibri"/>
                <a:sym typeface="Calibri"/>
              </a:rPr>
              <a:t>menghilangkan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kepercayaan</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dari</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pihak</a:t>
            </a:r>
            <a:r>
              <a:rPr lang="en-GB" sz="2800" dirty="0">
                <a:solidFill>
                  <a:schemeClr val="dk1"/>
                </a:solidFill>
                <a:latin typeface="Calibri"/>
                <a:ea typeface="Calibri"/>
                <a:cs typeface="Calibri"/>
                <a:sym typeface="Calibri"/>
              </a:rPr>
              <a:t> </a:t>
            </a:r>
            <a:r>
              <a:rPr lang="en-GB" sz="2800" dirty="0" err="1">
                <a:solidFill>
                  <a:schemeClr val="dk1"/>
                </a:solidFill>
                <a:latin typeface="Calibri"/>
                <a:ea typeface="Calibri"/>
                <a:cs typeface="Calibri"/>
                <a:sym typeface="Calibri"/>
              </a:rPr>
              <a:t>eksternal</a:t>
            </a:r>
            <a:endParaRPr sz="2800" dirty="0">
              <a:solidFill>
                <a:schemeClr val="dk1"/>
              </a:solidFill>
              <a:latin typeface="Calibri"/>
              <a:ea typeface="Calibri"/>
              <a:cs typeface="Calibri"/>
              <a:sym typeface="Calibri"/>
            </a:endParaRPr>
          </a:p>
        </p:txBody>
      </p:sp>
      <p:grpSp>
        <p:nvGrpSpPr>
          <p:cNvPr id="622" name="Google Shape;622;p18"/>
          <p:cNvGrpSpPr/>
          <p:nvPr/>
        </p:nvGrpSpPr>
        <p:grpSpPr>
          <a:xfrm>
            <a:off x="-5069588" y="-15240"/>
            <a:ext cx="12079988" cy="10287000"/>
            <a:chOff x="-5069588" y="-15240"/>
            <a:chExt cx="12079988" cy="10287000"/>
          </a:xfrm>
        </p:grpSpPr>
        <p:sp>
          <p:nvSpPr>
            <p:cNvPr id="623" name="Google Shape;623;p18"/>
            <p:cNvSpPr/>
            <p:nvPr/>
          </p:nvSpPr>
          <p:spPr>
            <a:xfrm>
              <a:off x="-5069588" y="-15240"/>
              <a:ext cx="8216900" cy="10287000"/>
            </a:xfrm>
            <a:custGeom>
              <a:avLst/>
              <a:gdLst/>
              <a:ahLst/>
              <a:cxnLst/>
              <a:rect l="l" t="t" r="r" b="b"/>
              <a:pathLst>
                <a:path w="8216900" h="10287000" extrusionOk="0">
                  <a:moveTo>
                    <a:pt x="8216900" y="10286997"/>
                  </a:moveTo>
                  <a:lnTo>
                    <a:pt x="8216900" y="0"/>
                  </a:lnTo>
                  <a:lnTo>
                    <a:pt x="0" y="0"/>
                  </a:lnTo>
                  <a:lnTo>
                    <a:pt x="0" y="10286997"/>
                  </a:lnTo>
                  <a:lnTo>
                    <a:pt x="8216900" y="10286997"/>
                  </a:lnTo>
                  <a:close/>
                </a:path>
              </a:pathLst>
            </a:custGeom>
            <a:solidFill>
              <a:srgbClr val="9BD7D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4" name="Google Shape;624;p18"/>
            <p:cNvSpPr/>
            <p:nvPr/>
          </p:nvSpPr>
          <p:spPr>
            <a:xfrm>
              <a:off x="-762000" y="6210662"/>
              <a:ext cx="6898640" cy="1744980"/>
            </a:xfrm>
            <a:custGeom>
              <a:avLst/>
              <a:gdLst/>
              <a:ahLst/>
              <a:cxnLst/>
              <a:rect l="l" t="t" r="r" b="b"/>
              <a:pathLst>
                <a:path w="6898640" h="4069079" extrusionOk="0">
                  <a:moveTo>
                    <a:pt x="4886833" y="0"/>
                  </a:moveTo>
                  <a:lnTo>
                    <a:pt x="0" y="0"/>
                  </a:lnTo>
                  <a:lnTo>
                    <a:pt x="0" y="4069079"/>
                  </a:lnTo>
                  <a:lnTo>
                    <a:pt x="4883023" y="4069079"/>
                  </a:lnTo>
                  <a:lnTo>
                    <a:pt x="4933758" y="4067837"/>
                  </a:lnTo>
                  <a:lnTo>
                    <a:pt x="4984169" y="4065385"/>
                  </a:lnTo>
                  <a:lnTo>
                    <a:pt x="5034243" y="4061739"/>
                  </a:lnTo>
                  <a:lnTo>
                    <a:pt x="5083964" y="4056911"/>
                  </a:lnTo>
                  <a:lnTo>
                    <a:pt x="5133320" y="4050917"/>
                  </a:lnTo>
                  <a:lnTo>
                    <a:pt x="5182295" y="4043770"/>
                  </a:lnTo>
                  <a:lnTo>
                    <a:pt x="5230877" y="4035485"/>
                  </a:lnTo>
                  <a:lnTo>
                    <a:pt x="5279050" y="4026074"/>
                  </a:lnTo>
                  <a:lnTo>
                    <a:pt x="5326802" y="4015553"/>
                  </a:lnTo>
                  <a:lnTo>
                    <a:pt x="5374117" y="4003936"/>
                  </a:lnTo>
                  <a:lnTo>
                    <a:pt x="5420983" y="3991236"/>
                  </a:lnTo>
                  <a:lnTo>
                    <a:pt x="5467384" y="3977468"/>
                  </a:lnTo>
                  <a:lnTo>
                    <a:pt x="5513308" y="3962645"/>
                  </a:lnTo>
                  <a:lnTo>
                    <a:pt x="5558739" y="3946782"/>
                  </a:lnTo>
                  <a:lnTo>
                    <a:pt x="5603664" y="3929892"/>
                  </a:lnTo>
                  <a:lnTo>
                    <a:pt x="5648070" y="3911991"/>
                  </a:lnTo>
                  <a:lnTo>
                    <a:pt x="5691941" y="3893091"/>
                  </a:lnTo>
                  <a:lnTo>
                    <a:pt x="5735264" y="3873207"/>
                  </a:lnTo>
                  <a:lnTo>
                    <a:pt x="5778025" y="3852353"/>
                  </a:lnTo>
                  <a:lnTo>
                    <a:pt x="5820210" y="3830543"/>
                  </a:lnTo>
                  <a:lnTo>
                    <a:pt x="5861805" y="3807791"/>
                  </a:lnTo>
                  <a:lnTo>
                    <a:pt x="5902796" y="3784112"/>
                  </a:lnTo>
                  <a:lnTo>
                    <a:pt x="5943169" y="3759518"/>
                  </a:lnTo>
                  <a:lnTo>
                    <a:pt x="5982910" y="3734025"/>
                  </a:lnTo>
                  <a:lnTo>
                    <a:pt x="6022005" y="3707646"/>
                  </a:lnTo>
                  <a:lnTo>
                    <a:pt x="6060439" y="3680395"/>
                  </a:lnTo>
                  <a:lnTo>
                    <a:pt x="6098200" y="3652287"/>
                  </a:lnTo>
                  <a:lnTo>
                    <a:pt x="6135273" y="3623335"/>
                  </a:lnTo>
                  <a:lnTo>
                    <a:pt x="6171643" y="3593553"/>
                  </a:lnTo>
                  <a:lnTo>
                    <a:pt x="6207298" y="3562956"/>
                  </a:lnTo>
                  <a:lnTo>
                    <a:pt x="6242222" y="3531558"/>
                  </a:lnTo>
                  <a:lnTo>
                    <a:pt x="6276402" y="3499372"/>
                  </a:lnTo>
                  <a:lnTo>
                    <a:pt x="6309824" y="3466413"/>
                  </a:lnTo>
                  <a:lnTo>
                    <a:pt x="6342474" y="3432695"/>
                  </a:lnTo>
                  <a:lnTo>
                    <a:pt x="6374338" y="3398231"/>
                  </a:lnTo>
                  <a:lnTo>
                    <a:pt x="6405402" y="3363037"/>
                  </a:lnTo>
                  <a:lnTo>
                    <a:pt x="6435651" y="3327125"/>
                  </a:lnTo>
                  <a:lnTo>
                    <a:pt x="6465073" y="3290511"/>
                  </a:lnTo>
                  <a:lnTo>
                    <a:pt x="6493652" y="3253207"/>
                  </a:lnTo>
                  <a:lnTo>
                    <a:pt x="6521376" y="3215228"/>
                  </a:lnTo>
                  <a:lnTo>
                    <a:pt x="6548229" y="3176589"/>
                  </a:lnTo>
                  <a:lnTo>
                    <a:pt x="6574198" y="3137303"/>
                  </a:lnTo>
                  <a:lnTo>
                    <a:pt x="6599269" y="3097384"/>
                  </a:lnTo>
                  <a:lnTo>
                    <a:pt x="6623428" y="3056846"/>
                  </a:lnTo>
                  <a:lnTo>
                    <a:pt x="6646660" y="3015704"/>
                  </a:lnTo>
                  <a:lnTo>
                    <a:pt x="6668953" y="2973971"/>
                  </a:lnTo>
                  <a:lnTo>
                    <a:pt x="6690291" y="2931661"/>
                  </a:lnTo>
                  <a:lnTo>
                    <a:pt x="6710661" y="2888789"/>
                  </a:lnTo>
                  <a:lnTo>
                    <a:pt x="6730049" y="2845369"/>
                  </a:lnTo>
                  <a:lnTo>
                    <a:pt x="6748441" y="2801414"/>
                  </a:lnTo>
                  <a:lnTo>
                    <a:pt x="6765823" y="2756939"/>
                  </a:lnTo>
                  <a:lnTo>
                    <a:pt x="6782181" y="2711957"/>
                  </a:lnTo>
                  <a:lnTo>
                    <a:pt x="6796878" y="2666844"/>
                  </a:lnTo>
                  <a:lnTo>
                    <a:pt x="6810785" y="2620925"/>
                  </a:lnTo>
                  <a:lnTo>
                    <a:pt x="6823854" y="2574272"/>
                  </a:lnTo>
                  <a:lnTo>
                    <a:pt x="6836037" y="2526958"/>
                  </a:lnTo>
                  <a:lnTo>
                    <a:pt x="6847287" y="2479055"/>
                  </a:lnTo>
                  <a:lnTo>
                    <a:pt x="6857555" y="2430636"/>
                  </a:lnTo>
                  <a:lnTo>
                    <a:pt x="6866794" y="2381773"/>
                  </a:lnTo>
                  <a:lnTo>
                    <a:pt x="6874956" y="2332539"/>
                  </a:lnTo>
                  <a:lnTo>
                    <a:pt x="6881994" y="2283006"/>
                  </a:lnTo>
                  <a:lnTo>
                    <a:pt x="6887859" y="2233247"/>
                  </a:lnTo>
                  <a:lnTo>
                    <a:pt x="6892504" y="2183334"/>
                  </a:lnTo>
                  <a:lnTo>
                    <a:pt x="6895881" y="2133340"/>
                  </a:lnTo>
                  <a:lnTo>
                    <a:pt x="6897942" y="2083336"/>
                  </a:lnTo>
                  <a:lnTo>
                    <a:pt x="6898640" y="2033396"/>
                  </a:lnTo>
                  <a:lnTo>
                    <a:pt x="6897942" y="1979862"/>
                  </a:lnTo>
                  <a:lnTo>
                    <a:pt x="6895866" y="1926659"/>
                  </a:lnTo>
                  <a:lnTo>
                    <a:pt x="6892435" y="1873812"/>
                  </a:lnTo>
                  <a:lnTo>
                    <a:pt x="6887673" y="1821345"/>
                  </a:lnTo>
                  <a:lnTo>
                    <a:pt x="6881603" y="1769284"/>
                  </a:lnTo>
                  <a:lnTo>
                    <a:pt x="6874248" y="1717652"/>
                  </a:lnTo>
                  <a:lnTo>
                    <a:pt x="6865632" y="1666474"/>
                  </a:lnTo>
                  <a:lnTo>
                    <a:pt x="6855780" y="1615776"/>
                  </a:lnTo>
                  <a:lnTo>
                    <a:pt x="6844714" y="1565581"/>
                  </a:lnTo>
                  <a:lnTo>
                    <a:pt x="6832457" y="1515914"/>
                  </a:lnTo>
                  <a:lnTo>
                    <a:pt x="6819035" y="1466800"/>
                  </a:lnTo>
                  <a:lnTo>
                    <a:pt x="6804469" y="1418264"/>
                  </a:lnTo>
                  <a:lnTo>
                    <a:pt x="6788784" y="1370329"/>
                  </a:lnTo>
                  <a:lnTo>
                    <a:pt x="6786626" y="1365884"/>
                  </a:lnTo>
                  <a:lnTo>
                    <a:pt x="6786626" y="1361439"/>
                  </a:lnTo>
                  <a:lnTo>
                    <a:pt x="6784467" y="1357121"/>
                  </a:lnTo>
                  <a:lnTo>
                    <a:pt x="6767735" y="1312627"/>
                  </a:lnTo>
                  <a:lnTo>
                    <a:pt x="6749995" y="1268601"/>
                  </a:lnTo>
                  <a:lnTo>
                    <a:pt x="6731259" y="1225058"/>
                  </a:lnTo>
                  <a:lnTo>
                    <a:pt x="6711541" y="1182014"/>
                  </a:lnTo>
                  <a:lnTo>
                    <a:pt x="6690857" y="1139484"/>
                  </a:lnTo>
                  <a:lnTo>
                    <a:pt x="6669219" y="1097483"/>
                  </a:lnTo>
                  <a:lnTo>
                    <a:pt x="6646642" y="1056027"/>
                  </a:lnTo>
                  <a:lnTo>
                    <a:pt x="6623140" y="1015130"/>
                  </a:lnTo>
                  <a:lnTo>
                    <a:pt x="6598727" y="974807"/>
                  </a:lnTo>
                  <a:lnTo>
                    <a:pt x="6573417" y="935074"/>
                  </a:lnTo>
                  <a:lnTo>
                    <a:pt x="6547225" y="895946"/>
                  </a:lnTo>
                  <a:lnTo>
                    <a:pt x="6520163" y="857439"/>
                  </a:lnTo>
                  <a:lnTo>
                    <a:pt x="6492247" y="819566"/>
                  </a:lnTo>
                  <a:lnTo>
                    <a:pt x="6463491" y="782344"/>
                  </a:lnTo>
                  <a:lnTo>
                    <a:pt x="6433908" y="745788"/>
                  </a:lnTo>
                  <a:lnTo>
                    <a:pt x="6403512" y="709913"/>
                  </a:lnTo>
                  <a:lnTo>
                    <a:pt x="6372318" y="674734"/>
                  </a:lnTo>
                  <a:lnTo>
                    <a:pt x="6340339" y="640267"/>
                  </a:lnTo>
                  <a:lnTo>
                    <a:pt x="6307590" y="606525"/>
                  </a:lnTo>
                  <a:lnTo>
                    <a:pt x="6274085" y="573526"/>
                  </a:lnTo>
                  <a:lnTo>
                    <a:pt x="6239838" y="541283"/>
                  </a:lnTo>
                  <a:lnTo>
                    <a:pt x="6204863" y="509812"/>
                  </a:lnTo>
                  <a:lnTo>
                    <a:pt x="6169174" y="479129"/>
                  </a:lnTo>
                  <a:lnTo>
                    <a:pt x="6132785" y="449248"/>
                  </a:lnTo>
                  <a:lnTo>
                    <a:pt x="6095710" y="420184"/>
                  </a:lnTo>
                  <a:lnTo>
                    <a:pt x="6057963" y="391953"/>
                  </a:lnTo>
                  <a:lnTo>
                    <a:pt x="6019558" y="364570"/>
                  </a:lnTo>
                  <a:lnTo>
                    <a:pt x="5980510" y="338051"/>
                  </a:lnTo>
                  <a:lnTo>
                    <a:pt x="5940832" y="312409"/>
                  </a:lnTo>
                  <a:lnTo>
                    <a:pt x="5900539" y="287661"/>
                  </a:lnTo>
                  <a:lnTo>
                    <a:pt x="5859644" y="263822"/>
                  </a:lnTo>
                  <a:lnTo>
                    <a:pt x="5818162" y="240907"/>
                  </a:lnTo>
                  <a:lnTo>
                    <a:pt x="5776107" y="218931"/>
                  </a:lnTo>
                  <a:lnTo>
                    <a:pt x="5733492" y="197909"/>
                  </a:lnTo>
                  <a:lnTo>
                    <a:pt x="5690332" y="177856"/>
                  </a:lnTo>
                  <a:lnTo>
                    <a:pt x="5646641" y="158788"/>
                  </a:lnTo>
                  <a:lnTo>
                    <a:pt x="5602433" y="140720"/>
                  </a:lnTo>
                  <a:lnTo>
                    <a:pt x="5557722" y="123667"/>
                  </a:lnTo>
                  <a:lnTo>
                    <a:pt x="5512522" y="107644"/>
                  </a:lnTo>
                  <a:lnTo>
                    <a:pt x="5466847" y="92666"/>
                  </a:lnTo>
                  <a:lnTo>
                    <a:pt x="5420711" y="78749"/>
                  </a:lnTo>
                  <a:lnTo>
                    <a:pt x="5374129" y="65908"/>
                  </a:lnTo>
                  <a:lnTo>
                    <a:pt x="5327114" y="54157"/>
                  </a:lnTo>
                  <a:lnTo>
                    <a:pt x="5279681" y="43513"/>
                  </a:lnTo>
                  <a:lnTo>
                    <a:pt x="5231843" y="33990"/>
                  </a:lnTo>
                  <a:lnTo>
                    <a:pt x="5183614" y="25603"/>
                  </a:lnTo>
                  <a:lnTo>
                    <a:pt x="5135009" y="18368"/>
                  </a:lnTo>
                  <a:lnTo>
                    <a:pt x="5086042" y="12300"/>
                  </a:lnTo>
                  <a:lnTo>
                    <a:pt x="5036727" y="7414"/>
                  </a:lnTo>
                  <a:lnTo>
                    <a:pt x="4987078" y="3725"/>
                  </a:lnTo>
                  <a:lnTo>
                    <a:pt x="4937108" y="1248"/>
                  </a:lnTo>
                  <a:lnTo>
                    <a:pt x="4886833" y="0"/>
                  </a:lnTo>
                  <a:close/>
                </a:path>
              </a:pathLst>
            </a:custGeom>
            <a:solidFill>
              <a:srgbClr val="FFC3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5" name="Google Shape;625;p18"/>
            <p:cNvSpPr txBox="1"/>
            <p:nvPr/>
          </p:nvSpPr>
          <p:spPr>
            <a:xfrm>
              <a:off x="271526" y="6515100"/>
              <a:ext cx="6738874"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3344D"/>
                </a:buClr>
                <a:buSzPts val="11500"/>
                <a:buFont typeface="Corsiva"/>
                <a:buNone/>
              </a:pPr>
              <a:r>
                <a:rPr lang="en-GB" sz="11500" b="1">
                  <a:solidFill>
                    <a:srgbClr val="23344D"/>
                  </a:solidFill>
                  <a:latin typeface="Corsiva"/>
                  <a:ea typeface="Corsiva"/>
                  <a:cs typeface="Corsiva"/>
                  <a:sym typeface="Corsiva"/>
                </a:rPr>
                <a:t>Integrity</a:t>
              </a:r>
              <a:endParaRPr sz="11500" b="1">
                <a:solidFill>
                  <a:srgbClr val="23344D"/>
                </a:solidFill>
                <a:latin typeface="Corsiva"/>
                <a:ea typeface="Corsiva"/>
                <a:cs typeface="Corsiva"/>
                <a:sym typeface="Corsiva"/>
              </a:endParaRPr>
            </a:p>
          </p:txBody>
        </p:sp>
        <p:pic>
          <p:nvPicPr>
            <p:cNvPr id="626" name="Google Shape;626;p18"/>
            <p:cNvPicPr preferRelativeResize="0"/>
            <p:nvPr/>
          </p:nvPicPr>
          <p:blipFill rotWithShape="1">
            <a:blip r:embed="rId3">
              <a:alphaModFix/>
            </a:blip>
            <a:srcRect/>
            <a:stretch/>
          </p:blipFill>
          <p:spPr>
            <a:xfrm>
              <a:off x="535793" y="232807"/>
              <a:ext cx="2591987" cy="1027215"/>
            </a:xfrm>
            <a:prstGeom prst="rect">
              <a:avLst/>
            </a:prstGeom>
            <a:noFill/>
            <a:ln>
              <a:noFill/>
            </a:ln>
          </p:spPr>
        </p:pic>
        <p:pic>
          <p:nvPicPr>
            <p:cNvPr id="627" name="Google Shape;627;p18"/>
            <p:cNvPicPr preferRelativeResize="0"/>
            <p:nvPr/>
          </p:nvPicPr>
          <p:blipFill rotWithShape="1">
            <a:blip r:embed="rId4">
              <a:alphaModFix/>
            </a:blip>
            <a:srcRect/>
            <a:stretch/>
          </p:blipFill>
          <p:spPr>
            <a:xfrm>
              <a:off x="535793" y="2168274"/>
              <a:ext cx="4416076" cy="4914878"/>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2">
          <a:extLst>
            <a:ext uri="{FF2B5EF4-FFF2-40B4-BE49-F238E27FC236}">
              <a16:creationId xmlns:a16="http://schemas.microsoft.com/office/drawing/2014/main" id="{60C8919F-8EF2-5EEA-2D5A-197E33FDBA12}"/>
            </a:ext>
          </a:extLst>
        </p:cNvPr>
        <p:cNvGrpSpPr/>
        <p:nvPr/>
      </p:nvGrpSpPr>
      <p:grpSpPr>
        <a:xfrm>
          <a:off x="0" y="0"/>
          <a:ext cx="0" cy="0"/>
          <a:chOff x="0" y="0"/>
          <a:chExt cx="0" cy="0"/>
        </a:xfrm>
      </p:grpSpPr>
      <p:grpSp>
        <p:nvGrpSpPr>
          <p:cNvPr id="577" name="Google Shape;577;p15">
            <a:extLst>
              <a:ext uri="{FF2B5EF4-FFF2-40B4-BE49-F238E27FC236}">
                <a16:creationId xmlns:a16="http://schemas.microsoft.com/office/drawing/2014/main" id="{10B9006E-04A4-7DB7-E957-6ABEE90FC5F6}"/>
              </a:ext>
            </a:extLst>
          </p:cNvPr>
          <p:cNvGrpSpPr/>
          <p:nvPr/>
        </p:nvGrpSpPr>
        <p:grpSpPr>
          <a:xfrm>
            <a:off x="-1057617" y="9639300"/>
            <a:ext cx="20499486" cy="1524000"/>
            <a:chOff x="-762000" y="8773026"/>
            <a:chExt cx="20499486" cy="1524000"/>
          </a:xfrm>
        </p:grpSpPr>
        <p:grpSp>
          <p:nvGrpSpPr>
            <p:cNvPr id="578" name="Google Shape;578;p15">
              <a:extLst>
                <a:ext uri="{FF2B5EF4-FFF2-40B4-BE49-F238E27FC236}">
                  <a16:creationId xmlns:a16="http://schemas.microsoft.com/office/drawing/2014/main" id="{1DEEA37A-EC1B-5D7E-933C-70625B3F39CE}"/>
                </a:ext>
              </a:extLst>
            </p:cNvPr>
            <p:cNvGrpSpPr/>
            <p:nvPr/>
          </p:nvGrpSpPr>
          <p:grpSpPr>
            <a:xfrm>
              <a:off x="-762000" y="8773026"/>
              <a:ext cx="10287000" cy="1524000"/>
              <a:chOff x="-107950" y="7504113"/>
              <a:chExt cx="18395950" cy="2782887"/>
            </a:xfrm>
          </p:grpSpPr>
          <p:sp>
            <p:nvSpPr>
              <p:cNvPr id="579" name="Google Shape;579;p15">
                <a:extLst>
                  <a:ext uri="{FF2B5EF4-FFF2-40B4-BE49-F238E27FC236}">
                    <a16:creationId xmlns:a16="http://schemas.microsoft.com/office/drawing/2014/main" id="{F7F2BBC0-C4F1-16EF-B9BF-40D5BFEEE02E}"/>
                  </a:ext>
                </a:extLst>
              </p:cNvPr>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0" name="Google Shape;580;p15">
                <a:extLst>
                  <a:ext uri="{FF2B5EF4-FFF2-40B4-BE49-F238E27FC236}">
                    <a16:creationId xmlns:a16="http://schemas.microsoft.com/office/drawing/2014/main" id="{C61ACB1C-2690-D6B2-E939-5F08A470A22F}"/>
                  </a:ext>
                </a:extLst>
              </p:cNvPr>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81" name="Google Shape;581;p15">
                <a:extLst>
                  <a:ext uri="{FF2B5EF4-FFF2-40B4-BE49-F238E27FC236}">
                    <a16:creationId xmlns:a16="http://schemas.microsoft.com/office/drawing/2014/main" id="{E05098D6-CFB5-0B66-3E78-335712F0FCEA}"/>
                  </a:ext>
                </a:extLst>
              </p:cNvPr>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582" name="Google Shape;582;p15">
                <a:extLst>
                  <a:ext uri="{FF2B5EF4-FFF2-40B4-BE49-F238E27FC236}">
                    <a16:creationId xmlns:a16="http://schemas.microsoft.com/office/drawing/2014/main" id="{BBD1ACAE-2D74-38F7-8334-BA176CD17AFF}"/>
                  </a:ext>
                </a:extLst>
              </p:cNvPr>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583" name="Google Shape;583;p15">
                <a:extLst>
                  <a:ext uri="{FF2B5EF4-FFF2-40B4-BE49-F238E27FC236}">
                    <a16:creationId xmlns:a16="http://schemas.microsoft.com/office/drawing/2014/main" id="{24C06A3E-509A-9B2C-881D-A08A38CBC6A2}"/>
                  </a:ext>
                </a:extLst>
              </p:cNvPr>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84" name="Google Shape;584;p15">
              <a:extLst>
                <a:ext uri="{FF2B5EF4-FFF2-40B4-BE49-F238E27FC236}">
                  <a16:creationId xmlns:a16="http://schemas.microsoft.com/office/drawing/2014/main" id="{E348D6F6-72E1-2424-EC97-BFD0FA6F1081}"/>
                </a:ext>
              </a:extLst>
            </p:cNvPr>
            <p:cNvGrpSpPr/>
            <p:nvPr/>
          </p:nvGrpSpPr>
          <p:grpSpPr>
            <a:xfrm>
              <a:off x="9450486" y="8773026"/>
              <a:ext cx="10287000" cy="1524000"/>
              <a:chOff x="-107950" y="7504113"/>
              <a:chExt cx="18395950" cy="2782887"/>
            </a:xfrm>
          </p:grpSpPr>
          <p:sp>
            <p:nvSpPr>
              <p:cNvPr id="585" name="Google Shape;585;p15">
                <a:extLst>
                  <a:ext uri="{FF2B5EF4-FFF2-40B4-BE49-F238E27FC236}">
                    <a16:creationId xmlns:a16="http://schemas.microsoft.com/office/drawing/2014/main" id="{416C264D-A991-D106-0760-14977646EA63}"/>
                  </a:ext>
                </a:extLst>
              </p:cNvPr>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6" name="Google Shape;586;p15">
                <a:extLst>
                  <a:ext uri="{FF2B5EF4-FFF2-40B4-BE49-F238E27FC236}">
                    <a16:creationId xmlns:a16="http://schemas.microsoft.com/office/drawing/2014/main" id="{266D7575-6763-5CDB-CDB8-562F4A3A4407}"/>
                  </a:ext>
                </a:extLst>
              </p:cNvPr>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87" name="Google Shape;587;p15">
                <a:extLst>
                  <a:ext uri="{FF2B5EF4-FFF2-40B4-BE49-F238E27FC236}">
                    <a16:creationId xmlns:a16="http://schemas.microsoft.com/office/drawing/2014/main" id="{4AA23C87-984B-AE35-42EC-60D05271330D}"/>
                  </a:ext>
                </a:extLst>
              </p:cNvPr>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588" name="Google Shape;588;p15">
                <a:extLst>
                  <a:ext uri="{FF2B5EF4-FFF2-40B4-BE49-F238E27FC236}">
                    <a16:creationId xmlns:a16="http://schemas.microsoft.com/office/drawing/2014/main" id="{E95920E7-2991-616D-CDB0-864F4355D8DC}"/>
                  </a:ext>
                </a:extLst>
              </p:cNvPr>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589" name="Google Shape;589;p15">
                <a:extLst>
                  <a:ext uri="{FF2B5EF4-FFF2-40B4-BE49-F238E27FC236}">
                    <a16:creationId xmlns:a16="http://schemas.microsoft.com/office/drawing/2014/main" id="{E093EB55-64B8-F5C2-5C99-B374D89FD5E8}"/>
                  </a:ext>
                </a:extLst>
              </p:cNvPr>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pic>
        <p:nvPicPr>
          <p:cNvPr id="3" name="Picture 2">
            <a:extLst>
              <a:ext uri="{FF2B5EF4-FFF2-40B4-BE49-F238E27FC236}">
                <a16:creationId xmlns:a16="http://schemas.microsoft.com/office/drawing/2014/main" id="{5ACA684A-6BEB-2A7C-7236-2A73732057BB}"/>
              </a:ext>
            </a:extLst>
          </p:cNvPr>
          <p:cNvPicPr>
            <a:picLocks noChangeAspect="1"/>
          </p:cNvPicPr>
          <p:nvPr/>
        </p:nvPicPr>
        <p:blipFill>
          <a:blip r:embed="rId5"/>
          <a:stretch>
            <a:fillRect/>
          </a:stretch>
        </p:blipFill>
        <p:spPr>
          <a:xfrm>
            <a:off x="1172223" y="1284051"/>
            <a:ext cx="7031079" cy="8355249"/>
          </a:xfrm>
          <a:prstGeom prst="rect">
            <a:avLst/>
          </a:prstGeom>
        </p:spPr>
      </p:pic>
      <p:pic>
        <p:nvPicPr>
          <p:cNvPr id="5" name="Picture 4">
            <a:extLst>
              <a:ext uri="{FF2B5EF4-FFF2-40B4-BE49-F238E27FC236}">
                <a16:creationId xmlns:a16="http://schemas.microsoft.com/office/drawing/2014/main" id="{0B36D67F-034C-F9A3-6F4A-575395EA8E43}"/>
              </a:ext>
            </a:extLst>
          </p:cNvPr>
          <p:cNvPicPr>
            <a:picLocks noChangeAspect="1"/>
          </p:cNvPicPr>
          <p:nvPr/>
        </p:nvPicPr>
        <p:blipFill>
          <a:blip r:embed="rId6"/>
          <a:stretch>
            <a:fillRect/>
          </a:stretch>
        </p:blipFill>
        <p:spPr>
          <a:xfrm>
            <a:off x="8903975" y="1284051"/>
            <a:ext cx="7737811" cy="8355249"/>
          </a:xfrm>
          <a:prstGeom prst="rect">
            <a:avLst/>
          </a:prstGeom>
        </p:spPr>
      </p:pic>
    </p:spTree>
    <p:extLst>
      <p:ext uri="{BB962C8B-B14F-4D97-AF65-F5344CB8AC3E}">
        <p14:creationId xmlns:p14="http://schemas.microsoft.com/office/powerpoint/2010/main" val="263157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19"/>
          <p:cNvSpPr txBox="1">
            <a:spLocks noGrp="1"/>
          </p:cNvSpPr>
          <p:nvPr>
            <p:ph type="title"/>
          </p:nvPr>
        </p:nvSpPr>
        <p:spPr>
          <a:xfrm>
            <a:off x="2590800" y="6353316"/>
            <a:ext cx="136398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3344D"/>
              </a:buClr>
              <a:buSzPts val="13800"/>
              <a:buFont typeface="Corsiva"/>
              <a:buNone/>
            </a:pPr>
            <a:r>
              <a:rPr lang="en-GB" sz="11500" b="1" dirty="0">
                <a:solidFill>
                  <a:srgbClr val="23344D"/>
                </a:solidFill>
                <a:latin typeface="Corsiva"/>
                <a:ea typeface="Corsiva"/>
                <a:cs typeface="Corsiva"/>
                <a:sym typeface="Corsiva"/>
              </a:rPr>
              <a:t>Customer</a:t>
            </a:r>
            <a:r>
              <a:rPr lang="en-GB" sz="13800" b="1" dirty="0">
                <a:solidFill>
                  <a:srgbClr val="23344D"/>
                </a:solidFill>
                <a:latin typeface="Corsiva"/>
                <a:ea typeface="Corsiva"/>
                <a:cs typeface="Corsiva"/>
                <a:sym typeface="Corsiva"/>
              </a:rPr>
              <a:t> </a:t>
            </a:r>
            <a:r>
              <a:rPr lang="en-GB" sz="11500" b="1" dirty="0" err="1">
                <a:solidFill>
                  <a:srgbClr val="23344D"/>
                </a:solidFill>
                <a:latin typeface="Corsiva"/>
                <a:ea typeface="Corsiva"/>
                <a:cs typeface="Corsiva"/>
                <a:sym typeface="Corsiva"/>
              </a:rPr>
              <a:t>Satisfation</a:t>
            </a:r>
            <a:endParaRPr sz="13800" b="1" dirty="0">
              <a:solidFill>
                <a:srgbClr val="23344D"/>
              </a:solidFill>
              <a:latin typeface="Corsiva"/>
              <a:ea typeface="Corsiva"/>
              <a:cs typeface="Corsiva"/>
              <a:sym typeface="Corsiva"/>
            </a:endParaRPr>
          </a:p>
        </p:txBody>
      </p:sp>
      <p:sp>
        <p:nvSpPr>
          <p:cNvPr id="633" name="Google Shape;633;p19"/>
          <p:cNvSpPr txBox="1"/>
          <p:nvPr/>
        </p:nvSpPr>
        <p:spPr>
          <a:xfrm>
            <a:off x="2812686" y="8044815"/>
            <a:ext cx="14484714" cy="984885"/>
          </a:xfrm>
          <a:prstGeom prst="rect">
            <a:avLst/>
          </a:prstGeom>
          <a:noFill/>
          <a:ln>
            <a:noFill/>
          </a:ln>
        </p:spPr>
        <p:txBody>
          <a:bodyPr spcFirstLastPara="1" wrap="square" lIns="0" tIns="0" rIns="0" bIns="0" anchor="t" anchorCtr="0">
            <a:spAutoFit/>
          </a:bodyPr>
          <a:lstStyle/>
          <a:p>
            <a:pPr marL="12700" marR="0" lvl="0" indent="0" algn="just" rtl="0">
              <a:spcBef>
                <a:spcPts val="0"/>
              </a:spcBef>
              <a:spcAft>
                <a:spcPts val="0"/>
              </a:spcAft>
              <a:buNone/>
            </a:pPr>
            <a:r>
              <a:rPr lang="en-GB" sz="3200" b="0" i="1">
                <a:solidFill>
                  <a:srgbClr val="23344D"/>
                </a:solidFill>
                <a:latin typeface="Calibri"/>
                <a:ea typeface="Calibri"/>
                <a:cs typeface="Calibri"/>
                <a:sym typeface="Calibri"/>
              </a:rPr>
              <a:t>Mengutamakan kepentingan customer, memberikan pelayanan terbaik yang dapat memberikan ekspektasi (harapan) melebihi kepuasan customer.</a:t>
            </a:r>
            <a:endParaRPr/>
          </a:p>
        </p:txBody>
      </p:sp>
      <p:sp>
        <p:nvSpPr>
          <p:cNvPr id="634" name="Google Shape;634;p19"/>
          <p:cNvSpPr txBox="1"/>
          <p:nvPr/>
        </p:nvSpPr>
        <p:spPr>
          <a:xfrm>
            <a:off x="2590800" y="428056"/>
            <a:ext cx="229235" cy="1243930"/>
          </a:xfrm>
          <a:prstGeom prst="rect">
            <a:avLst/>
          </a:prstGeom>
          <a:noFill/>
          <a:ln>
            <a:noFill/>
          </a:ln>
        </p:spPr>
        <p:txBody>
          <a:bodyPr spcFirstLastPara="1" wrap="square" lIns="0" tIns="12700" rIns="0" bIns="0" anchor="ctr" anchorCtr="0">
            <a:spAutoFit/>
          </a:bodyPr>
          <a:lstStyle/>
          <a:p>
            <a:pPr marL="12700" marR="0" lvl="0" indent="0" algn="ctr" rtl="0">
              <a:spcBef>
                <a:spcPts val="0"/>
              </a:spcBef>
              <a:spcAft>
                <a:spcPts val="0"/>
              </a:spcAft>
              <a:buClr>
                <a:srgbClr val="FFFFFF"/>
              </a:buClr>
              <a:buSzPts val="8000"/>
              <a:buFont typeface="Calibri"/>
              <a:buNone/>
            </a:pPr>
            <a:r>
              <a:rPr lang="en-GB" sz="8000" b="1">
                <a:solidFill>
                  <a:srgbClr val="FFFFFF"/>
                </a:solidFill>
                <a:latin typeface="Calibri"/>
                <a:ea typeface="Calibri"/>
                <a:cs typeface="Calibri"/>
                <a:sym typeface="Calibri"/>
              </a:rPr>
              <a:t>I</a:t>
            </a:r>
            <a:endParaRPr sz="8000">
              <a:solidFill>
                <a:schemeClr val="dk1"/>
              </a:solidFill>
              <a:latin typeface="Calibri"/>
              <a:ea typeface="Calibri"/>
              <a:cs typeface="Calibri"/>
              <a:sym typeface="Calibri"/>
            </a:endParaRPr>
          </a:p>
        </p:txBody>
      </p:sp>
      <p:grpSp>
        <p:nvGrpSpPr>
          <p:cNvPr id="635" name="Google Shape;635;p19"/>
          <p:cNvGrpSpPr/>
          <p:nvPr/>
        </p:nvGrpSpPr>
        <p:grpSpPr>
          <a:xfrm rot="5400000">
            <a:off x="-5131519" y="4381500"/>
            <a:ext cx="10287000" cy="1524000"/>
            <a:chOff x="-107950" y="7504113"/>
            <a:chExt cx="18395950" cy="2782887"/>
          </a:xfrm>
        </p:grpSpPr>
        <p:sp>
          <p:nvSpPr>
            <p:cNvPr id="636" name="Google Shape;636;p19"/>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7" name="Google Shape;637;p19"/>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38" name="Google Shape;638;p19"/>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639" name="Google Shape;639;p19"/>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640" name="Google Shape;640;p19"/>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641" name="Google Shape;641;p19"/>
          <p:cNvPicPr preferRelativeResize="0"/>
          <p:nvPr/>
        </p:nvPicPr>
        <p:blipFill rotWithShape="1">
          <a:blip r:embed="rId5">
            <a:alphaModFix/>
          </a:blip>
          <a:srcRect/>
          <a:stretch/>
        </p:blipFill>
        <p:spPr>
          <a:xfrm>
            <a:off x="4381500" y="426303"/>
            <a:ext cx="10058400" cy="6035039"/>
          </a:xfrm>
          <a:prstGeom prst="rect">
            <a:avLst/>
          </a:prstGeom>
          <a:noFill/>
          <a:ln>
            <a:noFill/>
          </a:ln>
        </p:spPr>
      </p:pic>
      <p:pic>
        <p:nvPicPr>
          <p:cNvPr id="642" name="Google Shape;642;p19"/>
          <p:cNvPicPr preferRelativeResize="0"/>
          <p:nvPr/>
        </p:nvPicPr>
        <p:blipFill rotWithShape="1">
          <a:blip r:embed="rId6">
            <a:alphaModFix/>
          </a:blip>
          <a:srcRect/>
          <a:stretch/>
        </p:blipFill>
        <p:spPr>
          <a:xfrm>
            <a:off x="66738" y="115316"/>
            <a:ext cx="3286062" cy="350418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grpSp>
        <p:nvGrpSpPr>
          <p:cNvPr id="648" name="Google Shape;648;p20"/>
          <p:cNvGrpSpPr/>
          <p:nvPr/>
        </p:nvGrpSpPr>
        <p:grpSpPr>
          <a:xfrm>
            <a:off x="-1057617" y="9639300"/>
            <a:ext cx="20499486" cy="1524000"/>
            <a:chOff x="-762000" y="8773026"/>
            <a:chExt cx="20499486" cy="1524000"/>
          </a:xfrm>
        </p:grpSpPr>
        <p:grpSp>
          <p:nvGrpSpPr>
            <p:cNvPr id="649" name="Google Shape;649;p20"/>
            <p:cNvGrpSpPr/>
            <p:nvPr/>
          </p:nvGrpSpPr>
          <p:grpSpPr>
            <a:xfrm>
              <a:off x="-762000" y="8773026"/>
              <a:ext cx="10287000" cy="1524000"/>
              <a:chOff x="-107950" y="7504113"/>
              <a:chExt cx="18395950" cy="2782887"/>
            </a:xfrm>
          </p:grpSpPr>
          <p:sp>
            <p:nvSpPr>
              <p:cNvPr id="650" name="Google Shape;650;p20"/>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1" name="Google Shape;651;p20"/>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52" name="Google Shape;652;p20"/>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653" name="Google Shape;653;p20"/>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654" name="Google Shape;654;p20"/>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655" name="Google Shape;655;p20"/>
            <p:cNvGrpSpPr/>
            <p:nvPr/>
          </p:nvGrpSpPr>
          <p:grpSpPr>
            <a:xfrm>
              <a:off x="9450486" y="8773026"/>
              <a:ext cx="10287000" cy="1524000"/>
              <a:chOff x="-107950" y="7504113"/>
              <a:chExt cx="18395950" cy="2782887"/>
            </a:xfrm>
          </p:grpSpPr>
          <p:sp>
            <p:nvSpPr>
              <p:cNvPr id="656" name="Google Shape;656;p20"/>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7" name="Google Shape;657;p20"/>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58" name="Google Shape;658;p20"/>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659" name="Google Shape;659;p20"/>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660" name="Google Shape;660;p20"/>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661" name="Google Shape;661;p20"/>
          <p:cNvGrpSpPr/>
          <p:nvPr/>
        </p:nvGrpSpPr>
        <p:grpSpPr>
          <a:xfrm>
            <a:off x="533400" y="2889611"/>
            <a:ext cx="16705352" cy="5978847"/>
            <a:chOff x="617609" y="2690225"/>
            <a:chExt cx="16705352" cy="5978847"/>
          </a:xfrm>
        </p:grpSpPr>
        <p:cxnSp>
          <p:nvCxnSpPr>
            <p:cNvPr id="662" name="Google Shape;662;p20"/>
            <p:cNvCxnSpPr/>
            <p:nvPr/>
          </p:nvCxnSpPr>
          <p:spPr>
            <a:xfrm>
              <a:off x="9143996" y="4417276"/>
              <a:ext cx="0" cy="726224"/>
            </a:xfrm>
            <a:prstGeom prst="straightConnector1">
              <a:avLst/>
            </a:prstGeom>
            <a:noFill/>
            <a:ln w="25400" cap="flat" cmpd="sng">
              <a:solidFill>
                <a:srgbClr val="3F3F3F"/>
              </a:solidFill>
              <a:prstDash val="solid"/>
              <a:round/>
              <a:headEnd type="none" w="sm" len="sm"/>
              <a:tailEnd type="none" w="sm" len="sm"/>
            </a:ln>
          </p:spPr>
        </p:cxnSp>
        <p:cxnSp>
          <p:nvCxnSpPr>
            <p:cNvPr id="663" name="Google Shape;663;p20"/>
            <p:cNvCxnSpPr/>
            <p:nvPr/>
          </p:nvCxnSpPr>
          <p:spPr>
            <a:xfrm>
              <a:off x="2519264" y="5143500"/>
              <a:ext cx="13249472" cy="0"/>
            </a:xfrm>
            <a:prstGeom prst="straightConnector1">
              <a:avLst/>
            </a:prstGeom>
            <a:noFill/>
            <a:ln w="25400" cap="flat" cmpd="sng">
              <a:solidFill>
                <a:srgbClr val="3F3F3F"/>
              </a:solidFill>
              <a:prstDash val="solid"/>
              <a:round/>
              <a:headEnd type="none" w="sm" len="sm"/>
              <a:tailEnd type="none" w="sm" len="sm"/>
            </a:ln>
          </p:spPr>
        </p:cxnSp>
        <p:cxnSp>
          <p:nvCxnSpPr>
            <p:cNvPr id="664" name="Google Shape;664;p20"/>
            <p:cNvCxnSpPr/>
            <p:nvPr/>
          </p:nvCxnSpPr>
          <p:spPr>
            <a:xfrm>
              <a:off x="2519264" y="5143500"/>
              <a:ext cx="0" cy="726224"/>
            </a:xfrm>
            <a:prstGeom prst="straightConnector1">
              <a:avLst/>
            </a:prstGeom>
            <a:noFill/>
            <a:ln w="25400" cap="flat" cmpd="sng">
              <a:solidFill>
                <a:srgbClr val="3F3F3F"/>
              </a:solidFill>
              <a:prstDash val="solid"/>
              <a:round/>
              <a:headEnd type="oval" w="lg" len="lg"/>
              <a:tailEnd type="none" w="sm" len="sm"/>
            </a:ln>
          </p:spPr>
        </p:cxnSp>
        <p:cxnSp>
          <p:nvCxnSpPr>
            <p:cNvPr id="665" name="Google Shape;665;p20"/>
            <p:cNvCxnSpPr/>
            <p:nvPr/>
          </p:nvCxnSpPr>
          <p:spPr>
            <a:xfrm>
              <a:off x="5831632" y="5143500"/>
              <a:ext cx="0" cy="726224"/>
            </a:xfrm>
            <a:prstGeom prst="straightConnector1">
              <a:avLst/>
            </a:prstGeom>
            <a:noFill/>
            <a:ln w="25400" cap="flat" cmpd="sng">
              <a:solidFill>
                <a:srgbClr val="3F3F3F"/>
              </a:solidFill>
              <a:prstDash val="solid"/>
              <a:round/>
              <a:headEnd type="oval" w="lg" len="lg"/>
              <a:tailEnd type="none" w="sm" len="sm"/>
            </a:ln>
          </p:spPr>
        </p:cxnSp>
        <p:cxnSp>
          <p:nvCxnSpPr>
            <p:cNvPr id="666" name="Google Shape;666;p20"/>
            <p:cNvCxnSpPr/>
            <p:nvPr/>
          </p:nvCxnSpPr>
          <p:spPr>
            <a:xfrm>
              <a:off x="9144000" y="5143500"/>
              <a:ext cx="0" cy="726224"/>
            </a:xfrm>
            <a:prstGeom prst="straightConnector1">
              <a:avLst/>
            </a:prstGeom>
            <a:noFill/>
            <a:ln w="25400" cap="flat" cmpd="sng">
              <a:solidFill>
                <a:srgbClr val="3F3F3F"/>
              </a:solidFill>
              <a:prstDash val="solid"/>
              <a:round/>
              <a:headEnd type="oval" w="lg" len="lg"/>
              <a:tailEnd type="none" w="sm" len="sm"/>
            </a:ln>
          </p:spPr>
        </p:cxnSp>
        <p:cxnSp>
          <p:nvCxnSpPr>
            <p:cNvPr id="667" name="Google Shape;667;p20"/>
            <p:cNvCxnSpPr/>
            <p:nvPr/>
          </p:nvCxnSpPr>
          <p:spPr>
            <a:xfrm>
              <a:off x="12456368" y="5143500"/>
              <a:ext cx="0" cy="726224"/>
            </a:xfrm>
            <a:prstGeom prst="straightConnector1">
              <a:avLst/>
            </a:prstGeom>
            <a:noFill/>
            <a:ln w="25400" cap="flat" cmpd="sng">
              <a:solidFill>
                <a:srgbClr val="3F3F3F"/>
              </a:solidFill>
              <a:prstDash val="solid"/>
              <a:round/>
              <a:headEnd type="oval" w="lg" len="lg"/>
              <a:tailEnd type="none" w="sm" len="sm"/>
            </a:ln>
          </p:spPr>
        </p:cxnSp>
        <p:cxnSp>
          <p:nvCxnSpPr>
            <p:cNvPr id="668" name="Google Shape;668;p20"/>
            <p:cNvCxnSpPr/>
            <p:nvPr/>
          </p:nvCxnSpPr>
          <p:spPr>
            <a:xfrm>
              <a:off x="15785445" y="5143500"/>
              <a:ext cx="0" cy="726224"/>
            </a:xfrm>
            <a:prstGeom prst="straightConnector1">
              <a:avLst/>
            </a:prstGeom>
            <a:noFill/>
            <a:ln w="25400" cap="flat" cmpd="sng">
              <a:solidFill>
                <a:srgbClr val="3F3F3F"/>
              </a:solidFill>
              <a:prstDash val="solid"/>
              <a:round/>
              <a:headEnd type="oval" w="lg" len="lg"/>
              <a:tailEnd type="none" w="sm" len="sm"/>
            </a:ln>
          </p:spPr>
        </p:cxnSp>
        <p:sp>
          <p:nvSpPr>
            <p:cNvPr id="669" name="Google Shape;669;p20"/>
            <p:cNvSpPr/>
            <p:nvPr/>
          </p:nvSpPr>
          <p:spPr>
            <a:xfrm>
              <a:off x="1892594" y="5869724"/>
              <a:ext cx="1242200" cy="1242200"/>
            </a:xfrm>
            <a:prstGeom prst="ellipse">
              <a:avLst/>
            </a:prstGeom>
            <a:solidFill>
              <a:schemeClr val="accent2"/>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670" name="Google Shape;670;p20"/>
            <p:cNvSpPr/>
            <p:nvPr/>
          </p:nvSpPr>
          <p:spPr>
            <a:xfrm>
              <a:off x="5210532" y="5869724"/>
              <a:ext cx="1242200" cy="1242200"/>
            </a:xfrm>
            <a:prstGeom prst="ellipse">
              <a:avLst/>
            </a:prstGeom>
            <a:solidFill>
              <a:schemeClr val="accent5"/>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671" name="Google Shape;671;p20"/>
            <p:cNvSpPr/>
            <p:nvPr/>
          </p:nvSpPr>
          <p:spPr>
            <a:xfrm>
              <a:off x="8528470" y="5869724"/>
              <a:ext cx="1242200" cy="1242200"/>
            </a:xfrm>
            <a:prstGeom prst="ellipse">
              <a:avLst/>
            </a:prstGeom>
            <a:solidFill>
              <a:schemeClr val="accent6"/>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672" name="Google Shape;672;p20"/>
            <p:cNvSpPr/>
            <p:nvPr/>
          </p:nvSpPr>
          <p:spPr>
            <a:xfrm>
              <a:off x="11846408" y="5869724"/>
              <a:ext cx="1242200" cy="1242200"/>
            </a:xfrm>
            <a:prstGeom prst="ellipse">
              <a:avLst/>
            </a:prstGeom>
            <a:solidFill>
              <a:schemeClr val="accent3"/>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673" name="Google Shape;673;p20"/>
            <p:cNvSpPr/>
            <p:nvPr/>
          </p:nvSpPr>
          <p:spPr>
            <a:xfrm>
              <a:off x="15164345" y="5869724"/>
              <a:ext cx="1242200" cy="1242200"/>
            </a:xfrm>
            <a:prstGeom prst="ellipse">
              <a:avLst/>
            </a:prstGeom>
            <a:solidFill>
              <a:schemeClr val="accent4"/>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674" name="Google Shape;674;p20"/>
            <p:cNvSpPr/>
            <p:nvPr/>
          </p:nvSpPr>
          <p:spPr>
            <a:xfrm>
              <a:off x="8712327" y="3067598"/>
              <a:ext cx="863342" cy="870556"/>
            </a:xfrm>
            <a:custGeom>
              <a:avLst/>
              <a:gdLst/>
              <a:ahLst/>
              <a:cxnLst/>
              <a:rect l="l" t="t" r="r" b="b"/>
              <a:pathLst>
                <a:path w="1652142" h="1665940" extrusionOk="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l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675" name="Google Shape;675;p20"/>
            <p:cNvSpPr txBox="1"/>
            <p:nvPr/>
          </p:nvSpPr>
          <p:spPr>
            <a:xfrm>
              <a:off x="617609" y="7242884"/>
              <a:ext cx="3654224" cy="138499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5 S</a:t>
              </a:r>
              <a:endParaRPr/>
            </a:p>
            <a:p>
              <a:pPr marL="0" marR="0" lvl="0" indent="0" algn="ctr" rtl="0">
                <a:spcBef>
                  <a:spcPts val="0"/>
                </a:spcBef>
                <a:spcAft>
                  <a:spcPts val="0"/>
                </a:spcAft>
                <a:buNone/>
              </a:pPr>
              <a:r>
                <a:rPr lang="en-GB" sz="2800" b="1">
                  <a:solidFill>
                    <a:schemeClr val="dk1"/>
                  </a:solidFill>
                  <a:latin typeface="Calibri"/>
                  <a:ea typeface="Calibri"/>
                  <a:cs typeface="Calibri"/>
                  <a:sym typeface="Calibri"/>
                </a:rPr>
                <a:t>Salam, Senyum</a:t>
              </a:r>
              <a:endParaRPr sz="2800" b="1">
                <a:solidFill>
                  <a:schemeClr val="dk1"/>
                </a:solidFill>
                <a:latin typeface="Calibri"/>
                <a:ea typeface="Calibri"/>
                <a:cs typeface="Calibri"/>
                <a:sym typeface="Calibri"/>
              </a:endParaRPr>
            </a:p>
            <a:p>
              <a:pPr marL="0" marR="0" lvl="0" indent="0" algn="ctr" rtl="0">
                <a:spcBef>
                  <a:spcPts val="0"/>
                </a:spcBef>
                <a:spcAft>
                  <a:spcPts val="0"/>
                </a:spcAft>
                <a:buNone/>
              </a:pPr>
              <a:r>
                <a:rPr lang="en-GB" sz="2800" b="1">
                  <a:solidFill>
                    <a:schemeClr val="dk1"/>
                  </a:solidFill>
                  <a:latin typeface="Calibri"/>
                  <a:ea typeface="Calibri"/>
                  <a:cs typeface="Calibri"/>
                  <a:sym typeface="Calibri"/>
                </a:rPr>
                <a:t>Sapa, Sopan, Santun</a:t>
              </a:r>
              <a:endParaRPr sz="2800" b="1">
                <a:solidFill>
                  <a:schemeClr val="dk1"/>
                </a:solidFill>
                <a:latin typeface="Calibri"/>
                <a:ea typeface="Calibri"/>
                <a:cs typeface="Calibri"/>
                <a:sym typeface="Calibri"/>
              </a:endParaRPr>
            </a:p>
          </p:txBody>
        </p:sp>
        <p:sp>
          <p:nvSpPr>
            <p:cNvPr id="676" name="Google Shape;676;p20"/>
            <p:cNvSpPr txBox="1"/>
            <p:nvPr/>
          </p:nvSpPr>
          <p:spPr>
            <a:xfrm>
              <a:off x="4169874" y="7284077"/>
              <a:ext cx="3317942" cy="138499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3 T</a:t>
              </a:r>
              <a:endParaRPr/>
            </a:p>
            <a:p>
              <a:pPr marL="0" marR="0" lvl="0" indent="0" algn="ctr" rtl="0">
                <a:spcBef>
                  <a:spcPts val="0"/>
                </a:spcBef>
                <a:spcAft>
                  <a:spcPts val="0"/>
                </a:spcAft>
                <a:buNone/>
              </a:pPr>
              <a:r>
                <a:rPr lang="en-GB" sz="2800" b="1">
                  <a:solidFill>
                    <a:schemeClr val="dk1"/>
                  </a:solidFill>
                  <a:latin typeface="Calibri"/>
                  <a:ea typeface="Calibri"/>
                  <a:cs typeface="Calibri"/>
                  <a:sym typeface="Calibri"/>
                </a:rPr>
                <a:t>Tercepat, Termudah, Terpercaya</a:t>
              </a:r>
              <a:endParaRPr sz="2800" b="1">
                <a:solidFill>
                  <a:schemeClr val="dk1"/>
                </a:solidFill>
                <a:latin typeface="Calibri"/>
                <a:ea typeface="Calibri"/>
                <a:cs typeface="Calibri"/>
                <a:sym typeface="Calibri"/>
              </a:endParaRPr>
            </a:p>
          </p:txBody>
        </p:sp>
        <p:sp>
          <p:nvSpPr>
            <p:cNvPr id="677" name="Google Shape;677;p20"/>
            <p:cNvSpPr txBox="1"/>
            <p:nvPr/>
          </p:nvSpPr>
          <p:spPr>
            <a:xfrm>
              <a:off x="7589775" y="7565350"/>
              <a:ext cx="3108450" cy="95410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Customer </a:t>
              </a:r>
              <a:endParaRPr/>
            </a:p>
            <a:p>
              <a:pPr marL="0" marR="0" lvl="0" indent="0" algn="ctr" rtl="0">
                <a:spcBef>
                  <a:spcPts val="0"/>
                </a:spcBef>
                <a:spcAft>
                  <a:spcPts val="0"/>
                </a:spcAft>
                <a:buNone/>
              </a:pPr>
              <a:r>
                <a:rPr lang="en-GB" sz="2800" b="1">
                  <a:solidFill>
                    <a:schemeClr val="dk1"/>
                  </a:solidFill>
                  <a:latin typeface="Calibri"/>
                  <a:ea typeface="Calibri"/>
                  <a:cs typeface="Calibri"/>
                  <a:sym typeface="Calibri"/>
                </a:rPr>
                <a:t>Oriented</a:t>
              </a:r>
              <a:endParaRPr sz="2800" b="1">
                <a:solidFill>
                  <a:schemeClr val="dk1"/>
                </a:solidFill>
                <a:latin typeface="Calibri"/>
                <a:ea typeface="Calibri"/>
                <a:cs typeface="Calibri"/>
                <a:sym typeface="Calibri"/>
              </a:endParaRPr>
            </a:p>
          </p:txBody>
        </p:sp>
        <p:sp>
          <p:nvSpPr>
            <p:cNvPr id="678" name="Google Shape;678;p20"/>
            <p:cNvSpPr txBox="1"/>
            <p:nvPr/>
          </p:nvSpPr>
          <p:spPr>
            <a:xfrm>
              <a:off x="10902143" y="7349908"/>
              <a:ext cx="3108450" cy="95410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Customer </a:t>
              </a:r>
              <a:endParaRPr/>
            </a:p>
            <a:p>
              <a:pPr marL="0" marR="0" lvl="0" indent="0" algn="ctr" rtl="0">
                <a:spcBef>
                  <a:spcPts val="0"/>
                </a:spcBef>
                <a:spcAft>
                  <a:spcPts val="0"/>
                </a:spcAft>
                <a:buNone/>
              </a:pPr>
              <a:r>
                <a:rPr lang="en-GB" sz="2800" b="1">
                  <a:solidFill>
                    <a:schemeClr val="dk1"/>
                  </a:solidFill>
                  <a:latin typeface="Calibri"/>
                  <a:ea typeface="Calibri"/>
                  <a:cs typeface="Calibri"/>
                  <a:sym typeface="Calibri"/>
                </a:rPr>
                <a:t>First</a:t>
              </a:r>
              <a:endParaRPr sz="2800" b="1">
                <a:solidFill>
                  <a:schemeClr val="dk1"/>
                </a:solidFill>
                <a:latin typeface="Calibri"/>
                <a:ea typeface="Calibri"/>
                <a:cs typeface="Calibri"/>
                <a:sym typeface="Calibri"/>
              </a:endParaRPr>
            </a:p>
          </p:txBody>
        </p:sp>
        <p:sp>
          <p:nvSpPr>
            <p:cNvPr id="679" name="Google Shape;679;p20"/>
            <p:cNvSpPr txBox="1"/>
            <p:nvPr/>
          </p:nvSpPr>
          <p:spPr>
            <a:xfrm>
              <a:off x="14214511" y="7349907"/>
              <a:ext cx="3108450"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Customer Handling</a:t>
              </a:r>
              <a:endParaRPr sz="2800" b="1">
                <a:solidFill>
                  <a:schemeClr val="dk1"/>
                </a:solidFill>
                <a:latin typeface="Calibri"/>
                <a:ea typeface="Calibri"/>
                <a:cs typeface="Calibri"/>
                <a:sym typeface="Calibri"/>
              </a:endParaRPr>
            </a:p>
          </p:txBody>
        </p:sp>
        <p:sp>
          <p:nvSpPr>
            <p:cNvPr id="680" name="Google Shape;680;p20"/>
            <p:cNvSpPr txBox="1"/>
            <p:nvPr/>
          </p:nvSpPr>
          <p:spPr>
            <a:xfrm>
              <a:off x="8848469" y="2916404"/>
              <a:ext cx="727200" cy="1415764"/>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GB" sz="8000" b="1">
                  <a:solidFill>
                    <a:srgbClr val="FFFFFF"/>
                  </a:solidFill>
                  <a:latin typeface="Calibri"/>
                  <a:ea typeface="Calibri"/>
                  <a:cs typeface="Calibri"/>
                  <a:sym typeface="Calibri"/>
                </a:rPr>
                <a:t>I    </a:t>
              </a:r>
              <a:endParaRPr sz="8000">
                <a:solidFill>
                  <a:srgbClr val="000000"/>
                </a:solidFill>
                <a:latin typeface="Times New Roman"/>
                <a:ea typeface="Times New Roman"/>
                <a:cs typeface="Times New Roman"/>
                <a:sym typeface="Times New Roman"/>
              </a:endParaRPr>
            </a:p>
          </p:txBody>
        </p:sp>
        <p:sp>
          <p:nvSpPr>
            <p:cNvPr id="681" name="Google Shape;681;p20"/>
            <p:cNvSpPr/>
            <p:nvPr/>
          </p:nvSpPr>
          <p:spPr>
            <a:xfrm>
              <a:off x="8748289" y="6019244"/>
              <a:ext cx="816066" cy="747488"/>
            </a:xfrm>
            <a:custGeom>
              <a:avLst/>
              <a:gdLst/>
              <a:ahLst/>
              <a:cxnLst/>
              <a:rect l="l" t="t" r="r" b="b"/>
              <a:pathLst>
                <a:path w="3210745" h="2940925" extrusionOk="0">
                  <a:moveTo>
                    <a:pt x="340528" y="2526682"/>
                  </a:moveTo>
                  <a:cubicBezTo>
                    <a:pt x="280875" y="2526682"/>
                    <a:pt x="232516" y="2575041"/>
                    <a:pt x="232516" y="2634694"/>
                  </a:cubicBezTo>
                  <a:cubicBezTo>
                    <a:pt x="232516" y="2694347"/>
                    <a:pt x="280875" y="2742706"/>
                    <a:pt x="340528" y="2742706"/>
                  </a:cubicBezTo>
                  <a:cubicBezTo>
                    <a:pt x="400181" y="2742706"/>
                    <a:pt x="448540" y="2694347"/>
                    <a:pt x="448540" y="2634694"/>
                  </a:cubicBezTo>
                  <a:cubicBezTo>
                    <a:pt x="448540" y="2575041"/>
                    <a:pt x="400181" y="2526682"/>
                    <a:pt x="340528" y="2526682"/>
                  </a:cubicBezTo>
                  <a:close/>
                  <a:moveTo>
                    <a:pt x="1821636" y="152"/>
                  </a:moveTo>
                  <a:cubicBezTo>
                    <a:pt x="1920275" y="-4956"/>
                    <a:pt x="2051571" y="119306"/>
                    <a:pt x="2102482" y="278737"/>
                  </a:cubicBezTo>
                  <a:cubicBezTo>
                    <a:pt x="2192513" y="649582"/>
                    <a:pt x="1575154" y="1213351"/>
                    <a:pt x="2006019" y="1236931"/>
                  </a:cubicBezTo>
                  <a:cubicBezTo>
                    <a:pt x="2310412" y="1206920"/>
                    <a:pt x="2473326" y="1176910"/>
                    <a:pt x="2803442" y="1166192"/>
                  </a:cubicBezTo>
                  <a:cubicBezTo>
                    <a:pt x="3103547" y="1170479"/>
                    <a:pt x="3152850" y="1361260"/>
                    <a:pt x="3002798" y="1564903"/>
                  </a:cubicBezTo>
                  <a:cubicBezTo>
                    <a:pt x="3191435" y="1575621"/>
                    <a:pt x="3347919" y="1869296"/>
                    <a:pt x="3022090" y="1989338"/>
                  </a:cubicBezTo>
                  <a:cubicBezTo>
                    <a:pt x="3332913" y="2182262"/>
                    <a:pt x="3154994" y="2426634"/>
                    <a:pt x="2977074" y="2471650"/>
                  </a:cubicBezTo>
                  <a:cubicBezTo>
                    <a:pt x="3127127" y="2606697"/>
                    <a:pt x="3109978" y="2709590"/>
                    <a:pt x="2957782" y="2793191"/>
                  </a:cubicBezTo>
                  <a:cubicBezTo>
                    <a:pt x="2620164" y="2932526"/>
                    <a:pt x="1747715" y="3028988"/>
                    <a:pt x="1253613" y="2818914"/>
                  </a:cubicBezTo>
                  <a:cubicBezTo>
                    <a:pt x="1018944" y="2738561"/>
                    <a:pt x="869067" y="2654318"/>
                    <a:pt x="700568" y="2648441"/>
                  </a:cubicBezTo>
                  <a:lnTo>
                    <a:pt x="700568" y="2796242"/>
                  </a:lnTo>
                  <a:cubicBezTo>
                    <a:pt x="700568" y="2860729"/>
                    <a:pt x="648291" y="2913006"/>
                    <a:pt x="583804" y="2913006"/>
                  </a:cubicBezTo>
                  <a:lnTo>
                    <a:pt x="0" y="2913006"/>
                  </a:lnTo>
                  <a:lnTo>
                    <a:pt x="0" y="1400838"/>
                  </a:lnTo>
                  <a:lnTo>
                    <a:pt x="583804" y="1400838"/>
                  </a:lnTo>
                  <a:cubicBezTo>
                    <a:pt x="648291" y="1400838"/>
                    <a:pt x="700568" y="1453115"/>
                    <a:pt x="700568" y="1517602"/>
                  </a:cubicBezTo>
                  <a:lnTo>
                    <a:pt x="700568" y="1571674"/>
                  </a:lnTo>
                  <a:cubicBezTo>
                    <a:pt x="721537" y="1568378"/>
                    <a:pt x="746526" y="1559634"/>
                    <a:pt x="784162" y="1539180"/>
                  </a:cubicBezTo>
                  <a:cubicBezTo>
                    <a:pt x="831321" y="1421281"/>
                    <a:pt x="890271" y="1323747"/>
                    <a:pt x="1034964" y="1191915"/>
                  </a:cubicBezTo>
                  <a:cubicBezTo>
                    <a:pt x="1257900" y="851081"/>
                    <a:pt x="1628744" y="677449"/>
                    <a:pt x="1703770" y="169413"/>
                  </a:cubicBezTo>
                  <a:cubicBezTo>
                    <a:pt x="1715024" y="52855"/>
                    <a:pt x="1762452" y="3217"/>
                    <a:pt x="1821636" y="152"/>
                  </a:cubicBezTo>
                  <a:close/>
                </a:path>
              </a:pathLst>
            </a:custGeom>
            <a:solidFill>
              <a:schemeClr val="accent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682" name="Google Shape;682;p20"/>
            <p:cNvSpPr/>
            <p:nvPr/>
          </p:nvSpPr>
          <p:spPr>
            <a:xfrm rot="10800000">
              <a:off x="5676656" y="6094282"/>
              <a:ext cx="309948" cy="965236"/>
            </a:xfrm>
            <a:custGeom>
              <a:avLst/>
              <a:gdLst/>
              <a:ahLst/>
              <a:cxnLst/>
              <a:rect l="l" t="t" r="r" b="b"/>
              <a:pathLst>
                <a:path w="1040400" h="3240000" extrusionOk="0">
                  <a:moveTo>
                    <a:pt x="41345" y="940666"/>
                  </a:moveTo>
                  <a:lnTo>
                    <a:pt x="1242" y="653403"/>
                  </a:lnTo>
                  <a:lnTo>
                    <a:pt x="0" y="653403"/>
                  </a:lnTo>
                  <a:lnTo>
                    <a:pt x="1057" y="652077"/>
                  </a:lnTo>
                  <a:lnTo>
                    <a:pt x="447" y="647712"/>
                  </a:lnTo>
                  <a:lnTo>
                    <a:pt x="4531" y="647712"/>
                  </a:lnTo>
                  <a:lnTo>
                    <a:pt x="520200" y="0"/>
                  </a:lnTo>
                  <a:lnTo>
                    <a:pt x="659109" y="174478"/>
                  </a:lnTo>
                  <a:close/>
                  <a:moveTo>
                    <a:pt x="101622" y="1372451"/>
                  </a:moveTo>
                  <a:lnTo>
                    <a:pt x="61820" y="1087335"/>
                  </a:lnTo>
                  <a:lnTo>
                    <a:pt x="728036" y="261055"/>
                  </a:lnTo>
                  <a:lnTo>
                    <a:pt x="870500" y="439998"/>
                  </a:lnTo>
                  <a:lnTo>
                    <a:pt x="860164" y="431664"/>
                  </a:lnTo>
                  <a:close/>
                  <a:moveTo>
                    <a:pt x="161365" y="1800403"/>
                  </a:moveTo>
                  <a:lnTo>
                    <a:pt x="122098" y="1519120"/>
                  </a:lnTo>
                  <a:lnTo>
                    <a:pt x="930953" y="515931"/>
                  </a:lnTo>
                  <a:lnTo>
                    <a:pt x="1035869" y="647712"/>
                  </a:lnTo>
                  <a:lnTo>
                    <a:pt x="1039954" y="647712"/>
                  </a:lnTo>
                  <a:lnTo>
                    <a:pt x="1039345" y="652078"/>
                  </a:lnTo>
                  <a:lnTo>
                    <a:pt x="1040400" y="653403"/>
                  </a:lnTo>
                  <a:lnTo>
                    <a:pt x="1039160" y="653403"/>
                  </a:lnTo>
                  <a:lnTo>
                    <a:pt x="1029316" y="723920"/>
                  </a:lnTo>
                  <a:close/>
                  <a:moveTo>
                    <a:pt x="217894" y="2205330"/>
                  </a:moveTo>
                  <a:lnTo>
                    <a:pt x="181840" y="1947070"/>
                  </a:lnTo>
                  <a:lnTo>
                    <a:pt x="1000266" y="932012"/>
                  </a:lnTo>
                  <a:lnTo>
                    <a:pt x="949113" y="1298429"/>
                  </a:lnTo>
                  <a:close/>
                  <a:moveTo>
                    <a:pt x="330192" y="2564220"/>
                  </a:moveTo>
                  <a:lnTo>
                    <a:pt x="267995" y="2564220"/>
                  </a:lnTo>
                  <a:lnTo>
                    <a:pt x="237100" y="2342912"/>
                  </a:lnTo>
                  <a:lnTo>
                    <a:pt x="242309" y="2347112"/>
                  </a:lnTo>
                  <a:lnTo>
                    <a:pt x="920063" y="1506522"/>
                  </a:lnTo>
                  <a:lnTo>
                    <a:pt x="865005" y="1900914"/>
                  </a:lnTo>
                  <a:close/>
                  <a:moveTo>
                    <a:pt x="772406" y="2564220"/>
                  </a:moveTo>
                  <a:lnTo>
                    <a:pt x="468924" y="2564220"/>
                  </a:lnTo>
                  <a:lnTo>
                    <a:pt x="835955" y="2109008"/>
                  </a:lnTo>
                  <a:close/>
                  <a:moveTo>
                    <a:pt x="892044" y="3240000"/>
                  </a:moveTo>
                  <a:lnTo>
                    <a:pt x="148356" y="3240000"/>
                  </a:lnTo>
                  <a:lnTo>
                    <a:pt x="276144" y="2663936"/>
                  </a:lnTo>
                  <a:lnTo>
                    <a:pt x="764256" y="2663936"/>
                  </a:lnTo>
                  <a:close/>
                </a:path>
              </a:pathLst>
            </a:custGeom>
            <a:solidFill>
              <a:schemeClr val="accent2"/>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683" name="Google Shape;683;p20"/>
            <p:cNvSpPr txBox="1"/>
            <p:nvPr/>
          </p:nvSpPr>
          <p:spPr>
            <a:xfrm>
              <a:off x="8737412" y="2690225"/>
              <a:ext cx="787588" cy="1538875"/>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GB" sz="8800" b="1">
                  <a:solidFill>
                    <a:srgbClr val="FFFFFF"/>
                  </a:solidFill>
                  <a:latin typeface="Calibri"/>
                  <a:ea typeface="Calibri"/>
                  <a:cs typeface="Calibri"/>
                  <a:sym typeface="Calibri"/>
                </a:rPr>
                <a:t>     </a:t>
              </a:r>
              <a:endParaRPr sz="8800">
                <a:solidFill>
                  <a:srgbClr val="000000"/>
                </a:solidFill>
                <a:latin typeface="Times New Roman"/>
                <a:ea typeface="Times New Roman"/>
                <a:cs typeface="Times New Roman"/>
                <a:sym typeface="Times New Roman"/>
              </a:endParaRPr>
            </a:p>
          </p:txBody>
        </p:sp>
        <p:sp>
          <p:nvSpPr>
            <p:cNvPr id="684" name="Google Shape;684;p20"/>
            <p:cNvSpPr/>
            <p:nvPr/>
          </p:nvSpPr>
          <p:spPr>
            <a:xfrm>
              <a:off x="2153851" y="6066509"/>
              <a:ext cx="764774" cy="764774"/>
            </a:xfrm>
            <a:custGeom>
              <a:avLst/>
              <a:gdLst/>
              <a:ahLst/>
              <a:cxnLst/>
              <a:rect l="l" t="t" r="r" b="b"/>
              <a:pathLst>
                <a:path w="3240000" h="3240000" extrusionOk="0">
                  <a:moveTo>
                    <a:pt x="2026698" y="2215122"/>
                  </a:moveTo>
                  <a:cubicBezTo>
                    <a:pt x="1959656" y="2378616"/>
                    <a:pt x="1801229" y="2486070"/>
                    <a:pt x="1624533" y="2487892"/>
                  </a:cubicBezTo>
                  <a:cubicBezTo>
                    <a:pt x="1447837" y="2489714"/>
                    <a:pt x="1287227" y="2385551"/>
                    <a:pt x="1216828" y="2223474"/>
                  </a:cubicBezTo>
                  <a:lnTo>
                    <a:pt x="1039110" y="2300667"/>
                  </a:lnTo>
                  <a:cubicBezTo>
                    <a:pt x="1140541" y="2534187"/>
                    <a:pt x="1371947" y="2684266"/>
                    <a:pt x="1626531" y="2681641"/>
                  </a:cubicBezTo>
                  <a:cubicBezTo>
                    <a:pt x="1881115" y="2679016"/>
                    <a:pt x="2109376" y="2524196"/>
                    <a:pt x="2205970" y="2288634"/>
                  </a:cubicBezTo>
                  <a:close/>
                  <a:moveTo>
                    <a:pt x="2165423" y="986226"/>
                  </a:moveTo>
                  <a:cubicBezTo>
                    <a:pt x="2072622" y="986226"/>
                    <a:pt x="1997392" y="1061456"/>
                    <a:pt x="1997392" y="1154257"/>
                  </a:cubicBezTo>
                  <a:cubicBezTo>
                    <a:pt x="1997392" y="1247058"/>
                    <a:pt x="2072622" y="1322288"/>
                    <a:pt x="2165423" y="1322288"/>
                  </a:cubicBezTo>
                  <a:cubicBezTo>
                    <a:pt x="2258224" y="1322288"/>
                    <a:pt x="2333454" y="1247058"/>
                    <a:pt x="2333454" y="1154257"/>
                  </a:cubicBezTo>
                  <a:cubicBezTo>
                    <a:pt x="2333454" y="1061456"/>
                    <a:pt x="2258224" y="986226"/>
                    <a:pt x="2165423" y="986226"/>
                  </a:cubicBezTo>
                  <a:close/>
                  <a:moveTo>
                    <a:pt x="1107401" y="986226"/>
                  </a:moveTo>
                  <a:cubicBezTo>
                    <a:pt x="1014600" y="986226"/>
                    <a:pt x="939370" y="1061456"/>
                    <a:pt x="939370" y="1154257"/>
                  </a:cubicBezTo>
                  <a:cubicBezTo>
                    <a:pt x="939370" y="1247058"/>
                    <a:pt x="1014600" y="1322288"/>
                    <a:pt x="1107401" y="1322288"/>
                  </a:cubicBezTo>
                  <a:cubicBezTo>
                    <a:pt x="1200202" y="1322288"/>
                    <a:pt x="1275432" y="1247058"/>
                    <a:pt x="1275432" y="1154257"/>
                  </a:cubicBezTo>
                  <a:cubicBezTo>
                    <a:pt x="1275432" y="1061456"/>
                    <a:pt x="1200202" y="986226"/>
                    <a:pt x="1107401" y="986226"/>
                  </a:cubicBezTo>
                  <a:close/>
                  <a:moveTo>
                    <a:pt x="1620000" y="0"/>
                  </a:moveTo>
                  <a:lnTo>
                    <a:pt x="1785636" y="8364"/>
                  </a:lnTo>
                  <a:lnTo>
                    <a:pt x="1946487" y="32913"/>
                  </a:lnTo>
                  <a:lnTo>
                    <a:pt x="2101738" y="72832"/>
                  </a:lnTo>
                  <a:lnTo>
                    <a:pt x="2250577" y="127308"/>
                  </a:lnTo>
                  <a:lnTo>
                    <a:pt x="2392188" y="195525"/>
                  </a:lnTo>
                  <a:lnTo>
                    <a:pt x="2525757" y="276671"/>
                  </a:lnTo>
                  <a:lnTo>
                    <a:pt x="2650470" y="369929"/>
                  </a:lnTo>
                  <a:lnTo>
                    <a:pt x="2765513" y="474487"/>
                  </a:lnTo>
                  <a:lnTo>
                    <a:pt x="2870071" y="589530"/>
                  </a:lnTo>
                  <a:lnTo>
                    <a:pt x="2963329"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29" y="2525758"/>
                  </a:lnTo>
                  <a:lnTo>
                    <a:pt x="2870071" y="2650471"/>
                  </a:lnTo>
                  <a:lnTo>
                    <a:pt x="2765513" y="2765513"/>
                  </a:lnTo>
                  <a:lnTo>
                    <a:pt x="2650470" y="2870071"/>
                  </a:lnTo>
                  <a:lnTo>
                    <a:pt x="2525757" y="2963330"/>
                  </a:lnTo>
                  <a:lnTo>
                    <a:pt x="2392188" y="3044475"/>
                  </a:lnTo>
                  <a:lnTo>
                    <a:pt x="2250577" y="3112693"/>
                  </a:lnTo>
                  <a:lnTo>
                    <a:pt x="2101738" y="3167168"/>
                  </a:lnTo>
                  <a:lnTo>
                    <a:pt x="1946487" y="3207088"/>
                  </a:lnTo>
                  <a:lnTo>
                    <a:pt x="1785636" y="3231636"/>
                  </a:lnTo>
                  <a:cubicBezTo>
                    <a:pt x="1731176" y="3237167"/>
                    <a:pt x="1675919" y="3240000"/>
                    <a:pt x="1620000" y="3240000"/>
                  </a:cubicBezTo>
                  <a:cubicBezTo>
                    <a:pt x="1508162"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3" y="3019536"/>
                    <a:pt x="757335" y="2992442"/>
                    <a:pt x="714243" y="2963330"/>
                  </a:cubicBezTo>
                  <a:cubicBezTo>
                    <a:pt x="671151" y="2934217"/>
                    <a:pt x="629534" y="2903086"/>
                    <a:pt x="589530" y="2870071"/>
                  </a:cubicBezTo>
                  <a:cubicBezTo>
                    <a:pt x="549525" y="2837056"/>
                    <a:pt x="511132" y="2802158"/>
                    <a:pt x="474487" y="2765513"/>
                  </a:cubicBezTo>
                  <a:cubicBezTo>
                    <a:pt x="437842" y="2728868"/>
                    <a:pt x="402944" y="2690475"/>
                    <a:pt x="369929" y="2650471"/>
                  </a:cubicBezTo>
                  <a:cubicBezTo>
                    <a:pt x="336915" y="2610466"/>
                    <a:pt x="305783" y="2568850"/>
                    <a:pt x="276671" y="2525758"/>
                  </a:cubicBezTo>
                  <a:cubicBezTo>
                    <a:pt x="247558" y="2482665"/>
                    <a:pt x="220464" y="2438097"/>
                    <a:pt x="195525" y="2392188"/>
                  </a:cubicBezTo>
                  <a:cubicBezTo>
                    <a:pt x="170586" y="2346280"/>
                    <a:pt x="147802" y="2299031"/>
                    <a:pt x="127308" y="2250577"/>
                  </a:cubicBezTo>
                  <a:cubicBezTo>
                    <a:pt x="106814" y="2202124"/>
                    <a:pt x="88610" y="2152466"/>
                    <a:pt x="72832" y="2101739"/>
                  </a:cubicBezTo>
                  <a:cubicBezTo>
                    <a:pt x="57054"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4" y="1188989"/>
                    <a:pt x="72832" y="1138262"/>
                  </a:cubicBezTo>
                  <a:cubicBezTo>
                    <a:pt x="88610" y="1087535"/>
                    <a:pt x="106814" y="1037877"/>
                    <a:pt x="127308" y="989423"/>
                  </a:cubicBezTo>
                  <a:cubicBezTo>
                    <a:pt x="147802" y="940970"/>
                    <a:pt x="170586" y="893721"/>
                    <a:pt x="195525" y="847812"/>
                  </a:cubicBezTo>
                  <a:cubicBezTo>
                    <a:pt x="220464" y="801904"/>
                    <a:pt x="247558" y="757335"/>
                    <a:pt x="276671" y="714243"/>
                  </a:cubicBezTo>
                  <a:cubicBezTo>
                    <a:pt x="305783" y="671151"/>
                    <a:pt x="336915" y="629534"/>
                    <a:pt x="369929" y="589530"/>
                  </a:cubicBezTo>
                  <a:cubicBezTo>
                    <a:pt x="402944" y="549525"/>
                    <a:pt x="437842" y="511133"/>
                    <a:pt x="474487" y="474487"/>
                  </a:cubicBezTo>
                  <a:cubicBezTo>
                    <a:pt x="511132" y="437842"/>
                    <a:pt x="549525" y="402944"/>
                    <a:pt x="589530" y="369929"/>
                  </a:cubicBezTo>
                  <a:cubicBezTo>
                    <a:pt x="629534" y="336915"/>
                    <a:pt x="671151" y="305783"/>
                    <a:pt x="714243" y="276671"/>
                  </a:cubicBezTo>
                  <a:cubicBezTo>
                    <a:pt x="757335" y="247558"/>
                    <a:pt x="801903"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chemeClr val="accent5"/>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685" name="Google Shape;685;p20"/>
            <p:cNvSpPr/>
            <p:nvPr/>
          </p:nvSpPr>
          <p:spPr>
            <a:xfrm>
              <a:off x="12101374" y="6061540"/>
              <a:ext cx="709984" cy="711072"/>
            </a:xfrm>
            <a:custGeom>
              <a:avLst/>
              <a:gdLst/>
              <a:ahLst/>
              <a:cxnLst/>
              <a:rect l="l" t="t" r="r" b="b"/>
              <a:pathLst>
                <a:path w="3197597" h="3202496" extrusionOk="0">
                  <a:moveTo>
                    <a:pt x="601421" y="1611393"/>
                  </a:moveTo>
                  <a:lnTo>
                    <a:pt x="2596176" y="1611393"/>
                  </a:lnTo>
                  <a:cubicBezTo>
                    <a:pt x="2928331" y="1611393"/>
                    <a:pt x="3197594" y="1880656"/>
                    <a:pt x="3197594" y="2212811"/>
                  </a:cubicBezTo>
                  <a:lnTo>
                    <a:pt x="3197594" y="2776360"/>
                  </a:lnTo>
                  <a:lnTo>
                    <a:pt x="3197597" y="2776360"/>
                  </a:lnTo>
                  <a:lnTo>
                    <a:pt x="3197597" y="2914824"/>
                  </a:lnTo>
                  <a:lnTo>
                    <a:pt x="3197198" y="2914824"/>
                  </a:lnTo>
                  <a:lnTo>
                    <a:pt x="3197198" y="3202496"/>
                  </a:lnTo>
                  <a:lnTo>
                    <a:pt x="398" y="3202496"/>
                  </a:lnTo>
                  <a:lnTo>
                    <a:pt x="398" y="2914824"/>
                  </a:lnTo>
                  <a:lnTo>
                    <a:pt x="0" y="2914824"/>
                  </a:lnTo>
                  <a:lnTo>
                    <a:pt x="0" y="2212811"/>
                  </a:lnTo>
                  <a:cubicBezTo>
                    <a:pt x="0" y="1880656"/>
                    <a:pt x="269266" y="1611393"/>
                    <a:pt x="601421" y="1611393"/>
                  </a:cubicBezTo>
                  <a:close/>
                  <a:moveTo>
                    <a:pt x="1598801" y="0"/>
                  </a:moveTo>
                  <a:cubicBezTo>
                    <a:pt x="1998649" y="0"/>
                    <a:pt x="2322791" y="324142"/>
                    <a:pt x="2322791" y="723993"/>
                  </a:cubicBezTo>
                  <a:cubicBezTo>
                    <a:pt x="2322791" y="1123843"/>
                    <a:pt x="1998649" y="1447985"/>
                    <a:pt x="1598801" y="1447985"/>
                  </a:cubicBezTo>
                  <a:cubicBezTo>
                    <a:pt x="1198951" y="1447985"/>
                    <a:pt x="874809" y="1123843"/>
                    <a:pt x="874809" y="723993"/>
                  </a:cubicBezTo>
                  <a:cubicBezTo>
                    <a:pt x="874809" y="324142"/>
                    <a:pt x="1198951" y="0"/>
                    <a:pt x="1598801"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686" name="Google Shape;686;p20"/>
            <p:cNvSpPr/>
            <p:nvPr/>
          </p:nvSpPr>
          <p:spPr>
            <a:xfrm>
              <a:off x="15425936" y="6107678"/>
              <a:ext cx="719020" cy="720000"/>
            </a:xfrm>
            <a:custGeom>
              <a:avLst/>
              <a:gdLst/>
              <a:ahLst/>
              <a:cxnLst/>
              <a:rect l="l" t="t" r="r" b="b"/>
              <a:pathLst>
                <a:path w="3225370" h="3229762" extrusionOk="0">
                  <a:moveTo>
                    <a:pt x="1355872" y="0"/>
                  </a:moveTo>
                  <a:cubicBezTo>
                    <a:pt x="1564636" y="0"/>
                    <a:pt x="1733872" y="169236"/>
                    <a:pt x="1733872" y="378000"/>
                  </a:cubicBezTo>
                  <a:cubicBezTo>
                    <a:pt x="1733872" y="530834"/>
                    <a:pt x="1643169" y="662483"/>
                    <a:pt x="1512292" y="721255"/>
                  </a:cubicBezTo>
                  <a:lnTo>
                    <a:pt x="1607042" y="1169019"/>
                  </a:lnTo>
                  <a:cubicBezTo>
                    <a:pt x="1611319" y="1167786"/>
                    <a:pt x="1615651" y="1167712"/>
                    <a:pt x="1620000" y="1167712"/>
                  </a:cubicBezTo>
                  <a:cubicBezTo>
                    <a:pt x="1828764" y="1167712"/>
                    <a:pt x="1998000" y="1336948"/>
                    <a:pt x="1998000" y="1545712"/>
                  </a:cubicBezTo>
                  <a:lnTo>
                    <a:pt x="1996362" y="1567711"/>
                  </a:lnTo>
                  <a:lnTo>
                    <a:pt x="2525816" y="1711728"/>
                  </a:lnTo>
                  <a:cubicBezTo>
                    <a:pt x="2591164" y="1602543"/>
                    <a:pt x="2710810" y="1530128"/>
                    <a:pt x="2847370" y="1530128"/>
                  </a:cubicBezTo>
                  <a:cubicBezTo>
                    <a:pt x="3056134" y="1530128"/>
                    <a:pt x="3225370" y="1699364"/>
                    <a:pt x="3225370" y="1908128"/>
                  </a:cubicBezTo>
                  <a:cubicBezTo>
                    <a:pt x="3225370" y="2116892"/>
                    <a:pt x="3056134" y="2286128"/>
                    <a:pt x="2847370" y="2286128"/>
                  </a:cubicBezTo>
                  <a:cubicBezTo>
                    <a:pt x="2638606" y="2286128"/>
                    <a:pt x="2469370" y="2116892"/>
                    <a:pt x="2469370" y="1908128"/>
                  </a:cubicBezTo>
                  <a:lnTo>
                    <a:pt x="2475505" y="1847275"/>
                  </a:lnTo>
                  <a:lnTo>
                    <a:pt x="1957861" y="1706471"/>
                  </a:lnTo>
                  <a:cubicBezTo>
                    <a:pt x="1922674" y="1789256"/>
                    <a:pt x="1855841" y="1854310"/>
                    <a:pt x="1773397" y="1890608"/>
                  </a:cubicBezTo>
                  <a:lnTo>
                    <a:pt x="1908290" y="2478637"/>
                  </a:lnTo>
                  <a:cubicBezTo>
                    <a:pt x="2094333" y="2500701"/>
                    <a:pt x="2237929" y="2659462"/>
                    <a:pt x="2237929" y="2851762"/>
                  </a:cubicBezTo>
                  <a:cubicBezTo>
                    <a:pt x="2237929" y="3060526"/>
                    <a:pt x="2068693" y="3229762"/>
                    <a:pt x="1859929" y="3229762"/>
                  </a:cubicBezTo>
                  <a:cubicBezTo>
                    <a:pt x="1651165" y="3229762"/>
                    <a:pt x="1481929" y="3060526"/>
                    <a:pt x="1481929" y="2851762"/>
                  </a:cubicBezTo>
                  <a:cubicBezTo>
                    <a:pt x="1481929" y="2676759"/>
                    <a:pt x="1600854" y="2529533"/>
                    <a:pt x="1762693" y="2487978"/>
                  </a:cubicBezTo>
                  <a:lnTo>
                    <a:pt x="1632951" y="1922407"/>
                  </a:lnTo>
                  <a:cubicBezTo>
                    <a:pt x="1628677" y="1923639"/>
                    <a:pt x="1624347" y="1923712"/>
                    <a:pt x="1620000" y="1923712"/>
                  </a:cubicBezTo>
                  <a:cubicBezTo>
                    <a:pt x="1474614" y="1923712"/>
                    <a:pt x="1348399" y="1841634"/>
                    <a:pt x="1286703" y="1720478"/>
                  </a:cubicBezTo>
                  <a:lnTo>
                    <a:pt x="726463" y="1950491"/>
                  </a:lnTo>
                  <a:cubicBezTo>
                    <a:pt x="745503" y="1995553"/>
                    <a:pt x="756000" y="2045092"/>
                    <a:pt x="756000" y="2097083"/>
                  </a:cubicBezTo>
                  <a:cubicBezTo>
                    <a:pt x="756000" y="2305847"/>
                    <a:pt x="586764" y="2475083"/>
                    <a:pt x="378000" y="2475083"/>
                  </a:cubicBezTo>
                  <a:cubicBezTo>
                    <a:pt x="169236" y="2475083"/>
                    <a:pt x="0" y="2305847"/>
                    <a:pt x="0" y="2097083"/>
                  </a:cubicBezTo>
                  <a:cubicBezTo>
                    <a:pt x="0" y="1888319"/>
                    <a:pt x="169236" y="1719083"/>
                    <a:pt x="378000" y="1719083"/>
                  </a:cubicBezTo>
                  <a:cubicBezTo>
                    <a:pt x="481765" y="1719083"/>
                    <a:pt x="575764" y="1760894"/>
                    <a:pt x="643957" y="1828700"/>
                  </a:cubicBezTo>
                  <a:lnTo>
                    <a:pt x="1245626" y="1581679"/>
                  </a:lnTo>
                  <a:cubicBezTo>
                    <a:pt x="1242578" y="1569964"/>
                    <a:pt x="1242000" y="1557905"/>
                    <a:pt x="1242000" y="1545712"/>
                  </a:cubicBezTo>
                  <a:cubicBezTo>
                    <a:pt x="1242000" y="1391666"/>
                    <a:pt x="1334148" y="1259142"/>
                    <a:pt x="1466584" y="1200827"/>
                  </a:cubicBezTo>
                  <a:lnTo>
                    <a:pt x="1372109" y="754363"/>
                  </a:lnTo>
                  <a:cubicBezTo>
                    <a:pt x="1366762" y="755885"/>
                    <a:pt x="1361331" y="756000"/>
                    <a:pt x="1355872" y="756000"/>
                  </a:cubicBezTo>
                  <a:cubicBezTo>
                    <a:pt x="1147108" y="756000"/>
                    <a:pt x="977872" y="586764"/>
                    <a:pt x="977872" y="378000"/>
                  </a:cubicBezTo>
                  <a:cubicBezTo>
                    <a:pt x="977872" y="169236"/>
                    <a:pt x="1147108" y="0"/>
                    <a:pt x="1355872"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grpSp>
      <p:sp>
        <p:nvSpPr>
          <p:cNvPr id="687" name="Google Shape;687;p20"/>
          <p:cNvSpPr/>
          <p:nvPr/>
        </p:nvSpPr>
        <p:spPr>
          <a:xfrm>
            <a:off x="4489882" y="548499"/>
            <a:ext cx="11641147"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0800" b="1">
                <a:solidFill>
                  <a:srgbClr val="8B4513"/>
                </a:solidFill>
                <a:latin typeface="Federo"/>
                <a:ea typeface="Federo"/>
                <a:cs typeface="Federo"/>
                <a:sym typeface="Federo"/>
              </a:rPr>
              <a:t>C</a:t>
            </a:r>
            <a:r>
              <a:rPr lang="en-GB" sz="7200" b="1">
                <a:solidFill>
                  <a:srgbClr val="000000"/>
                </a:solidFill>
                <a:latin typeface="Federo"/>
                <a:ea typeface="Federo"/>
                <a:cs typeface="Federo"/>
                <a:sym typeface="Federo"/>
              </a:rPr>
              <a:t>ustomer Satisfaction</a:t>
            </a:r>
            <a:endParaRPr sz="7200" b="1">
              <a:solidFill>
                <a:srgbClr val="000000"/>
              </a:solidFill>
              <a:latin typeface="Federo"/>
              <a:ea typeface="Federo"/>
              <a:cs typeface="Federo"/>
              <a:sym typeface="Federo"/>
            </a:endParaRPr>
          </a:p>
        </p:txBody>
      </p:sp>
      <p:pic>
        <p:nvPicPr>
          <p:cNvPr id="688" name="Google Shape;688;p20"/>
          <p:cNvPicPr preferRelativeResize="0"/>
          <p:nvPr/>
        </p:nvPicPr>
        <p:blipFill rotWithShape="1">
          <a:blip r:embed="rId5">
            <a:alphaModFix/>
          </a:blip>
          <a:srcRect/>
          <a:stretch/>
        </p:blipFill>
        <p:spPr>
          <a:xfrm>
            <a:off x="7800532" y="2302825"/>
            <a:ext cx="2543162" cy="271197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21"/>
          <p:cNvSpPr txBox="1"/>
          <p:nvPr/>
        </p:nvSpPr>
        <p:spPr>
          <a:xfrm>
            <a:off x="1191635" y="867983"/>
            <a:ext cx="9972361" cy="1143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3A719A"/>
              </a:buClr>
              <a:buSzPts val="9600"/>
              <a:buFont typeface="Federo"/>
              <a:buNone/>
            </a:pPr>
            <a:r>
              <a:rPr lang="en-GB" sz="9600" b="1">
                <a:solidFill>
                  <a:srgbClr val="3A719A"/>
                </a:solidFill>
                <a:latin typeface="Federo"/>
                <a:ea typeface="Federo"/>
                <a:cs typeface="Federo"/>
                <a:sym typeface="Federo"/>
              </a:rPr>
              <a:t>Contoh Perilaku</a:t>
            </a:r>
            <a:endParaRPr sz="9600" b="1">
              <a:solidFill>
                <a:srgbClr val="3A719A"/>
              </a:solidFill>
              <a:latin typeface="Federo"/>
              <a:ea typeface="Federo"/>
              <a:cs typeface="Federo"/>
              <a:sym typeface="Federo"/>
            </a:endParaRPr>
          </a:p>
        </p:txBody>
      </p:sp>
      <p:sp>
        <p:nvSpPr>
          <p:cNvPr id="694" name="Google Shape;694;p21"/>
          <p:cNvSpPr txBox="1"/>
          <p:nvPr/>
        </p:nvSpPr>
        <p:spPr>
          <a:xfrm>
            <a:off x="6324600" y="3307390"/>
            <a:ext cx="11353800" cy="3984039"/>
          </a:xfrm>
          <a:prstGeom prst="rect">
            <a:avLst/>
          </a:prstGeom>
          <a:noFill/>
          <a:ln>
            <a:noFill/>
          </a:ln>
        </p:spPr>
        <p:txBody>
          <a:bodyPr spcFirstLastPara="1" wrap="square" lIns="0" tIns="0" rIns="0" bIns="0" anchor="t" anchorCtr="0">
            <a:spAutoFit/>
          </a:bodyPr>
          <a:lstStyle/>
          <a:p>
            <a:pPr marL="469900" marR="5080" lvl="0" indent="-457200" algn="l" rtl="0">
              <a:lnSpc>
                <a:spcPct val="116100"/>
              </a:lnSpc>
              <a:spcBef>
                <a:spcPts val="0"/>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Memberikan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perilaku</a:t>
            </a:r>
            <a:r>
              <a:rPr lang="en-GB" sz="3200" b="0" i="0" dirty="0">
                <a:solidFill>
                  <a:srgbClr val="23344D"/>
                </a:solidFill>
                <a:latin typeface="Arial"/>
                <a:ea typeface="Arial"/>
                <a:cs typeface="Arial"/>
                <a:sym typeface="Arial"/>
              </a:rPr>
              <a:t> yang </a:t>
            </a:r>
            <a:r>
              <a:rPr lang="en-GB" sz="3200" b="0" i="0" dirty="0" err="1">
                <a:solidFill>
                  <a:srgbClr val="23344D"/>
                </a:solidFill>
                <a:latin typeface="Arial"/>
                <a:ea typeface="Arial"/>
                <a:cs typeface="Arial"/>
                <a:sym typeface="Arial"/>
              </a:rPr>
              <a:t>terbaik</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menggali</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kebutuhan</a:t>
            </a:r>
            <a:r>
              <a:rPr lang="en-GB" sz="3200" b="0" i="0" dirty="0">
                <a:solidFill>
                  <a:srgbClr val="23344D"/>
                </a:solidFill>
                <a:latin typeface="Arial"/>
                <a:ea typeface="Arial"/>
                <a:cs typeface="Arial"/>
                <a:sym typeface="Arial"/>
              </a:rPr>
              <a:t>  customer</a:t>
            </a:r>
            <a:endParaRPr sz="3200" b="0" i="0" dirty="0">
              <a:solidFill>
                <a:srgbClr val="23344D"/>
              </a:solidFill>
              <a:latin typeface="Arial"/>
              <a:ea typeface="Arial"/>
              <a:cs typeface="Arial"/>
              <a:sym typeface="Arial"/>
            </a:endParaRPr>
          </a:p>
          <a:p>
            <a:pPr marL="469900" marR="0" lvl="0" indent="-457200" algn="l" rtl="0">
              <a:lnSpc>
                <a:spcPct val="100000"/>
              </a:lnSpc>
              <a:spcBef>
                <a:spcPts val="545"/>
              </a:spcBef>
              <a:spcAft>
                <a:spcPts val="0"/>
              </a:spcAft>
              <a:buClr>
                <a:srgbClr val="23344D"/>
              </a:buClr>
              <a:buSzPts val="3200"/>
              <a:buFont typeface="Arial"/>
              <a:buChar char="•"/>
            </a:pPr>
            <a:r>
              <a:rPr lang="en-GB" sz="3200" b="0" i="0" dirty="0">
                <a:solidFill>
                  <a:srgbClr val="23344D"/>
                </a:solidFill>
                <a:latin typeface="Arial"/>
                <a:ea typeface="Arial"/>
                <a:cs typeface="Arial"/>
                <a:sym typeface="Arial"/>
              </a:rPr>
              <a:t>3T (</a:t>
            </a:r>
            <a:r>
              <a:rPr lang="en-GB" sz="3200" b="0" i="0" dirty="0" err="1">
                <a:solidFill>
                  <a:srgbClr val="23344D"/>
                </a:solidFill>
                <a:latin typeface="Arial"/>
                <a:ea typeface="Arial"/>
                <a:cs typeface="Arial"/>
                <a:sym typeface="Arial"/>
              </a:rPr>
              <a:t>Tercepat,Termudah</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Terpercaya</a:t>
            </a:r>
            <a:r>
              <a:rPr lang="en-GB" sz="3200" b="0" i="0" dirty="0">
                <a:solidFill>
                  <a:srgbClr val="23344D"/>
                </a:solidFill>
                <a:latin typeface="Arial"/>
                <a:ea typeface="Arial"/>
                <a:cs typeface="Arial"/>
                <a:sym typeface="Arial"/>
              </a:rPr>
              <a:t>)</a:t>
            </a:r>
            <a:endParaRPr sz="3200" b="0" i="0" dirty="0">
              <a:solidFill>
                <a:srgbClr val="23344D"/>
              </a:solidFill>
              <a:latin typeface="Arial"/>
              <a:ea typeface="Arial"/>
              <a:cs typeface="Arial"/>
              <a:sym typeface="Arial"/>
            </a:endParaRPr>
          </a:p>
          <a:p>
            <a:pPr marL="469900" marR="1221740" lvl="0" indent="-457200" algn="l" rtl="0">
              <a:lnSpc>
                <a:spcPct val="116100"/>
              </a:lnSpc>
              <a:spcBef>
                <a:spcPts val="0"/>
              </a:spcBef>
              <a:spcAft>
                <a:spcPts val="0"/>
              </a:spcAft>
              <a:buClr>
                <a:srgbClr val="23344D"/>
              </a:buClr>
              <a:buSzPts val="3200"/>
              <a:buFont typeface="Arial"/>
              <a:buChar char="•"/>
            </a:pPr>
            <a:r>
              <a:rPr lang="en-GB" sz="3200" b="0" i="0" dirty="0">
                <a:solidFill>
                  <a:srgbClr val="23344D"/>
                </a:solidFill>
                <a:latin typeface="Arial"/>
                <a:ea typeface="Arial"/>
                <a:cs typeface="Arial"/>
                <a:sym typeface="Arial"/>
              </a:rPr>
              <a:t>5S (Salam, </a:t>
            </a:r>
            <a:r>
              <a:rPr lang="en-GB" sz="3200" b="0" i="0" dirty="0" err="1">
                <a:solidFill>
                  <a:srgbClr val="23344D"/>
                </a:solidFill>
                <a:latin typeface="Arial"/>
                <a:ea typeface="Arial"/>
                <a:cs typeface="Arial"/>
                <a:sym typeface="Arial"/>
              </a:rPr>
              <a:t>Senyum</a:t>
            </a:r>
            <a:r>
              <a:rPr lang="en-GB" sz="3200" b="0" i="0" dirty="0">
                <a:solidFill>
                  <a:srgbClr val="23344D"/>
                </a:solidFill>
                <a:latin typeface="Arial"/>
                <a:ea typeface="Arial"/>
                <a:cs typeface="Arial"/>
                <a:sym typeface="Arial"/>
              </a:rPr>
              <a:t>, Sapa, </a:t>
            </a:r>
            <a:r>
              <a:rPr lang="en-GB" sz="3200" b="0" i="0" dirty="0" err="1">
                <a:solidFill>
                  <a:srgbClr val="23344D"/>
                </a:solidFill>
                <a:latin typeface="Arial"/>
                <a:ea typeface="Arial"/>
                <a:cs typeface="Arial"/>
                <a:sym typeface="Arial"/>
              </a:rPr>
              <a:t>Sopan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Santun</a:t>
            </a:r>
            <a:r>
              <a:rPr lang="en-GB" sz="3200" b="0" i="0" dirty="0">
                <a:solidFill>
                  <a:srgbClr val="23344D"/>
                </a:solidFill>
                <a:latin typeface="Arial"/>
                <a:ea typeface="Arial"/>
                <a:cs typeface="Arial"/>
                <a:sym typeface="Arial"/>
              </a:rPr>
              <a:t>)  </a:t>
            </a:r>
            <a:endParaRPr sz="3200" b="0" i="0" dirty="0">
              <a:solidFill>
                <a:srgbClr val="23344D"/>
              </a:solidFill>
              <a:latin typeface="Arial"/>
              <a:ea typeface="Arial"/>
              <a:cs typeface="Arial"/>
              <a:sym typeface="Arial"/>
            </a:endParaRPr>
          </a:p>
          <a:p>
            <a:pPr marL="469900" marR="1221740" lvl="0" indent="-457200" algn="l" rtl="0">
              <a:lnSpc>
                <a:spcPct val="116100"/>
              </a:lnSpc>
              <a:spcBef>
                <a:spcPts val="0"/>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Respon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cepat</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terhadap</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keluhan</a:t>
            </a:r>
            <a:r>
              <a:rPr lang="en-GB" sz="3200" b="0" i="0" dirty="0">
                <a:solidFill>
                  <a:srgbClr val="23344D"/>
                </a:solidFill>
                <a:latin typeface="Arial"/>
                <a:ea typeface="Arial"/>
                <a:cs typeface="Arial"/>
                <a:sym typeface="Arial"/>
              </a:rPr>
              <a:t> customer</a:t>
            </a:r>
            <a:endParaRPr dirty="0"/>
          </a:p>
          <a:p>
            <a:pPr marL="469900" marR="1221740" lvl="0" indent="-457200" algn="l" rtl="0">
              <a:lnSpc>
                <a:spcPct val="116100"/>
              </a:lnSpc>
              <a:spcBef>
                <a:spcPts val="0"/>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Menanggapi</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keluhan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dengan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hati-hati</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sehingga</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mengubah</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ketidakpuasan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menjadi</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kepuasan</a:t>
            </a:r>
            <a:r>
              <a:rPr lang="en-GB" sz="3200" b="0" i="0" dirty="0">
                <a:solidFill>
                  <a:srgbClr val="23344D"/>
                </a:solidFill>
                <a:latin typeface="Arial"/>
                <a:ea typeface="Arial"/>
                <a:cs typeface="Arial"/>
                <a:sym typeface="Arial"/>
              </a:rPr>
              <a:t> </a:t>
            </a:r>
            <a:endParaRPr sz="3200" b="0" i="0" dirty="0">
              <a:solidFill>
                <a:srgbClr val="23344D"/>
              </a:solidFill>
              <a:latin typeface="Arial"/>
              <a:ea typeface="Arial"/>
              <a:cs typeface="Arial"/>
              <a:sym typeface="Arial"/>
            </a:endParaRPr>
          </a:p>
        </p:txBody>
      </p:sp>
      <p:sp>
        <p:nvSpPr>
          <p:cNvPr id="695" name="Google Shape;695;p21"/>
          <p:cNvSpPr/>
          <p:nvPr/>
        </p:nvSpPr>
        <p:spPr>
          <a:xfrm>
            <a:off x="685800" y="3323719"/>
            <a:ext cx="5029200" cy="5029200"/>
          </a:xfrm>
          <a:prstGeom prst="flowChartConnector">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6" name="Google Shape;696;p21"/>
          <p:cNvSpPr/>
          <p:nvPr/>
        </p:nvSpPr>
        <p:spPr>
          <a:xfrm>
            <a:off x="2057400" y="7734300"/>
            <a:ext cx="13574000" cy="1532334"/>
          </a:xfrm>
          <a:prstGeom prst="roundRect">
            <a:avLst>
              <a:gd name="adj" fmla="val 16667"/>
            </a:avLst>
          </a:prstGeom>
          <a:solidFill>
            <a:srgbClr val="BAC4C5"/>
          </a:solid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000" i="1">
                <a:solidFill>
                  <a:schemeClr val="dk1"/>
                </a:solidFill>
                <a:latin typeface="Calibri"/>
                <a:ea typeface="Calibri"/>
                <a:cs typeface="Calibri"/>
                <a:sym typeface="Calibri"/>
              </a:rPr>
              <a:t>“</a:t>
            </a:r>
            <a:r>
              <a:rPr lang="en-GB" sz="2000" i="1">
                <a:solidFill>
                  <a:schemeClr val="dk1"/>
                </a:solidFill>
                <a:latin typeface="Arial"/>
                <a:ea typeface="Arial"/>
                <a:cs typeface="Arial"/>
                <a:sym typeface="Arial"/>
              </a:rPr>
              <a:t>Jika Anda bekerja hanya untuk uang, Anda  takkan pernah sukses, tetapi jika Anda  mencintai apa yang Anda kerjakan dan selalu  mengutamakan kepentingan pelanggan,  kesuksesan akan ada di tangan Anda.</a:t>
            </a:r>
            <a:r>
              <a:rPr lang="en-GB" sz="2000" i="1">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–Ray Kroc</a:t>
            </a:r>
            <a:endParaRPr sz="2400" i="1">
              <a:solidFill>
                <a:schemeClr val="dk1"/>
              </a:solidFill>
              <a:latin typeface="Calibri"/>
              <a:ea typeface="Calibri"/>
              <a:cs typeface="Calibri"/>
              <a:sym typeface="Calibri"/>
            </a:endParaRPr>
          </a:p>
        </p:txBody>
      </p:sp>
      <p:grpSp>
        <p:nvGrpSpPr>
          <p:cNvPr id="697" name="Google Shape;697;p21"/>
          <p:cNvGrpSpPr/>
          <p:nvPr/>
        </p:nvGrpSpPr>
        <p:grpSpPr>
          <a:xfrm>
            <a:off x="-1057617" y="9639300"/>
            <a:ext cx="20499486" cy="1524000"/>
            <a:chOff x="-762000" y="8773026"/>
            <a:chExt cx="20499486" cy="1524000"/>
          </a:xfrm>
        </p:grpSpPr>
        <p:grpSp>
          <p:nvGrpSpPr>
            <p:cNvPr id="698" name="Google Shape;698;p21"/>
            <p:cNvGrpSpPr/>
            <p:nvPr/>
          </p:nvGrpSpPr>
          <p:grpSpPr>
            <a:xfrm>
              <a:off x="-762000" y="8773026"/>
              <a:ext cx="10287000" cy="1524000"/>
              <a:chOff x="-107950" y="7504113"/>
              <a:chExt cx="18395950" cy="2782887"/>
            </a:xfrm>
          </p:grpSpPr>
          <p:sp>
            <p:nvSpPr>
              <p:cNvPr id="699" name="Google Shape;699;p21"/>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0" name="Google Shape;700;p21"/>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01" name="Google Shape;701;p21"/>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702" name="Google Shape;702;p21"/>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703" name="Google Shape;703;p21"/>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704" name="Google Shape;704;p21"/>
            <p:cNvGrpSpPr/>
            <p:nvPr/>
          </p:nvGrpSpPr>
          <p:grpSpPr>
            <a:xfrm>
              <a:off x="9450486" y="8773026"/>
              <a:ext cx="10287000" cy="1524000"/>
              <a:chOff x="-107950" y="7504113"/>
              <a:chExt cx="18395950" cy="2782887"/>
            </a:xfrm>
          </p:grpSpPr>
          <p:sp>
            <p:nvSpPr>
              <p:cNvPr id="705" name="Google Shape;705;p21"/>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6" name="Google Shape;706;p21"/>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07" name="Google Shape;707;p21"/>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708" name="Google Shape;708;p21"/>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709" name="Google Shape;709;p21"/>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22"/>
          <p:cNvSpPr txBox="1">
            <a:spLocks noGrp="1"/>
          </p:cNvSpPr>
          <p:nvPr>
            <p:ph type="title"/>
          </p:nvPr>
        </p:nvSpPr>
        <p:spPr>
          <a:xfrm>
            <a:off x="4235917" y="621199"/>
            <a:ext cx="7940842" cy="1120820"/>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rgbClr val="23344D"/>
              </a:buClr>
              <a:buSzPts val="7200"/>
              <a:buFont typeface="Corsiva"/>
              <a:buNone/>
            </a:pPr>
            <a:r>
              <a:rPr lang="en-GB" sz="7200" b="1">
                <a:solidFill>
                  <a:srgbClr val="23344D"/>
                </a:solidFill>
                <a:latin typeface="Corsiva"/>
                <a:ea typeface="Corsiva"/>
                <a:cs typeface="Corsiva"/>
                <a:sym typeface="Corsiva"/>
              </a:rPr>
              <a:t>Nilai perilaku Do</a:t>
            </a:r>
            <a:endParaRPr/>
          </a:p>
        </p:txBody>
      </p:sp>
      <p:sp>
        <p:nvSpPr>
          <p:cNvPr id="715" name="Google Shape;715;p22"/>
          <p:cNvSpPr txBox="1"/>
          <p:nvPr/>
        </p:nvSpPr>
        <p:spPr>
          <a:xfrm>
            <a:off x="7239000" y="1881401"/>
            <a:ext cx="10134600" cy="3490699"/>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400" b="1" u="sng" dirty="0">
                <a:solidFill>
                  <a:srgbClr val="E05A47"/>
                </a:solidFill>
                <a:latin typeface="Calibri"/>
                <a:ea typeface="Calibri"/>
                <a:cs typeface="Calibri"/>
                <a:sym typeface="Calibri"/>
              </a:rPr>
              <a:t>INTERNAL </a:t>
            </a:r>
            <a:endParaRPr sz="4000" b="1" u="sng" dirty="0">
              <a:solidFill>
                <a:srgbClr val="E05A47"/>
              </a:solidFill>
              <a:latin typeface="Calibri"/>
              <a:ea typeface="Calibri"/>
              <a:cs typeface="Calibri"/>
              <a:sym typeface="Calibri"/>
            </a:endParaRPr>
          </a:p>
          <a:p>
            <a:pPr marL="299720" marR="0" lvl="0" indent="-287020" algn="l" rtl="0">
              <a:spcBef>
                <a:spcPts val="5"/>
              </a:spcBef>
              <a:spcAft>
                <a:spcPts val="0"/>
              </a:spcAft>
              <a:buClr>
                <a:schemeClr val="dk1"/>
              </a:buClr>
              <a:buSzPts val="2600"/>
              <a:buFont typeface="Arial"/>
              <a:buChar char="•"/>
            </a:pPr>
            <a:r>
              <a:rPr lang="en-GB" sz="2600" dirty="0" err="1">
                <a:solidFill>
                  <a:schemeClr val="dk1"/>
                </a:solidFill>
                <a:latin typeface="Calibri"/>
                <a:ea typeface="Calibri"/>
                <a:cs typeface="Calibri"/>
                <a:sym typeface="Calibri"/>
              </a:rPr>
              <a:t>Menerapkan</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salam</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senyum</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sapa</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sopan</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santun</a:t>
            </a:r>
            <a:r>
              <a:rPr lang="en-GB" sz="2600" dirty="0">
                <a:solidFill>
                  <a:schemeClr val="dk1"/>
                </a:solidFill>
                <a:latin typeface="Calibri"/>
                <a:ea typeface="Calibri"/>
                <a:cs typeface="Calibri"/>
                <a:sym typeface="Calibri"/>
              </a:rPr>
              <a:t> (5S) </a:t>
            </a:r>
            <a:r>
              <a:rPr lang="en-GB" sz="2600" dirty="0" err="1">
                <a:solidFill>
                  <a:schemeClr val="dk1"/>
                </a:solidFill>
                <a:latin typeface="Calibri"/>
                <a:ea typeface="Calibri"/>
                <a:cs typeface="Calibri"/>
                <a:sym typeface="Calibri"/>
              </a:rPr>
              <a:t>selama</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berada</a:t>
            </a:r>
            <a:r>
              <a:rPr lang="en-GB" sz="2600" dirty="0">
                <a:solidFill>
                  <a:schemeClr val="dk1"/>
                </a:solidFill>
                <a:latin typeface="Calibri"/>
                <a:ea typeface="Calibri"/>
                <a:cs typeface="Calibri"/>
                <a:sym typeface="Calibri"/>
              </a:rPr>
              <a:t> di </a:t>
            </a:r>
            <a:r>
              <a:rPr lang="en-GB" sz="2600" dirty="0" err="1">
                <a:solidFill>
                  <a:schemeClr val="dk1"/>
                </a:solidFill>
                <a:latin typeface="Calibri"/>
                <a:ea typeface="Calibri"/>
                <a:cs typeface="Calibri"/>
                <a:sym typeface="Calibri"/>
              </a:rPr>
              <a:t>lingkungan</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perusahaan</a:t>
            </a:r>
            <a:endParaRPr sz="2600" dirty="0">
              <a:solidFill>
                <a:schemeClr val="dk1"/>
              </a:solidFill>
              <a:latin typeface="Calibri"/>
              <a:ea typeface="Calibri"/>
              <a:cs typeface="Calibri"/>
              <a:sym typeface="Calibri"/>
            </a:endParaRPr>
          </a:p>
          <a:p>
            <a:pPr marL="299720" marR="0" lvl="0" indent="-287020" algn="l" rtl="0">
              <a:lnSpc>
                <a:spcPct val="100000"/>
              </a:lnSpc>
              <a:spcBef>
                <a:spcPts val="5"/>
              </a:spcBef>
              <a:spcAft>
                <a:spcPts val="0"/>
              </a:spcAft>
              <a:buClr>
                <a:schemeClr val="dk1"/>
              </a:buClr>
              <a:buSzPts val="2600"/>
              <a:buFont typeface="Arial"/>
              <a:buChar char="•"/>
            </a:pPr>
            <a:r>
              <a:rPr lang="en-GB" sz="2600" dirty="0" err="1">
                <a:solidFill>
                  <a:schemeClr val="dk1"/>
                </a:solidFill>
                <a:latin typeface="Calibri"/>
                <a:ea typeface="Calibri"/>
                <a:cs typeface="Calibri"/>
                <a:sym typeface="Calibri"/>
              </a:rPr>
              <a:t>Menangani</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keluhan</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secara</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efektif</a:t>
            </a:r>
            <a:r>
              <a:rPr lang="en-GB" sz="2600" dirty="0">
                <a:solidFill>
                  <a:schemeClr val="dk1"/>
                </a:solidFill>
                <a:latin typeface="Calibri"/>
                <a:ea typeface="Calibri"/>
                <a:cs typeface="Calibri"/>
                <a:sym typeface="Calibri"/>
              </a:rPr>
              <a:t> dan </a:t>
            </a:r>
            <a:r>
              <a:rPr lang="en-GB" sz="2600" dirty="0" err="1">
                <a:solidFill>
                  <a:schemeClr val="dk1"/>
                </a:solidFill>
                <a:latin typeface="Calibri"/>
                <a:ea typeface="Calibri"/>
                <a:cs typeface="Calibri"/>
                <a:sym typeface="Calibri"/>
              </a:rPr>
              <a:t>efisien</a:t>
            </a:r>
            <a:endParaRPr sz="2600" dirty="0">
              <a:solidFill>
                <a:schemeClr val="dk1"/>
              </a:solidFill>
              <a:latin typeface="Calibri"/>
              <a:ea typeface="Calibri"/>
              <a:cs typeface="Calibri"/>
              <a:sym typeface="Calibri"/>
            </a:endParaRPr>
          </a:p>
          <a:p>
            <a:pPr marL="299720" marR="0" lvl="0" indent="-287020" algn="l" rtl="0">
              <a:lnSpc>
                <a:spcPct val="100000"/>
              </a:lnSpc>
              <a:spcBef>
                <a:spcPts val="5"/>
              </a:spcBef>
              <a:spcAft>
                <a:spcPts val="0"/>
              </a:spcAft>
              <a:buClr>
                <a:schemeClr val="dk1"/>
              </a:buClr>
              <a:buSzPts val="2600"/>
              <a:buFont typeface="Arial"/>
              <a:buChar char="•"/>
            </a:pPr>
            <a:r>
              <a:rPr lang="en-GB" sz="2600" dirty="0" err="1">
                <a:solidFill>
                  <a:schemeClr val="dk1"/>
                </a:solidFill>
                <a:latin typeface="Calibri"/>
                <a:ea typeface="Calibri"/>
                <a:cs typeface="Calibri"/>
                <a:sym typeface="Calibri"/>
              </a:rPr>
              <a:t>Memberikan</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solusi</a:t>
            </a:r>
            <a:r>
              <a:rPr lang="en-GB" sz="2600" dirty="0">
                <a:solidFill>
                  <a:schemeClr val="dk1"/>
                </a:solidFill>
                <a:latin typeface="Calibri"/>
                <a:ea typeface="Calibri"/>
                <a:cs typeface="Calibri"/>
                <a:sym typeface="Calibri"/>
              </a:rPr>
              <a:t> yang </a:t>
            </a:r>
            <a:r>
              <a:rPr lang="en-GB" sz="2600" dirty="0" err="1">
                <a:solidFill>
                  <a:schemeClr val="dk1"/>
                </a:solidFill>
                <a:latin typeface="Calibri"/>
                <a:ea typeface="Calibri"/>
                <a:cs typeface="Calibri"/>
                <a:sym typeface="Calibri"/>
              </a:rPr>
              <a:t>efektif</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ketika</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menemui</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kendala</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dalam</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bekerja</a:t>
            </a:r>
            <a:endParaRPr sz="2600" dirty="0">
              <a:solidFill>
                <a:schemeClr val="dk1"/>
              </a:solidFill>
              <a:latin typeface="Calibri"/>
              <a:ea typeface="Calibri"/>
              <a:cs typeface="Calibri"/>
              <a:sym typeface="Calibri"/>
            </a:endParaRPr>
          </a:p>
          <a:p>
            <a:pPr marL="299720" marR="5715" lvl="0" indent="-287020" algn="l" rtl="0">
              <a:lnSpc>
                <a:spcPct val="100000"/>
              </a:lnSpc>
              <a:spcBef>
                <a:spcPts val="5"/>
              </a:spcBef>
              <a:spcAft>
                <a:spcPts val="0"/>
              </a:spcAft>
              <a:buClr>
                <a:schemeClr val="dk1"/>
              </a:buClr>
              <a:buSzPts val="2600"/>
              <a:buFont typeface="Arial"/>
              <a:buChar char="•"/>
            </a:pPr>
            <a:r>
              <a:rPr lang="en-GB" sz="2600" dirty="0" err="1">
                <a:solidFill>
                  <a:schemeClr val="dk1"/>
                </a:solidFill>
                <a:latin typeface="Calibri"/>
                <a:ea typeface="Calibri"/>
                <a:cs typeface="Calibri"/>
                <a:sym typeface="Calibri"/>
              </a:rPr>
              <a:t>Dapat</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menjadi</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fasilitator</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bagi</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sesama</a:t>
            </a:r>
            <a:r>
              <a:rPr lang="en-GB" sz="2600" dirty="0">
                <a:solidFill>
                  <a:schemeClr val="dk1"/>
                </a:solidFill>
                <a:latin typeface="Calibri"/>
                <a:ea typeface="Calibri"/>
                <a:cs typeface="Calibri"/>
                <a:sym typeface="Calibri"/>
              </a:rPr>
              <a:t> divisi </a:t>
            </a:r>
            <a:r>
              <a:rPr lang="en-GB" sz="2600" dirty="0" err="1">
                <a:solidFill>
                  <a:schemeClr val="dk1"/>
                </a:solidFill>
                <a:latin typeface="Calibri"/>
                <a:ea typeface="Calibri"/>
                <a:cs typeface="Calibri"/>
                <a:sym typeface="Calibri"/>
              </a:rPr>
              <a:t>atau</a:t>
            </a:r>
            <a:r>
              <a:rPr lang="en-GB" sz="2600" dirty="0">
                <a:solidFill>
                  <a:schemeClr val="dk1"/>
                </a:solidFill>
                <a:latin typeface="Calibri"/>
                <a:ea typeface="Calibri"/>
                <a:cs typeface="Calibri"/>
                <a:sym typeface="Calibri"/>
              </a:rPr>
              <a:t> divisi  lain </a:t>
            </a:r>
            <a:r>
              <a:rPr lang="en-GB" sz="2600" dirty="0" err="1">
                <a:solidFill>
                  <a:schemeClr val="dk1"/>
                </a:solidFill>
                <a:latin typeface="Calibri"/>
                <a:ea typeface="Calibri"/>
                <a:cs typeface="Calibri"/>
                <a:sym typeface="Calibri"/>
              </a:rPr>
              <a:t>jika</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menemui</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kendala</a:t>
            </a:r>
            <a:endParaRPr sz="2600" dirty="0">
              <a:solidFill>
                <a:schemeClr val="dk1"/>
              </a:solidFill>
              <a:latin typeface="Calibri"/>
              <a:ea typeface="Calibri"/>
              <a:cs typeface="Calibri"/>
              <a:sym typeface="Calibri"/>
            </a:endParaRPr>
          </a:p>
          <a:p>
            <a:pPr marL="299720" marR="0" lvl="0" indent="-287020" algn="l" rtl="0">
              <a:lnSpc>
                <a:spcPct val="100000"/>
              </a:lnSpc>
              <a:spcBef>
                <a:spcPts val="0"/>
              </a:spcBef>
              <a:spcAft>
                <a:spcPts val="0"/>
              </a:spcAft>
              <a:buClr>
                <a:schemeClr val="dk1"/>
              </a:buClr>
              <a:buSzPts val="2600"/>
              <a:buFont typeface="Arial"/>
              <a:buChar char="•"/>
            </a:pPr>
            <a:r>
              <a:rPr lang="en-GB" sz="2600" dirty="0" err="1">
                <a:solidFill>
                  <a:schemeClr val="dk1"/>
                </a:solidFill>
                <a:latin typeface="Calibri"/>
                <a:ea typeface="Calibri"/>
                <a:cs typeface="Calibri"/>
                <a:sym typeface="Calibri"/>
              </a:rPr>
              <a:t>Memberikan</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pelayanan</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dengan</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metode</a:t>
            </a:r>
            <a:r>
              <a:rPr lang="en-GB" sz="2600" dirty="0">
                <a:solidFill>
                  <a:schemeClr val="dk1"/>
                </a:solidFill>
                <a:latin typeface="Calibri"/>
                <a:ea typeface="Calibri"/>
                <a:cs typeface="Calibri"/>
                <a:sym typeface="Calibri"/>
              </a:rPr>
              <a:t>	3T </a:t>
            </a:r>
            <a:r>
              <a:rPr lang="en-GB" sz="2600" dirty="0" err="1">
                <a:solidFill>
                  <a:schemeClr val="dk1"/>
                </a:solidFill>
                <a:latin typeface="Calibri"/>
                <a:ea typeface="Calibri"/>
                <a:cs typeface="Calibri"/>
                <a:sym typeface="Calibri"/>
              </a:rPr>
              <a:t>kepada</a:t>
            </a:r>
            <a:r>
              <a:rPr lang="en-GB" sz="2600" dirty="0">
                <a:solidFill>
                  <a:schemeClr val="dk1"/>
                </a:solidFill>
                <a:latin typeface="Calibri"/>
                <a:ea typeface="Calibri"/>
                <a:cs typeface="Calibri"/>
                <a:sym typeface="Calibri"/>
              </a:rPr>
              <a:t> </a:t>
            </a:r>
            <a:r>
              <a:rPr lang="en-GB" sz="2600" dirty="0" err="1">
                <a:solidFill>
                  <a:schemeClr val="dk1"/>
                </a:solidFill>
                <a:latin typeface="Calibri"/>
                <a:ea typeface="Calibri"/>
                <a:cs typeface="Calibri"/>
                <a:sym typeface="Calibri"/>
              </a:rPr>
              <a:t>pihak</a:t>
            </a:r>
            <a:r>
              <a:rPr lang="en-GB" sz="2600" dirty="0">
                <a:solidFill>
                  <a:schemeClr val="dk1"/>
                </a:solidFill>
                <a:latin typeface="Calibri"/>
                <a:ea typeface="Calibri"/>
                <a:cs typeface="Calibri"/>
                <a:sym typeface="Calibri"/>
              </a:rPr>
              <a:t> internal</a:t>
            </a:r>
            <a:endParaRPr sz="2600" dirty="0">
              <a:solidFill>
                <a:schemeClr val="dk1"/>
              </a:solidFill>
              <a:latin typeface="Calibri"/>
              <a:ea typeface="Calibri"/>
              <a:cs typeface="Calibri"/>
              <a:sym typeface="Calibri"/>
            </a:endParaRPr>
          </a:p>
        </p:txBody>
      </p:sp>
      <p:sp>
        <p:nvSpPr>
          <p:cNvPr id="716" name="Google Shape;716;p22"/>
          <p:cNvSpPr txBox="1"/>
          <p:nvPr/>
        </p:nvSpPr>
        <p:spPr>
          <a:xfrm>
            <a:off x="6904910" y="6057900"/>
            <a:ext cx="7940842" cy="1120820"/>
          </a:xfrm>
          <a:prstGeom prst="rect">
            <a:avLst/>
          </a:prstGeom>
          <a:noFill/>
          <a:ln>
            <a:noFill/>
          </a:ln>
        </p:spPr>
        <p:txBody>
          <a:bodyPr spcFirstLastPara="1" wrap="square" lIns="0" tIns="12700" rIns="0" bIns="0" anchor="ctr" anchorCtr="0">
            <a:spAutoFit/>
          </a:bodyPr>
          <a:lstStyle/>
          <a:p>
            <a:pPr marL="12700" marR="0" lvl="0" indent="0" algn="ctr" rtl="0">
              <a:spcBef>
                <a:spcPts val="0"/>
              </a:spcBef>
              <a:spcAft>
                <a:spcPts val="0"/>
              </a:spcAft>
              <a:buClr>
                <a:srgbClr val="23344D"/>
              </a:buClr>
              <a:buSzPts val="7200"/>
              <a:buFont typeface="Corsiva"/>
              <a:buNone/>
            </a:pPr>
            <a:r>
              <a:rPr lang="en-GB" sz="7200" b="1">
                <a:solidFill>
                  <a:srgbClr val="23344D"/>
                </a:solidFill>
                <a:latin typeface="Corsiva"/>
                <a:ea typeface="Corsiva"/>
                <a:cs typeface="Corsiva"/>
                <a:sym typeface="Corsiva"/>
              </a:rPr>
              <a:t>Nilai perilaku Don’t</a:t>
            </a:r>
            <a:endParaRPr sz="7200" b="1">
              <a:solidFill>
                <a:srgbClr val="23344D"/>
              </a:solidFill>
              <a:latin typeface="Corsiva"/>
              <a:ea typeface="Corsiva"/>
              <a:cs typeface="Corsiva"/>
              <a:sym typeface="Corsiva"/>
            </a:endParaRPr>
          </a:p>
        </p:txBody>
      </p:sp>
      <p:sp>
        <p:nvSpPr>
          <p:cNvPr id="717" name="Google Shape;717;p22"/>
          <p:cNvSpPr txBox="1"/>
          <p:nvPr/>
        </p:nvSpPr>
        <p:spPr>
          <a:xfrm>
            <a:off x="9525001" y="7178720"/>
            <a:ext cx="7848600" cy="2703304"/>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400" b="1" u="sng">
                <a:solidFill>
                  <a:srgbClr val="E05A47"/>
                </a:solidFill>
                <a:latin typeface="Calibri"/>
                <a:ea typeface="Calibri"/>
                <a:cs typeface="Calibri"/>
                <a:sym typeface="Calibri"/>
              </a:rPr>
              <a:t>INTERNAL </a:t>
            </a:r>
            <a:endParaRPr sz="4000" b="1" u="sng">
              <a:solidFill>
                <a:srgbClr val="E05A47"/>
              </a:solidFill>
              <a:latin typeface="Calibri"/>
              <a:ea typeface="Calibri"/>
              <a:cs typeface="Calibri"/>
              <a:sym typeface="Calibri"/>
            </a:endParaRPr>
          </a:p>
          <a:p>
            <a:pPr marL="299720" marR="0" lvl="0" indent="-287020" algn="l" rtl="0">
              <a:lnSpc>
                <a:spcPct val="100000"/>
              </a:lnSpc>
              <a:spcBef>
                <a:spcPts val="100"/>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Melayani rekan kerja, atasan, bawahan dengan ketus</a:t>
            </a:r>
            <a:endParaRPr sz="2600">
              <a:solidFill>
                <a:schemeClr val="dk1"/>
              </a:solidFill>
              <a:latin typeface="Calibri"/>
              <a:ea typeface="Calibri"/>
              <a:cs typeface="Calibri"/>
              <a:sym typeface="Calibri"/>
            </a:endParaRPr>
          </a:p>
          <a:p>
            <a:pPr marL="299720" marR="0" lvl="0" indent="-287020" algn="l" rtl="0">
              <a:lnSpc>
                <a:spcPct val="100000"/>
              </a:lnSpc>
              <a:spcBef>
                <a:spcPts val="5"/>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Tidak memberikan solusi dari setiap permasalahan yang timbul.</a:t>
            </a:r>
            <a:endParaRPr/>
          </a:p>
          <a:p>
            <a:pPr marL="299720" marR="0" lvl="0" indent="-287020" algn="l" rtl="0">
              <a:lnSpc>
                <a:spcPct val="100000"/>
              </a:lnSpc>
              <a:spcBef>
                <a:spcPts val="0"/>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Mengabaikan keluhan dari atasan, rekan kerja ataupun bawahan</a:t>
            </a:r>
            <a:endParaRPr sz="2600">
              <a:solidFill>
                <a:schemeClr val="dk1"/>
              </a:solidFill>
              <a:latin typeface="Calibri"/>
              <a:ea typeface="Calibri"/>
              <a:cs typeface="Calibri"/>
              <a:sym typeface="Calibri"/>
            </a:endParaRPr>
          </a:p>
        </p:txBody>
      </p:sp>
      <p:grpSp>
        <p:nvGrpSpPr>
          <p:cNvPr id="718" name="Google Shape;718;p22"/>
          <p:cNvGrpSpPr/>
          <p:nvPr/>
        </p:nvGrpSpPr>
        <p:grpSpPr>
          <a:xfrm>
            <a:off x="-4961295" y="-15240"/>
            <a:ext cx="11715092" cy="10287000"/>
            <a:chOff x="-4961295" y="-15240"/>
            <a:chExt cx="11715092" cy="10287000"/>
          </a:xfrm>
        </p:grpSpPr>
        <p:sp>
          <p:nvSpPr>
            <p:cNvPr id="719" name="Google Shape;719;p22"/>
            <p:cNvSpPr/>
            <p:nvPr/>
          </p:nvSpPr>
          <p:spPr>
            <a:xfrm>
              <a:off x="-4961295" y="-15240"/>
              <a:ext cx="8216900" cy="10287000"/>
            </a:xfrm>
            <a:custGeom>
              <a:avLst/>
              <a:gdLst/>
              <a:ahLst/>
              <a:cxnLst/>
              <a:rect l="l" t="t" r="r" b="b"/>
              <a:pathLst>
                <a:path w="8216900" h="10287000" extrusionOk="0">
                  <a:moveTo>
                    <a:pt x="8216900" y="10286997"/>
                  </a:moveTo>
                  <a:lnTo>
                    <a:pt x="8216900" y="0"/>
                  </a:lnTo>
                  <a:lnTo>
                    <a:pt x="0" y="0"/>
                  </a:lnTo>
                  <a:lnTo>
                    <a:pt x="0" y="10286997"/>
                  </a:lnTo>
                  <a:lnTo>
                    <a:pt x="8216900" y="10286997"/>
                  </a:lnTo>
                  <a:close/>
                </a:path>
              </a:pathLst>
            </a:custGeom>
            <a:solidFill>
              <a:srgbClr val="9BD7D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720" name="Google Shape;720;p22"/>
            <p:cNvGrpSpPr/>
            <p:nvPr/>
          </p:nvGrpSpPr>
          <p:grpSpPr>
            <a:xfrm>
              <a:off x="-762001" y="5816657"/>
              <a:ext cx="7515798" cy="3428638"/>
              <a:chOff x="-762001" y="5816657"/>
              <a:chExt cx="7515798" cy="3428638"/>
            </a:xfrm>
          </p:grpSpPr>
          <p:sp>
            <p:nvSpPr>
              <p:cNvPr id="721" name="Google Shape;721;p22"/>
              <p:cNvSpPr/>
              <p:nvPr/>
            </p:nvSpPr>
            <p:spPr>
              <a:xfrm>
                <a:off x="-762001" y="5816657"/>
                <a:ext cx="7515797" cy="3428638"/>
              </a:xfrm>
              <a:custGeom>
                <a:avLst/>
                <a:gdLst/>
                <a:ahLst/>
                <a:cxnLst/>
                <a:rect l="l" t="t" r="r" b="b"/>
                <a:pathLst>
                  <a:path w="6898640" h="4069079" extrusionOk="0">
                    <a:moveTo>
                      <a:pt x="4886833" y="0"/>
                    </a:moveTo>
                    <a:lnTo>
                      <a:pt x="0" y="0"/>
                    </a:lnTo>
                    <a:lnTo>
                      <a:pt x="0" y="4069079"/>
                    </a:lnTo>
                    <a:lnTo>
                      <a:pt x="4883023" y="4069079"/>
                    </a:lnTo>
                    <a:lnTo>
                      <a:pt x="4933758" y="4067837"/>
                    </a:lnTo>
                    <a:lnTo>
                      <a:pt x="4984169" y="4065385"/>
                    </a:lnTo>
                    <a:lnTo>
                      <a:pt x="5034243" y="4061739"/>
                    </a:lnTo>
                    <a:lnTo>
                      <a:pt x="5083964" y="4056911"/>
                    </a:lnTo>
                    <a:lnTo>
                      <a:pt x="5133320" y="4050917"/>
                    </a:lnTo>
                    <a:lnTo>
                      <a:pt x="5182295" y="4043770"/>
                    </a:lnTo>
                    <a:lnTo>
                      <a:pt x="5230877" y="4035485"/>
                    </a:lnTo>
                    <a:lnTo>
                      <a:pt x="5279050" y="4026074"/>
                    </a:lnTo>
                    <a:lnTo>
                      <a:pt x="5326802" y="4015553"/>
                    </a:lnTo>
                    <a:lnTo>
                      <a:pt x="5374117" y="4003936"/>
                    </a:lnTo>
                    <a:lnTo>
                      <a:pt x="5420983" y="3991236"/>
                    </a:lnTo>
                    <a:lnTo>
                      <a:pt x="5467384" y="3977468"/>
                    </a:lnTo>
                    <a:lnTo>
                      <a:pt x="5513308" y="3962645"/>
                    </a:lnTo>
                    <a:lnTo>
                      <a:pt x="5558739" y="3946782"/>
                    </a:lnTo>
                    <a:lnTo>
                      <a:pt x="5603664" y="3929892"/>
                    </a:lnTo>
                    <a:lnTo>
                      <a:pt x="5648070" y="3911991"/>
                    </a:lnTo>
                    <a:lnTo>
                      <a:pt x="5691941" y="3893091"/>
                    </a:lnTo>
                    <a:lnTo>
                      <a:pt x="5735264" y="3873207"/>
                    </a:lnTo>
                    <a:lnTo>
                      <a:pt x="5778025" y="3852353"/>
                    </a:lnTo>
                    <a:lnTo>
                      <a:pt x="5820210" y="3830543"/>
                    </a:lnTo>
                    <a:lnTo>
                      <a:pt x="5861805" y="3807791"/>
                    </a:lnTo>
                    <a:lnTo>
                      <a:pt x="5902796" y="3784112"/>
                    </a:lnTo>
                    <a:lnTo>
                      <a:pt x="5943169" y="3759518"/>
                    </a:lnTo>
                    <a:lnTo>
                      <a:pt x="5982910" y="3734025"/>
                    </a:lnTo>
                    <a:lnTo>
                      <a:pt x="6022005" y="3707646"/>
                    </a:lnTo>
                    <a:lnTo>
                      <a:pt x="6060439" y="3680395"/>
                    </a:lnTo>
                    <a:lnTo>
                      <a:pt x="6098200" y="3652287"/>
                    </a:lnTo>
                    <a:lnTo>
                      <a:pt x="6135273" y="3623335"/>
                    </a:lnTo>
                    <a:lnTo>
                      <a:pt x="6171643" y="3593553"/>
                    </a:lnTo>
                    <a:lnTo>
                      <a:pt x="6207298" y="3562956"/>
                    </a:lnTo>
                    <a:lnTo>
                      <a:pt x="6242222" y="3531558"/>
                    </a:lnTo>
                    <a:lnTo>
                      <a:pt x="6276402" y="3499372"/>
                    </a:lnTo>
                    <a:lnTo>
                      <a:pt x="6309824" y="3466413"/>
                    </a:lnTo>
                    <a:lnTo>
                      <a:pt x="6342474" y="3432695"/>
                    </a:lnTo>
                    <a:lnTo>
                      <a:pt x="6374338" y="3398231"/>
                    </a:lnTo>
                    <a:lnTo>
                      <a:pt x="6405402" y="3363037"/>
                    </a:lnTo>
                    <a:lnTo>
                      <a:pt x="6435651" y="3327125"/>
                    </a:lnTo>
                    <a:lnTo>
                      <a:pt x="6465073" y="3290511"/>
                    </a:lnTo>
                    <a:lnTo>
                      <a:pt x="6493652" y="3253207"/>
                    </a:lnTo>
                    <a:lnTo>
                      <a:pt x="6521376" y="3215228"/>
                    </a:lnTo>
                    <a:lnTo>
                      <a:pt x="6548229" y="3176589"/>
                    </a:lnTo>
                    <a:lnTo>
                      <a:pt x="6574198" y="3137303"/>
                    </a:lnTo>
                    <a:lnTo>
                      <a:pt x="6599269" y="3097384"/>
                    </a:lnTo>
                    <a:lnTo>
                      <a:pt x="6623428" y="3056846"/>
                    </a:lnTo>
                    <a:lnTo>
                      <a:pt x="6646660" y="3015704"/>
                    </a:lnTo>
                    <a:lnTo>
                      <a:pt x="6668953" y="2973971"/>
                    </a:lnTo>
                    <a:lnTo>
                      <a:pt x="6690291" y="2931661"/>
                    </a:lnTo>
                    <a:lnTo>
                      <a:pt x="6710661" y="2888789"/>
                    </a:lnTo>
                    <a:lnTo>
                      <a:pt x="6730049" y="2845369"/>
                    </a:lnTo>
                    <a:lnTo>
                      <a:pt x="6748441" y="2801414"/>
                    </a:lnTo>
                    <a:lnTo>
                      <a:pt x="6765823" y="2756939"/>
                    </a:lnTo>
                    <a:lnTo>
                      <a:pt x="6782181" y="2711957"/>
                    </a:lnTo>
                    <a:lnTo>
                      <a:pt x="6796878" y="2666844"/>
                    </a:lnTo>
                    <a:lnTo>
                      <a:pt x="6810785" y="2620925"/>
                    </a:lnTo>
                    <a:lnTo>
                      <a:pt x="6823854" y="2574272"/>
                    </a:lnTo>
                    <a:lnTo>
                      <a:pt x="6836037" y="2526958"/>
                    </a:lnTo>
                    <a:lnTo>
                      <a:pt x="6847287" y="2479055"/>
                    </a:lnTo>
                    <a:lnTo>
                      <a:pt x="6857555" y="2430636"/>
                    </a:lnTo>
                    <a:lnTo>
                      <a:pt x="6866794" y="2381773"/>
                    </a:lnTo>
                    <a:lnTo>
                      <a:pt x="6874956" y="2332539"/>
                    </a:lnTo>
                    <a:lnTo>
                      <a:pt x="6881994" y="2283006"/>
                    </a:lnTo>
                    <a:lnTo>
                      <a:pt x="6887859" y="2233247"/>
                    </a:lnTo>
                    <a:lnTo>
                      <a:pt x="6892504" y="2183334"/>
                    </a:lnTo>
                    <a:lnTo>
                      <a:pt x="6895881" y="2133340"/>
                    </a:lnTo>
                    <a:lnTo>
                      <a:pt x="6897942" y="2083336"/>
                    </a:lnTo>
                    <a:lnTo>
                      <a:pt x="6898640" y="2033396"/>
                    </a:lnTo>
                    <a:lnTo>
                      <a:pt x="6897942" y="1979862"/>
                    </a:lnTo>
                    <a:lnTo>
                      <a:pt x="6895866" y="1926659"/>
                    </a:lnTo>
                    <a:lnTo>
                      <a:pt x="6892435" y="1873812"/>
                    </a:lnTo>
                    <a:lnTo>
                      <a:pt x="6887673" y="1821345"/>
                    </a:lnTo>
                    <a:lnTo>
                      <a:pt x="6881603" y="1769284"/>
                    </a:lnTo>
                    <a:lnTo>
                      <a:pt x="6874248" y="1717652"/>
                    </a:lnTo>
                    <a:lnTo>
                      <a:pt x="6865632" y="1666474"/>
                    </a:lnTo>
                    <a:lnTo>
                      <a:pt x="6855780" y="1615776"/>
                    </a:lnTo>
                    <a:lnTo>
                      <a:pt x="6844714" y="1565581"/>
                    </a:lnTo>
                    <a:lnTo>
                      <a:pt x="6832457" y="1515914"/>
                    </a:lnTo>
                    <a:lnTo>
                      <a:pt x="6819035" y="1466800"/>
                    </a:lnTo>
                    <a:lnTo>
                      <a:pt x="6804469" y="1418264"/>
                    </a:lnTo>
                    <a:lnTo>
                      <a:pt x="6788784" y="1370329"/>
                    </a:lnTo>
                    <a:lnTo>
                      <a:pt x="6786626" y="1365884"/>
                    </a:lnTo>
                    <a:lnTo>
                      <a:pt x="6786626" y="1361439"/>
                    </a:lnTo>
                    <a:lnTo>
                      <a:pt x="6784467" y="1357121"/>
                    </a:lnTo>
                    <a:lnTo>
                      <a:pt x="6767735" y="1312627"/>
                    </a:lnTo>
                    <a:lnTo>
                      <a:pt x="6749995" y="1268601"/>
                    </a:lnTo>
                    <a:lnTo>
                      <a:pt x="6731259" y="1225058"/>
                    </a:lnTo>
                    <a:lnTo>
                      <a:pt x="6711541" y="1182014"/>
                    </a:lnTo>
                    <a:lnTo>
                      <a:pt x="6690857" y="1139484"/>
                    </a:lnTo>
                    <a:lnTo>
                      <a:pt x="6669219" y="1097483"/>
                    </a:lnTo>
                    <a:lnTo>
                      <a:pt x="6646642" y="1056027"/>
                    </a:lnTo>
                    <a:lnTo>
                      <a:pt x="6623140" y="1015130"/>
                    </a:lnTo>
                    <a:lnTo>
                      <a:pt x="6598727" y="974807"/>
                    </a:lnTo>
                    <a:lnTo>
                      <a:pt x="6573417" y="935074"/>
                    </a:lnTo>
                    <a:lnTo>
                      <a:pt x="6547225" y="895946"/>
                    </a:lnTo>
                    <a:lnTo>
                      <a:pt x="6520163" y="857439"/>
                    </a:lnTo>
                    <a:lnTo>
                      <a:pt x="6492247" y="819566"/>
                    </a:lnTo>
                    <a:lnTo>
                      <a:pt x="6463491" y="782344"/>
                    </a:lnTo>
                    <a:lnTo>
                      <a:pt x="6433908" y="745788"/>
                    </a:lnTo>
                    <a:lnTo>
                      <a:pt x="6403512" y="709913"/>
                    </a:lnTo>
                    <a:lnTo>
                      <a:pt x="6372318" y="674734"/>
                    </a:lnTo>
                    <a:lnTo>
                      <a:pt x="6340339" y="640267"/>
                    </a:lnTo>
                    <a:lnTo>
                      <a:pt x="6307590" y="606525"/>
                    </a:lnTo>
                    <a:lnTo>
                      <a:pt x="6274085" y="573526"/>
                    </a:lnTo>
                    <a:lnTo>
                      <a:pt x="6239838" y="541283"/>
                    </a:lnTo>
                    <a:lnTo>
                      <a:pt x="6204863" y="509812"/>
                    </a:lnTo>
                    <a:lnTo>
                      <a:pt x="6169174" y="479129"/>
                    </a:lnTo>
                    <a:lnTo>
                      <a:pt x="6132785" y="449248"/>
                    </a:lnTo>
                    <a:lnTo>
                      <a:pt x="6095710" y="420184"/>
                    </a:lnTo>
                    <a:lnTo>
                      <a:pt x="6057963" y="391953"/>
                    </a:lnTo>
                    <a:lnTo>
                      <a:pt x="6019558" y="364570"/>
                    </a:lnTo>
                    <a:lnTo>
                      <a:pt x="5980510" y="338051"/>
                    </a:lnTo>
                    <a:lnTo>
                      <a:pt x="5940832" y="312409"/>
                    </a:lnTo>
                    <a:lnTo>
                      <a:pt x="5900539" y="287661"/>
                    </a:lnTo>
                    <a:lnTo>
                      <a:pt x="5859644" y="263822"/>
                    </a:lnTo>
                    <a:lnTo>
                      <a:pt x="5818162" y="240907"/>
                    </a:lnTo>
                    <a:lnTo>
                      <a:pt x="5776107" y="218931"/>
                    </a:lnTo>
                    <a:lnTo>
                      <a:pt x="5733492" y="197909"/>
                    </a:lnTo>
                    <a:lnTo>
                      <a:pt x="5690332" y="177856"/>
                    </a:lnTo>
                    <a:lnTo>
                      <a:pt x="5646641" y="158788"/>
                    </a:lnTo>
                    <a:lnTo>
                      <a:pt x="5602433" y="140720"/>
                    </a:lnTo>
                    <a:lnTo>
                      <a:pt x="5557722" y="123667"/>
                    </a:lnTo>
                    <a:lnTo>
                      <a:pt x="5512522" y="107644"/>
                    </a:lnTo>
                    <a:lnTo>
                      <a:pt x="5466847" y="92666"/>
                    </a:lnTo>
                    <a:lnTo>
                      <a:pt x="5420711" y="78749"/>
                    </a:lnTo>
                    <a:lnTo>
                      <a:pt x="5374129" y="65908"/>
                    </a:lnTo>
                    <a:lnTo>
                      <a:pt x="5327114" y="54157"/>
                    </a:lnTo>
                    <a:lnTo>
                      <a:pt x="5279681" y="43513"/>
                    </a:lnTo>
                    <a:lnTo>
                      <a:pt x="5231843" y="33990"/>
                    </a:lnTo>
                    <a:lnTo>
                      <a:pt x="5183614" y="25603"/>
                    </a:lnTo>
                    <a:lnTo>
                      <a:pt x="5135009" y="18368"/>
                    </a:lnTo>
                    <a:lnTo>
                      <a:pt x="5086042" y="12300"/>
                    </a:lnTo>
                    <a:lnTo>
                      <a:pt x="5036727" y="7414"/>
                    </a:lnTo>
                    <a:lnTo>
                      <a:pt x="4987078" y="3725"/>
                    </a:lnTo>
                    <a:lnTo>
                      <a:pt x="4937108" y="1248"/>
                    </a:lnTo>
                    <a:lnTo>
                      <a:pt x="4886833" y="0"/>
                    </a:lnTo>
                    <a:close/>
                  </a:path>
                </a:pathLst>
              </a:custGeom>
              <a:solidFill>
                <a:srgbClr val="FFC3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2" name="Google Shape;722;p22"/>
              <p:cNvSpPr txBox="1"/>
              <p:nvPr/>
            </p:nvSpPr>
            <p:spPr>
              <a:xfrm>
                <a:off x="14923" y="6959476"/>
                <a:ext cx="6738874"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3344D"/>
                  </a:buClr>
                  <a:buSzPts val="9600"/>
                  <a:buFont typeface="Corsiva"/>
                  <a:buNone/>
                </a:pPr>
                <a:r>
                  <a:rPr lang="en-GB" sz="9600" b="1">
                    <a:solidFill>
                      <a:srgbClr val="23344D"/>
                    </a:solidFill>
                    <a:latin typeface="Corsiva"/>
                    <a:ea typeface="Corsiva"/>
                    <a:cs typeface="Corsiva"/>
                    <a:sym typeface="Corsiva"/>
                  </a:rPr>
                  <a:t>Customer</a:t>
                </a:r>
                <a:endParaRPr/>
              </a:p>
              <a:p>
                <a:pPr marL="0" marR="0" lvl="0" indent="0" algn="l" rtl="0">
                  <a:spcBef>
                    <a:spcPts val="0"/>
                  </a:spcBef>
                  <a:spcAft>
                    <a:spcPts val="0"/>
                  </a:spcAft>
                  <a:buClr>
                    <a:srgbClr val="23344D"/>
                  </a:buClr>
                  <a:buSzPts val="9600"/>
                  <a:buFont typeface="Corsiva"/>
                  <a:buNone/>
                </a:pPr>
                <a:r>
                  <a:rPr lang="en-GB" sz="9600" b="1">
                    <a:solidFill>
                      <a:srgbClr val="23344D"/>
                    </a:solidFill>
                    <a:latin typeface="Corsiva"/>
                    <a:ea typeface="Corsiva"/>
                    <a:cs typeface="Corsiva"/>
                    <a:sym typeface="Corsiva"/>
                  </a:rPr>
                  <a:t>Satisfaction</a:t>
                </a:r>
                <a:endParaRPr sz="9600" b="1">
                  <a:solidFill>
                    <a:srgbClr val="23344D"/>
                  </a:solidFill>
                  <a:latin typeface="Corsiva"/>
                  <a:ea typeface="Corsiva"/>
                  <a:cs typeface="Corsiva"/>
                  <a:sym typeface="Corsiva"/>
                </a:endParaRPr>
              </a:p>
            </p:txBody>
          </p:sp>
        </p:grpSp>
        <p:pic>
          <p:nvPicPr>
            <p:cNvPr id="723" name="Google Shape;723;p22"/>
            <p:cNvPicPr preferRelativeResize="0"/>
            <p:nvPr/>
          </p:nvPicPr>
          <p:blipFill rotWithShape="1">
            <a:blip r:embed="rId3">
              <a:alphaModFix/>
            </a:blip>
            <a:srcRect/>
            <a:stretch/>
          </p:blipFill>
          <p:spPr>
            <a:xfrm>
              <a:off x="457200" y="1485900"/>
              <a:ext cx="4754392" cy="5069979"/>
            </a:xfrm>
            <a:prstGeom prst="rect">
              <a:avLst/>
            </a:prstGeom>
            <a:noFill/>
            <a:ln>
              <a:noFill/>
            </a:ln>
          </p:spPr>
        </p:pic>
        <p:pic>
          <p:nvPicPr>
            <p:cNvPr id="724" name="Google Shape;724;p22"/>
            <p:cNvPicPr preferRelativeResize="0"/>
            <p:nvPr/>
          </p:nvPicPr>
          <p:blipFill rotWithShape="1">
            <a:blip r:embed="rId4">
              <a:alphaModFix/>
            </a:blip>
            <a:srcRect/>
            <a:stretch/>
          </p:blipFill>
          <p:spPr>
            <a:xfrm>
              <a:off x="644086" y="232807"/>
              <a:ext cx="2591987" cy="1027215"/>
            </a:xfrm>
            <a:prstGeom prst="rect">
              <a:avLst/>
            </a:prstGeom>
            <a:noFill/>
            <a:ln>
              <a:noFill/>
            </a:ln>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23"/>
          <p:cNvSpPr txBox="1">
            <a:spLocks noGrp="1"/>
          </p:cNvSpPr>
          <p:nvPr>
            <p:ph type="title"/>
          </p:nvPr>
        </p:nvSpPr>
        <p:spPr>
          <a:xfrm>
            <a:off x="4174654" y="528971"/>
            <a:ext cx="7940842" cy="1120820"/>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rgbClr val="23344D"/>
              </a:buClr>
              <a:buSzPts val="7200"/>
              <a:buFont typeface="Corsiva"/>
              <a:buNone/>
            </a:pPr>
            <a:r>
              <a:rPr lang="en-GB" sz="7200" b="1">
                <a:solidFill>
                  <a:srgbClr val="23344D"/>
                </a:solidFill>
                <a:latin typeface="Corsiva"/>
                <a:ea typeface="Corsiva"/>
                <a:cs typeface="Corsiva"/>
                <a:sym typeface="Corsiva"/>
              </a:rPr>
              <a:t>Nilai perilaku Do</a:t>
            </a:r>
            <a:endParaRPr/>
          </a:p>
        </p:txBody>
      </p:sp>
      <p:sp>
        <p:nvSpPr>
          <p:cNvPr id="730" name="Google Shape;730;p23"/>
          <p:cNvSpPr txBox="1"/>
          <p:nvPr/>
        </p:nvSpPr>
        <p:spPr>
          <a:xfrm>
            <a:off x="7239000" y="1688072"/>
            <a:ext cx="10134600" cy="3313728"/>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400" b="1" u="sng">
                <a:solidFill>
                  <a:srgbClr val="E05A47"/>
                </a:solidFill>
                <a:latin typeface="Calibri"/>
                <a:ea typeface="Calibri"/>
                <a:cs typeface="Calibri"/>
                <a:sym typeface="Calibri"/>
              </a:rPr>
              <a:t>EKSTERNAL</a:t>
            </a:r>
            <a:endParaRPr sz="4000" b="1" u="sng">
              <a:solidFill>
                <a:srgbClr val="E05A47"/>
              </a:solidFill>
              <a:latin typeface="Calibri"/>
              <a:ea typeface="Calibri"/>
              <a:cs typeface="Calibri"/>
              <a:sym typeface="Calibri"/>
            </a:endParaRPr>
          </a:p>
          <a:p>
            <a:pPr marL="299720" marR="0" lvl="0" indent="-287020" algn="l" rtl="0">
              <a:lnSpc>
                <a:spcPct val="100000"/>
              </a:lnSpc>
              <a:spcBef>
                <a:spcPts val="100"/>
              </a:spcBef>
              <a:spcAft>
                <a:spcPts val="0"/>
              </a:spcAft>
              <a:buClr>
                <a:schemeClr val="dk1"/>
              </a:buClr>
              <a:buSzPts val="2800"/>
              <a:buFont typeface="Arial"/>
              <a:buChar char="•"/>
            </a:pPr>
            <a:r>
              <a:rPr lang="en-GB" sz="2800">
                <a:solidFill>
                  <a:schemeClr val="dk1"/>
                </a:solidFill>
                <a:latin typeface="Calibri"/>
                <a:ea typeface="Calibri"/>
                <a:cs typeface="Calibri"/>
                <a:sym typeface="Calibri"/>
              </a:rPr>
              <a:t>Dapat melayani dan menyelesaikan keluhan dan masukkan dari pihak eksternal</a:t>
            </a:r>
            <a:endParaRPr sz="2800">
              <a:solidFill>
                <a:schemeClr val="dk1"/>
              </a:solidFill>
              <a:latin typeface="Calibri"/>
              <a:ea typeface="Calibri"/>
              <a:cs typeface="Calibri"/>
              <a:sym typeface="Calibri"/>
            </a:endParaRPr>
          </a:p>
          <a:p>
            <a:pPr marL="299720" marR="5080" lvl="0" indent="-287020" algn="l" rtl="0">
              <a:lnSpc>
                <a:spcPct val="100000"/>
              </a:lnSpc>
              <a:spcBef>
                <a:spcPts val="100"/>
              </a:spcBef>
              <a:spcAft>
                <a:spcPts val="0"/>
              </a:spcAft>
              <a:buClr>
                <a:schemeClr val="dk1"/>
              </a:buClr>
              <a:buSzPts val="2800"/>
              <a:buFont typeface="Arial"/>
              <a:buChar char="•"/>
            </a:pPr>
            <a:r>
              <a:rPr lang="en-GB" sz="2800">
                <a:solidFill>
                  <a:schemeClr val="dk1"/>
                </a:solidFill>
                <a:latin typeface="Calibri"/>
                <a:ea typeface="Calibri"/>
                <a:cs typeface="Calibri"/>
                <a:sym typeface="Calibri"/>
              </a:rPr>
              <a:t>Memberikan pelayanan yang prima kepada pihak  eksternal</a:t>
            </a:r>
            <a:endParaRPr/>
          </a:p>
          <a:p>
            <a:pPr marL="299720" marR="0" lvl="0" indent="-287020" algn="l" rtl="0">
              <a:lnSpc>
                <a:spcPct val="100000"/>
              </a:lnSpc>
              <a:spcBef>
                <a:spcPts val="100"/>
              </a:spcBef>
              <a:spcAft>
                <a:spcPts val="0"/>
              </a:spcAft>
              <a:buClr>
                <a:schemeClr val="dk1"/>
              </a:buClr>
              <a:buSzPts val="2800"/>
              <a:buFont typeface="Arial"/>
              <a:buChar char="•"/>
            </a:pPr>
            <a:r>
              <a:rPr lang="en-GB" sz="2800">
                <a:solidFill>
                  <a:schemeClr val="dk1"/>
                </a:solidFill>
                <a:latin typeface="Calibri"/>
                <a:ea typeface="Calibri"/>
                <a:cs typeface="Calibri"/>
                <a:sym typeface="Calibri"/>
              </a:rPr>
              <a:t>Menerapkan salam, senyum, sapa, sopan, santun (5S)</a:t>
            </a:r>
            <a:endParaRPr sz="2800">
              <a:solidFill>
                <a:schemeClr val="dk1"/>
              </a:solidFill>
              <a:latin typeface="Calibri"/>
              <a:ea typeface="Calibri"/>
              <a:cs typeface="Calibri"/>
              <a:sym typeface="Calibri"/>
            </a:endParaRPr>
          </a:p>
          <a:p>
            <a:pPr marL="299720" marR="0" lvl="0" indent="0" algn="l" rtl="0">
              <a:lnSpc>
                <a:spcPct val="100000"/>
              </a:lnSpc>
              <a:spcBef>
                <a:spcPts val="5"/>
              </a:spcBef>
              <a:spcAft>
                <a:spcPts val="0"/>
              </a:spcAft>
              <a:buNone/>
            </a:pPr>
            <a:r>
              <a:rPr lang="en-GB" sz="2800">
                <a:solidFill>
                  <a:schemeClr val="dk1"/>
                </a:solidFill>
                <a:latin typeface="Calibri"/>
                <a:ea typeface="Calibri"/>
                <a:cs typeface="Calibri"/>
                <a:sym typeface="Calibri"/>
              </a:rPr>
              <a:t>ketika menemui pihak eksternal</a:t>
            </a:r>
            <a:endParaRPr sz="2800">
              <a:solidFill>
                <a:schemeClr val="dk1"/>
              </a:solidFill>
              <a:latin typeface="Calibri"/>
              <a:ea typeface="Calibri"/>
              <a:cs typeface="Calibri"/>
              <a:sym typeface="Calibri"/>
            </a:endParaRPr>
          </a:p>
          <a:p>
            <a:pPr marL="299720" marR="5080" lvl="0" indent="-287020" algn="l" rtl="0">
              <a:lnSpc>
                <a:spcPct val="100000"/>
              </a:lnSpc>
              <a:spcBef>
                <a:spcPts val="0"/>
              </a:spcBef>
              <a:spcAft>
                <a:spcPts val="0"/>
              </a:spcAft>
              <a:buClr>
                <a:schemeClr val="dk1"/>
              </a:buClr>
              <a:buSzPts val="2800"/>
              <a:buFont typeface="Arial"/>
              <a:buChar char="•"/>
            </a:pPr>
            <a:r>
              <a:rPr lang="en-GB" sz="2800">
                <a:solidFill>
                  <a:schemeClr val="dk1"/>
                </a:solidFill>
                <a:latin typeface="Calibri"/>
                <a:ea typeface="Calibri"/>
                <a:cs typeface="Calibri"/>
                <a:sym typeface="Calibri"/>
              </a:rPr>
              <a:t>Memberikan pelayanan dengan metode 3T kepada  pihak eksternal</a:t>
            </a:r>
            <a:endParaRPr sz="2800">
              <a:solidFill>
                <a:schemeClr val="dk1"/>
              </a:solidFill>
              <a:latin typeface="Calibri"/>
              <a:ea typeface="Calibri"/>
              <a:cs typeface="Calibri"/>
              <a:sym typeface="Calibri"/>
            </a:endParaRPr>
          </a:p>
        </p:txBody>
      </p:sp>
      <p:sp>
        <p:nvSpPr>
          <p:cNvPr id="731" name="Google Shape;731;p23"/>
          <p:cNvSpPr txBox="1"/>
          <p:nvPr/>
        </p:nvSpPr>
        <p:spPr>
          <a:xfrm>
            <a:off x="6904910" y="5611400"/>
            <a:ext cx="7940842" cy="1120820"/>
          </a:xfrm>
          <a:prstGeom prst="rect">
            <a:avLst/>
          </a:prstGeom>
          <a:noFill/>
          <a:ln>
            <a:noFill/>
          </a:ln>
        </p:spPr>
        <p:txBody>
          <a:bodyPr spcFirstLastPara="1" wrap="square" lIns="0" tIns="12700" rIns="0" bIns="0" anchor="ctr" anchorCtr="0">
            <a:spAutoFit/>
          </a:bodyPr>
          <a:lstStyle/>
          <a:p>
            <a:pPr marL="12700" marR="0" lvl="0" indent="0" algn="ctr" rtl="0">
              <a:spcBef>
                <a:spcPts val="0"/>
              </a:spcBef>
              <a:spcAft>
                <a:spcPts val="0"/>
              </a:spcAft>
              <a:buClr>
                <a:srgbClr val="23344D"/>
              </a:buClr>
              <a:buSzPts val="7200"/>
              <a:buFont typeface="Corsiva"/>
              <a:buNone/>
            </a:pPr>
            <a:r>
              <a:rPr lang="en-GB" sz="7200" b="1">
                <a:solidFill>
                  <a:srgbClr val="23344D"/>
                </a:solidFill>
                <a:latin typeface="Corsiva"/>
                <a:ea typeface="Corsiva"/>
                <a:cs typeface="Corsiva"/>
                <a:sym typeface="Corsiva"/>
              </a:rPr>
              <a:t>Nilai perilaku Don’t</a:t>
            </a:r>
            <a:endParaRPr sz="7200" b="1">
              <a:solidFill>
                <a:srgbClr val="23344D"/>
              </a:solidFill>
              <a:latin typeface="Corsiva"/>
              <a:ea typeface="Corsiva"/>
              <a:cs typeface="Corsiva"/>
              <a:sym typeface="Corsiva"/>
            </a:endParaRPr>
          </a:p>
        </p:txBody>
      </p:sp>
      <p:sp>
        <p:nvSpPr>
          <p:cNvPr id="732" name="Google Shape;732;p23"/>
          <p:cNvSpPr txBox="1"/>
          <p:nvPr/>
        </p:nvSpPr>
        <p:spPr>
          <a:xfrm>
            <a:off x="9587952" y="6732220"/>
            <a:ext cx="8395248" cy="3288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400" b="1" u="sng">
                <a:solidFill>
                  <a:srgbClr val="E05A47"/>
                </a:solidFill>
                <a:latin typeface="Calibri"/>
                <a:ea typeface="Calibri"/>
                <a:cs typeface="Calibri"/>
                <a:sym typeface="Calibri"/>
              </a:rPr>
              <a:t>EKSTERNAL</a:t>
            </a:r>
            <a:endParaRPr sz="4000" b="1" u="sng">
              <a:solidFill>
                <a:srgbClr val="E05A47"/>
              </a:solidFill>
              <a:latin typeface="Calibri"/>
              <a:ea typeface="Calibri"/>
              <a:cs typeface="Calibri"/>
              <a:sym typeface="Calibri"/>
            </a:endParaRPr>
          </a:p>
          <a:p>
            <a:pPr marL="299720" marR="5080" lvl="0" indent="-287020" algn="l" rtl="0">
              <a:lnSpc>
                <a:spcPct val="100000"/>
              </a:lnSpc>
              <a:spcBef>
                <a:spcPts val="100"/>
              </a:spcBef>
              <a:spcAft>
                <a:spcPts val="0"/>
              </a:spcAft>
              <a:buClr>
                <a:schemeClr val="dk1"/>
              </a:buClr>
              <a:buSzPts val="2800"/>
              <a:buFont typeface="Arial"/>
              <a:buChar char="•"/>
            </a:pPr>
            <a:r>
              <a:rPr lang="en-GB" sz="2800">
                <a:solidFill>
                  <a:schemeClr val="dk1"/>
                </a:solidFill>
                <a:latin typeface="Calibri"/>
                <a:ea typeface="Calibri"/>
                <a:cs typeface="Calibri"/>
                <a:sym typeface="Calibri"/>
              </a:rPr>
              <a:t>Bersikap kasar / tidak sopan ketika bertemu dengan pihak eksternal</a:t>
            </a:r>
            <a:endParaRPr sz="2800">
              <a:solidFill>
                <a:schemeClr val="dk1"/>
              </a:solidFill>
              <a:latin typeface="Calibri"/>
              <a:ea typeface="Calibri"/>
              <a:cs typeface="Calibri"/>
              <a:sym typeface="Calibri"/>
            </a:endParaRPr>
          </a:p>
          <a:p>
            <a:pPr marL="299720" marR="0" lvl="0" indent="-287020" algn="l" rtl="0">
              <a:lnSpc>
                <a:spcPct val="100000"/>
              </a:lnSpc>
              <a:spcBef>
                <a:spcPts val="0"/>
              </a:spcBef>
              <a:spcAft>
                <a:spcPts val="0"/>
              </a:spcAft>
              <a:buClr>
                <a:schemeClr val="dk1"/>
              </a:buClr>
              <a:buSzPts val="2800"/>
              <a:buFont typeface="Arial"/>
              <a:buChar char="•"/>
            </a:pPr>
            <a:r>
              <a:rPr lang="en-GB" sz="2800">
                <a:solidFill>
                  <a:schemeClr val="dk1"/>
                </a:solidFill>
                <a:latin typeface="Calibri"/>
                <a:ea typeface="Calibri"/>
                <a:cs typeface="Calibri"/>
                <a:sym typeface="Calibri"/>
              </a:rPr>
              <a:t>Memberikan pelayanan berbeda kepada pihak</a:t>
            </a:r>
            <a:endParaRPr sz="2800">
              <a:solidFill>
                <a:schemeClr val="dk1"/>
              </a:solidFill>
              <a:latin typeface="Calibri"/>
              <a:ea typeface="Calibri"/>
              <a:cs typeface="Calibri"/>
              <a:sym typeface="Calibri"/>
            </a:endParaRPr>
          </a:p>
          <a:p>
            <a:pPr marL="299720" marR="0" lvl="0" indent="0" algn="l" rtl="0">
              <a:lnSpc>
                <a:spcPct val="100000"/>
              </a:lnSpc>
              <a:spcBef>
                <a:spcPts val="0"/>
              </a:spcBef>
              <a:spcAft>
                <a:spcPts val="0"/>
              </a:spcAft>
              <a:buNone/>
            </a:pPr>
            <a:r>
              <a:rPr lang="en-GB" sz="2800">
                <a:solidFill>
                  <a:schemeClr val="dk1"/>
                </a:solidFill>
                <a:latin typeface="Calibri"/>
                <a:ea typeface="Calibri"/>
                <a:cs typeface="Calibri"/>
                <a:sym typeface="Calibri"/>
              </a:rPr>
              <a:t>eksternal</a:t>
            </a:r>
            <a:endParaRPr sz="2800">
              <a:solidFill>
                <a:schemeClr val="dk1"/>
              </a:solidFill>
              <a:latin typeface="Calibri"/>
              <a:ea typeface="Calibri"/>
              <a:cs typeface="Calibri"/>
              <a:sym typeface="Calibri"/>
            </a:endParaRPr>
          </a:p>
          <a:p>
            <a:pPr marL="299720" marR="243840" lvl="0" indent="-287020" algn="l" rtl="0">
              <a:lnSpc>
                <a:spcPct val="100000"/>
              </a:lnSpc>
              <a:spcBef>
                <a:spcPts val="0"/>
              </a:spcBef>
              <a:spcAft>
                <a:spcPts val="0"/>
              </a:spcAft>
              <a:buClr>
                <a:schemeClr val="dk1"/>
              </a:buClr>
              <a:buSzPts val="2800"/>
              <a:buFont typeface="Arial"/>
              <a:buChar char="•"/>
            </a:pPr>
            <a:r>
              <a:rPr lang="en-GB" sz="2800">
                <a:solidFill>
                  <a:schemeClr val="dk1"/>
                </a:solidFill>
                <a:latin typeface="Calibri"/>
                <a:ea typeface="Calibri"/>
                <a:cs typeface="Calibri"/>
                <a:sym typeface="Calibri"/>
              </a:rPr>
              <a:t>Mengabaikan permintaan atau keluhan dari pihak  eksternal</a:t>
            </a:r>
            <a:endParaRPr sz="2800">
              <a:solidFill>
                <a:schemeClr val="dk1"/>
              </a:solidFill>
              <a:latin typeface="Calibri"/>
              <a:ea typeface="Calibri"/>
              <a:cs typeface="Calibri"/>
              <a:sym typeface="Calibri"/>
            </a:endParaRPr>
          </a:p>
        </p:txBody>
      </p:sp>
      <p:sp>
        <p:nvSpPr>
          <p:cNvPr id="733" name="Google Shape;733;p23"/>
          <p:cNvSpPr/>
          <p:nvPr/>
        </p:nvSpPr>
        <p:spPr>
          <a:xfrm>
            <a:off x="1387410" y="3740450"/>
            <a:ext cx="1807243" cy="1817874"/>
          </a:xfrm>
          <a:custGeom>
            <a:avLst/>
            <a:gdLst/>
            <a:ahLst/>
            <a:cxnLst/>
            <a:rect l="l" t="t" r="r" b="b"/>
            <a:pathLst>
              <a:path w="863600" h="868679" extrusionOk="0">
                <a:moveTo>
                  <a:pt x="242048" y="677036"/>
                </a:moveTo>
                <a:lnTo>
                  <a:pt x="184276" y="677036"/>
                </a:lnTo>
                <a:lnTo>
                  <a:pt x="200382" y="692969"/>
                </a:lnTo>
                <a:lnTo>
                  <a:pt x="217773" y="707628"/>
                </a:lnTo>
                <a:lnTo>
                  <a:pt x="236354" y="721024"/>
                </a:lnTo>
                <a:lnTo>
                  <a:pt x="256031" y="733170"/>
                </a:lnTo>
                <a:lnTo>
                  <a:pt x="254253" y="834770"/>
                </a:lnTo>
                <a:lnTo>
                  <a:pt x="381126" y="868679"/>
                </a:lnTo>
                <a:lnTo>
                  <a:pt x="430656" y="779779"/>
                </a:lnTo>
                <a:lnTo>
                  <a:pt x="455761" y="779014"/>
                </a:lnTo>
                <a:lnTo>
                  <a:pt x="480520" y="776319"/>
                </a:lnTo>
                <a:lnTo>
                  <a:pt x="504826" y="771671"/>
                </a:lnTo>
                <a:lnTo>
                  <a:pt x="528574" y="765047"/>
                </a:lnTo>
                <a:lnTo>
                  <a:pt x="706969" y="765047"/>
                </a:lnTo>
                <a:lnTo>
                  <a:pt x="697889" y="741453"/>
                </a:lnTo>
                <a:lnTo>
                  <a:pt x="447209" y="741453"/>
                </a:lnTo>
                <a:lnTo>
                  <a:pt x="398861" y="740463"/>
                </a:lnTo>
                <a:lnTo>
                  <a:pt x="350011" y="731519"/>
                </a:lnTo>
                <a:lnTo>
                  <a:pt x="303230" y="714910"/>
                </a:lnTo>
                <a:lnTo>
                  <a:pt x="260869" y="691657"/>
                </a:lnTo>
                <a:lnTo>
                  <a:pt x="242048" y="677036"/>
                </a:lnTo>
                <a:close/>
              </a:path>
              <a:path w="863600" h="868679" extrusionOk="0">
                <a:moveTo>
                  <a:pt x="706969" y="765047"/>
                </a:moveTo>
                <a:lnTo>
                  <a:pt x="528574" y="765047"/>
                </a:lnTo>
                <a:lnTo>
                  <a:pt x="518668" y="772032"/>
                </a:lnTo>
                <a:lnTo>
                  <a:pt x="600328" y="842644"/>
                </a:lnTo>
                <a:lnTo>
                  <a:pt x="707898" y="767460"/>
                </a:lnTo>
                <a:lnTo>
                  <a:pt x="706969" y="765047"/>
                </a:lnTo>
                <a:close/>
              </a:path>
              <a:path w="863600" h="868679" extrusionOk="0">
                <a:moveTo>
                  <a:pt x="603765" y="133576"/>
                </a:moveTo>
                <a:lnTo>
                  <a:pt x="410790" y="133576"/>
                </a:lnTo>
                <a:lnTo>
                  <a:pt x="459147" y="134566"/>
                </a:lnTo>
                <a:lnTo>
                  <a:pt x="508000" y="143509"/>
                </a:lnTo>
                <a:lnTo>
                  <a:pt x="554781" y="160119"/>
                </a:lnTo>
                <a:lnTo>
                  <a:pt x="597142" y="183372"/>
                </a:lnTo>
                <a:lnTo>
                  <a:pt x="634640" y="212501"/>
                </a:lnTo>
                <a:lnTo>
                  <a:pt x="666833" y="246735"/>
                </a:lnTo>
                <a:lnTo>
                  <a:pt x="693277" y="285305"/>
                </a:lnTo>
                <a:lnTo>
                  <a:pt x="713529" y="327441"/>
                </a:lnTo>
                <a:lnTo>
                  <a:pt x="727148" y="372374"/>
                </a:lnTo>
                <a:lnTo>
                  <a:pt x="733690" y="419333"/>
                </a:lnTo>
                <a:lnTo>
                  <a:pt x="732712" y="467550"/>
                </a:lnTo>
                <a:lnTo>
                  <a:pt x="723773" y="516254"/>
                </a:lnTo>
                <a:lnTo>
                  <a:pt x="707087" y="562929"/>
                </a:lnTo>
                <a:lnTo>
                  <a:pt x="683755" y="605198"/>
                </a:lnTo>
                <a:lnTo>
                  <a:pt x="654546" y="642618"/>
                </a:lnTo>
                <a:lnTo>
                  <a:pt x="620226" y="674744"/>
                </a:lnTo>
                <a:lnTo>
                  <a:pt x="581564" y="701135"/>
                </a:lnTo>
                <a:lnTo>
                  <a:pt x="539329" y="721345"/>
                </a:lnTo>
                <a:lnTo>
                  <a:pt x="494288" y="734932"/>
                </a:lnTo>
                <a:lnTo>
                  <a:pt x="447209" y="741453"/>
                </a:lnTo>
                <a:lnTo>
                  <a:pt x="697889" y="741453"/>
                </a:lnTo>
                <a:lnTo>
                  <a:pt x="673734" y="678687"/>
                </a:lnTo>
                <a:lnTo>
                  <a:pt x="686718" y="665063"/>
                </a:lnTo>
                <a:lnTo>
                  <a:pt x="698928" y="650652"/>
                </a:lnTo>
                <a:lnTo>
                  <a:pt x="710257" y="635432"/>
                </a:lnTo>
                <a:lnTo>
                  <a:pt x="720598" y="619378"/>
                </a:lnTo>
                <a:lnTo>
                  <a:pt x="824962" y="619378"/>
                </a:lnTo>
                <a:lnTo>
                  <a:pt x="858520" y="494664"/>
                </a:lnTo>
                <a:lnTo>
                  <a:pt x="772922" y="447294"/>
                </a:lnTo>
                <a:lnTo>
                  <a:pt x="772961" y="422469"/>
                </a:lnTo>
                <a:lnTo>
                  <a:pt x="771048" y="397954"/>
                </a:lnTo>
                <a:lnTo>
                  <a:pt x="767278" y="373820"/>
                </a:lnTo>
                <a:lnTo>
                  <a:pt x="761746" y="350138"/>
                </a:lnTo>
                <a:lnTo>
                  <a:pt x="830199" y="288416"/>
                </a:lnTo>
                <a:lnTo>
                  <a:pt x="781261" y="196596"/>
                </a:lnTo>
                <a:lnTo>
                  <a:pt x="672338" y="196596"/>
                </a:lnTo>
                <a:lnTo>
                  <a:pt x="656191" y="180740"/>
                </a:lnTo>
                <a:lnTo>
                  <a:pt x="638698" y="166147"/>
                </a:lnTo>
                <a:lnTo>
                  <a:pt x="619992" y="152840"/>
                </a:lnTo>
                <a:lnTo>
                  <a:pt x="600201" y="140843"/>
                </a:lnTo>
                <a:lnTo>
                  <a:pt x="603645" y="140843"/>
                </a:lnTo>
                <a:lnTo>
                  <a:pt x="603765" y="133576"/>
                </a:lnTo>
                <a:close/>
              </a:path>
              <a:path w="863600" h="868679" extrusionOk="0">
                <a:moveTo>
                  <a:pt x="450565" y="173163"/>
                </a:moveTo>
                <a:lnTo>
                  <a:pt x="403925" y="173463"/>
                </a:lnTo>
                <a:lnTo>
                  <a:pt x="358836" y="181727"/>
                </a:lnTo>
                <a:lnTo>
                  <a:pt x="316215" y="197426"/>
                </a:lnTo>
                <a:lnTo>
                  <a:pt x="276978" y="220031"/>
                </a:lnTo>
                <a:lnTo>
                  <a:pt x="242043" y="249014"/>
                </a:lnTo>
                <a:lnTo>
                  <a:pt x="212325" y="283844"/>
                </a:lnTo>
                <a:lnTo>
                  <a:pt x="188743" y="323994"/>
                </a:lnTo>
                <a:lnTo>
                  <a:pt x="172211" y="368934"/>
                </a:lnTo>
                <a:lnTo>
                  <a:pt x="163990" y="416049"/>
                </a:lnTo>
                <a:lnTo>
                  <a:pt x="164287" y="462546"/>
                </a:lnTo>
                <a:lnTo>
                  <a:pt x="172569" y="507506"/>
                </a:lnTo>
                <a:lnTo>
                  <a:pt x="188305" y="550010"/>
                </a:lnTo>
                <a:lnTo>
                  <a:pt x="210963" y="589141"/>
                </a:lnTo>
                <a:lnTo>
                  <a:pt x="240011" y="623979"/>
                </a:lnTo>
                <a:lnTo>
                  <a:pt x="274916" y="653605"/>
                </a:lnTo>
                <a:lnTo>
                  <a:pt x="315147" y="677100"/>
                </a:lnTo>
                <a:lnTo>
                  <a:pt x="360172" y="693547"/>
                </a:lnTo>
                <a:lnTo>
                  <a:pt x="407446" y="701777"/>
                </a:lnTo>
                <a:lnTo>
                  <a:pt x="454085" y="701506"/>
                </a:lnTo>
                <a:lnTo>
                  <a:pt x="499171" y="693264"/>
                </a:lnTo>
                <a:lnTo>
                  <a:pt x="541785" y="677581"/>
                </a:lnTo>
                <a:lnTo>
                  <a:pt x="581011" y="654987"/>
                </a:lnTo>
                <a:lnTo>
                  <a:pt x="615931" y="626011"/>
                </a:lnTo>
                <a:lnTo>
                  <a:pt x="642882" y="594401"/>
                </a:lnTo>
                <a:lnTo>
                  <a:pt x="438428" y="594401"/>
                </a:lnTo>
                <a:lnTo>
                  <a:pt x="388239" y="589279"/>
                </a:lnTo>
                <a:lnTo>
                  <a:pt x="342213" y="568684"/>
                </a:lnTo>
                <a:lnTo>
                  <a:pt x="306239" y="535982"/>
                </a:lnTo>
                <a:lnTo>
                  <a:pt x="282141" y="494337"/>
                </a:lnTo>
                <a:lnTo>
                  <a:pt x="271740" y="446914"/>
                </a:lnTo>
                <a:lnTo>
                  <a:pt x="276859" y="396875"/>
                </a:lnTo>
                <a:lnTo>
                  <a:pt x="297483" y="350973"/>
                </a:lnTo>
                <a:lnTo>
                  <a:pt x="330262" y="315074"/>
                </a:lnTo>
                <a:lnTo>
                  <a:pt x="372021" y="291014"/>
                </a:lnTo>
                <a:lnTo>
                  <a:pt x="419583" y="280628"/>
                </a:lnTo>
                <a:lnTo>
                  <a:pt x="642632" y="280628"/>
                </a:lnTo>
                <a:lnTo>
                  <a:pt x="617967" y="251013"/>
                </a:lnTo>
                <a:lnTo>
                  <a:pt x="583079" y="221365"/>
                </a:lnTo>
                <a:lnTo>
                  <a:pt x="542860" y="197840"/>
                </a:lnTo>
                <a:lnTo>
                  <a:pt x="497840" y="181355"/>
                </a:lnTo>
                <a:lnTo>
                  <a:pt x="450565" y="173163"/>
                </a:lnTo>
                <a:close/>
              </a:path>
              <a:path w="863600" h="868679" extrusionOk="0">
                <a:moveTo>
                  <a:pt x="34035" y="264159"/>
                </a:moveTo>
                <a:lnTo>
                  <a:pt x="0" y="390651"/>
                </a:lnTo>
                <a:lnTo>
                  <a:pt x="84454" y="437387"/>
                </a:lnTo>
                <a:lnTo>
                  <a:pt x="85209" y="459569"/>
                </a:lnTo>
                <a:lnTo>
                  <a:pt x="87439" y="481488"/>
                </a:lnTo>
                <a:lnTo>
                  <a:pt x="91098" y="503074"/>
                </a:lnTo>
                <a:lnTo>
                  <a:pt x="96139" y="524255"/>
                </a:lnTo>
                <a:lnTo>
                  <a:pt x="24383" y="582295"/>
                </a:lnTo>
                <a:lnTo>
                  <a:pt x="79882" y="701039"/>
                </a:lnTo>
                <a:lnTo>
                  <a:pt x="185927" y="680593"/>
                </a:lnTo>
                <a:lnTo>
                  <a:pt x="184276" y="677036"/>
                </a:lnTo>
                <a:lnTo>
                  <a:pt x="242048" y="677036"/>
                </a:lnTo>
                <a:lnTo>
                  <a:pt x="191178" y="628294"/>
                </a:lnTo>
                <a:lnTo>
                  <a:pt x="164734" y="589724"/>
                </a:lnTo>
                <a:lnTo>
                  <a:pt x="144482" y="547588"/>
                </a:lnTo>
                <a:lnTo>
                  <a:pt x="130863" y="502655"/>
                </a:lnTo>
                <a:lnTo>
                  <a:pt x="124321" y="455696"/>
                </a:lnTo>
                <a:lnTo>
                  <a:pt x="125299" y="407479"/>
                </a:lnTo>
                <a:lnTo>
                  <a:pt x="134239" y="358775"/>
                </a:lnTo>
                <a:lnTo>
                  <a:pt x="150893" y="312100"/>
                </a:lnTo>
                <a:lnTo>
                  <a:pt x="174207" y="269831"/>
                </a:lnTo>
                <a:lnTo>
                  <a:pt x="177444" y="265683"/>
                </a:lnTo>
                <a:lnTo>
                  <a:pt x="130809" y="265683"/>
                </a:lnTo>
                <a:lnTo>
                  <a:pt x="34035" y="264159"/>
                </a:lnTo>
                <a:close/>
              </a:path>
              <a:path w="863600" h="868679" extrusionOk="0">
                <a:moveTo>
                  <a:pt x="824962" y="619378"/>
                </a:moveTo>
                <a:lnTo>
                  <a:pt x="720598" y="619378"/>
                </a:lnTo>
                <a:lnTo>
                  <a:pt x="824483" y="621156"/>
                </a:lnTo>
                <a:lnTo>
                  <a:pt x="824962" y="619378"/>
                </a:lnTo>
                <a:close/>
              </a:path>
              <a:path w="863600" h="868679" extrusionOk="0">
                <a:moveTo>
                  <a:pt x="642632" y="280628"/>
                </a:moveTo>
                <a:lnTo>
                  <a:pt x="419583" y="280628"/>
                </a:lnTo>
                <a:lnTo>
                  <a:pt x="469773" y="285750"/>
                </a:lnTo>
                <a:lnTo>
                  <a:pt x="515750" y="306345"/>
                </a:lnTo>
                <a:lnTo>
                  <a:pt x="551717" y="339047"/>
                </a:lnTo>
                <a:lnTo>
                  <a:pt x="575834" y="380692"/>
                </a:lnTo>
                <a:lnTo>
                  <a:pt x="586259" y="428115"/>
                </a:lnTo>
                <a:lnTo>
                  <a:pt x="581151" y="478154"/>
                </a:lnTo>
                <a:lnTo>
                  <a:pt x="560528" y="524056"/>
                </a:lnTo>
                <a:lnTo>
                  <a:pt x="527749" y="559955"/>
                </a:lnTo>
                <a:lnTo>
                  <a:pt x="485990" y="584015"/>
                </a:lnTo>
                <a:lnTo>
                  <a:pt x="438428" y="594401"/>
                </a:lnTo>
                <a:lnTo>
                  <a:pt x="642882" y="594401"/>
                </a:lnTo>
                <a:lnTo>
                  <a:pt x="645626" y="591183"/>
                </a:lnTo>
                <a:lnTo>
                  <a:pt x="669179" y="551035"/>
                </a:lnTo>
                <a:lnTo>
                  <a:pt x="685673" y="506095"/>
                </a:lnTo>
                <a:lnTo>
                  <a:pt x="693795" y="459569"/>
                </a:lnTo>
                <a:lnTo>
                  <a:pt x="693675" y="422469"/>
                </a:lnTo>
                <a:lnTo>
                  <a:pt x="693613" y="412482"/>
                </a:lnTo>
                <a:lnTo>
                  <a:pt x="685348" y="367519"/>
                </a:lnTo>
                <a:lnTo>
                  <a:pt x="669632" y="325007"/>
                </a:lnTo>
                <a:lnTo>
                  <a:pt x="646995" y="285866"/>
                </a:lnTo>
                <a:lnTo>
                  <a:pt x="642632" y="280628"/>
                </a:lnTo>
                <a:close/>
              </a:path>
              <a:path w="863600" h="868679" extrusionOk="0">
                <a:moveTo>
                  <a:pt x="256667" y="33527"/>
                </a:moveTo>
                <a:lnTo>
                  <a:pt x="145288" y="102870"/>
                </a:lnTo>
                <a:lnTo>
                  <a:pt x="177673" y="202691"/>
                </a:lnTo>
                <a:lnTo>
                  <a:pt x="164635" y="217213"/>
                </a:lnTo>
                <a:lnTo>
                  <a:pt x="152431" y="232568"/>
                </a:lnTo>
                <a:lnTo>
                  <a:pt x="141132" y="248733"/>
                </a:lnTo>
                <a:lnTo>
                  <a:pt x="130809" y="265683"/>
                </a:lnTo>
                <a:lnTo>
                  <a:pt x="177444" y="265683"/>
                </a:lnTo>
                <a:lnTo>
                  <a:pt x="203409" y="232411"/>
                </a:lnTo>
                <a:lnTo>
                  <a:pt x="237730" y="200285"/>
                </a:lnTo>
                <a:lnTo>
                  <a:pt x="276399" y="173894"/>
                </a:lnTo>
                <a:lnTo>
                  <a:pt x="318646" y="153684"/>
                </a:lnTo>
                <a:lnTo>
                  <a:pt x="363699" y="140097"/>
                </a:lnTo>
                <a:lnTo>
                  <a:pt x="410790" y="133576"/>
                </a:lnTo>
                <a:lnTo>
                  <a:pt x="603765" y="133576"/>
                </a:lnTo>
                <a:lnTo>
                  <a:pt x="604173" y="108838"/>
                </a:lnTo>
                <a:lnTo>
                  <a:pt x="333628" y="108838"/>
                </a:lnTo>
                <a:lnTo>
                  <a:pt x="334518" y="108330"/>
                </a:lnTo>
                <a:lnTo>
                  <a:pt x="256667" y="33527"/>
                </a:lnTo>
                <a:close/>
              </a:path>
              <a:path w="863600" h="868679" extrusionOk="0">
                <a:moveTo>
                  <a:pt x="768603" y="172847"/>
                </a:moveTo>
                <a:lnTo>
                  <a:pt x="672338" y="196596"/>
                </a:lnTo>
                <a:lnTo>
                  <a:pt x="781261" y="196596"/>
                </a:lnTo>
                <a:lnTo>
                  <a:pt x="768603" y="172847"/>
                </a:lnTo>
                <a:close/>
              </a:path>
              <a:path w="863600" h="868679" extrusionOk="0">
                <a:moveTo>
                  <a:pt x="603645" y="140843"/>
                </a:moveTo>
                <a:lnTo>
                  <a:pt x="600201" y="140843"/>
                </a:lnTo>
                <a:lnTo>
                  <a:pt x="603630" y="141731"/>
                </a:lnTo>
                <a:lnTo>
                  <a:pt x="603645" y="140843"/>
                </a:lnTo>
                <a:close/>
              </a:path>
              <a:path w="863600" h="868679" extrusionOk="0">
                <a:moveTo>
                  <a:pt x="478535" y="0"/>
                </a:moveTo>
                <a:lnTo>
                  <a:pt x="426084" y="94233"/>
                </a:lnTo>
                <a:lnTo>
                  <a:pt x="429386" y="95123"/>
                </a:lnTo>
                <a:lnTo>
                  <a:pt x="404852" y="95748"/>
                </a:lnTo>
                <a:lnTo>
                  <a:pt x="380650" y="98218"/>
                </a:lnTo>
                <a:lnTo>
                  <a:pt x="356877" y="102570"/>
                </a:lnTo>
                <a:lnTo>
                  <a:pt x="333628" y="108838"/>
                </a:lnTo>
                <a:lnTo>
                  <a:pt x="604173" y="108838"/>
                </a:lnTo>
                <a:lnTo>
                  <a:pt x="605408" y="33908"/>
                </a:lnTo>
                <a:lnTo>
                  <a:pt x="478535" y="0"/>
                </a:lnTo>
                <a:close/>
              </a:path>
              <a:path w="863600" h="868679" extrusionOk="0">
                <a:moveTo>
                  <a:pt x="863600" y="205739"/>
                </a:moveTo>
                <a:lnTo>
                  <a:pt x="860932" y="208533"/>
                </a:lnTo>
                <a:lnTo>
                  <a:pt x="862329" y="210565"/>
                </a:lnTo>
                <a:lnTo>
                  <a:pt x="863600" y="205739"/>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734" name="Google Shape;734;p23"/>
          <p:cNvGrpSpPr/>
          <p:nvPr/>
        </p:nvGrpSpPr>
        <p:grpSpPr>
          <a:xfrm>
            <a:off x="-4961295" y="-15240"/>
            <a:ext cx="11715092" cy="10287000"/>
            <a:chOff x="-4961295" y="-15240"/>
            <a:chExt cx="11715092" cy="10287000"/>
          </a:xfrm>
        </p:grpSpPr>
        <p:sp>
          <p:nvSpPr>
            <p:cNvPr id="735" name="Google Shape;735;p23"/>
            <p:cNvSpPr/>
            <p:nvPr/>
          </p:nvSpPr>
          <p:spPr>
            <a:xfrm>
              <a:off x="-4961295" y="-15240"/>
              <a:ext cx="8216900" cy="10287000"/>
            </a:xfrm>
            <a:custGeom>
              <a:avLst/>
              <a:gdLst/>
              <a:ahLst/>
              <a:cxnLst/>
              <a:rect l="l" t="t" r="r" b="b"/>
              <a:pathLst>
                <a:path w="8216900" h="10287000" extrusionOk="0">
                  <a:moveTo>
                    <a:pt x="8216900" y="10286997"/>
                  </a:moveTo>
                  <a:lnTo>
                    <a:pt x="8216900" y="0"/>
                  </a:lnTo>
                  <a:lnTo>
                    <a:pt x="0" y="0"/>
                  </a:lnTo>
                  <a:lnTo>
                    <a:pt x="0" y="10286997"/>
                  </a:lnTo>
                  <a:lnTo>
                    <a:pt x="8216900" y="10286997"/>
                  </a:lnTo>
                  <a:close/>
                </a:path>
              </a:pathLst>
            </a:custGeom>
            <a:solidFill>
              <a:srgbClr val="9BD7D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736" name="Google Shape;736;p23"/>
            <p:cNvGrpSpPr/>
            <p:nvPr/>
          </p:nvGrpSpPr>
          <p:grpSpPr>
            <a:xfrm>
              <a:off x="-762001" y="5816657"/>
              <a:ext cx="7515798" cy="3428638"/>
              <a:chOff x="-762001" y="5816657"/>
              <a:chExt cx="7515798" cy="3428638"/>
            </a:xfrm>
          </p:grpSpPr>
          <p:sp>
            <p:nvSpPr>
              <p:cNvPr id="737" name="Google Shape;737;p23"/>
              <p:cNvSpPr/>
              <p:nvPr/>
            </p:nvSpPr>
            <p:spPr>
              <a:xfrm>
                <a:off x="-762001" y="5816657"/>
                <a:ext cx="7515797" cy="3428638"/>
              </a:xfrm>
              <a:custGeom>
                <a:avLst/>
                <a:gdLst/>
                <a:ahLst/>
                <a:cxnLst/>
                <a:rect l="l" t="t" r="r" b="b"/>
                <a:pathLst>
                  <a:path w="6898640" h="4069079" extrusionOk="0">
                    <a:moveTo>
                      <a:pt x="4886833" y="0"/>
                    </a:moveTo>
                    <a:lnTo>
                      <a:pt x="0" y="0"/>
                    </a:lnTo>
                    <a:lnTo>
                      <a:pt x="0" y="4069079"/>
                    </a:lnTo>
                    <a:lnTo>
                      <a:pt x="4883023" y="4069079"/>
                    </a:lnTo>
                    <a:lnTo>
                      <a:pt x="4933758" y="4067837"/>
                    </a:lnTo>
                    <a:lnTo>
                      <a:pt x="4984169" y="4065385"/>
                    </a:lnTo>
                    <a:lnTo>
                      <a:pt x="5034243" y="4061739"/>
                    </a:lnTo>
                    <a:lnTo>
                      <a:pt x="5083964" y="4056911"/>
                    </a:lnTo>
                    <a:lnTo>
                      <a:pt x="5133320" y="4050917"/>
                    </a:lnTo>
                    <a:lnTo>
                      <a:pt x="5182295" y="4043770"/>
                    </a:lnTo>
                    <a:lnTo>
                      <a:pt x="5230877" y="4035485"/>
                    </a:lnTo>
                    <a:lnTo>
                      <a:pt x="5279050" y="4026074"/>
                    </a:lnTo>
                    <a:lnTo>
                      <a:pt x="5326802" y="4015553"/>
                    </a:lnTo>
                    <a:lnTo>
                      <a:pt x="5374117" y="4003936"/>
                    </a:lnTo>
                    <a:lnTo>
                      <a:pt x="5420983" y="3991236"/>
                    </a:lnTo>
                    <a:lnTo>
                      <a:pt x="5467384" y="3977468"/>
                    </a:lnTo>
                    <a:lnTo>
                      <a:pt x="5513308" y="3962645"/>
                    </a:lnTo>
                    <a:lnTo>
                      <a:pt x="5558739" y="3946782"/>
                    </a:lnTo>
                    <a:lnTo>
                      <a:pt x="5603664" y="3929892"/>
                    </a:lnTo>
                    <a:lnTo>
                      <a:pt x="5648070" y="3911991"/>
                    </a:lnTo>
                    <a:lnTo>
                      <a:pt x="5691941" y="3893091"/>
                    </a:lnTo>
                    <a:lnTo>
                      <a:pt x="5735264" y="3873207"/>
                    </a:lnTo>
                    <a:lnTo>
                      <a:pt x="5778025" y="3852353"/>
                    </a:lnTo>
                    <a:lnTo>
                      <a:pt x="5820210" y="3830543"/>
                    </a:lnTo>
                    <a:lnTo>
                      <a:pt x="5861805" y="3807791"/>
                    </a:lnTo>
                    <a:lnTo>
                      <a:pt x="5902796" y="3784112"/>
                    </a:lnTo>
                    <a:lnTo>
                      <a:pt x="5943169" y="3759518"/>
                    </a:lnTo>
                    <a:lnTo>
                      <a:pt x="5982910" y="3734025"/>
                    </a:lnTo>
                    <a:lnTo>
                      <a:pt x="6022005" y="3707646"/>
                    </a:lnTo>
                    <a:lnTo>
                      <a:pt x="6060439" y="3680395"/>
                    </a:lnTo>
                    <a:lnTo>
                      <a:pt x="6098200" y="3652287"/>
                    </a:lnTo>
                    <a:lnTo>
                      <a:pt x="6135273" y="3623335"/>
                    </a:lnTo>
                    <a:lnTo>
                      <a:pt x="6171643" y="3593553"/>
                    </a:lnTo>
                    <a:lnTo>
                      <a:pt x="6207298" y="3562956"/>
                    </a:lnTo>
                    <a:lnTo>
                      <a:pt x="6242222" y="3531558"/>
                    </a:lnTo>
                    <a:lnTo>
                      <a:pt x="6276402" y="3499372"/>
                    </a:lnTo>
                    <a:lnTo>
                      <a:pt x="6309824" y="3466413"/>
                    </a:lnTo>
                    <a:lnTo>
                      <a:pt x="6342474" y="3432695"/>
                    </a:lnTo>
                    <a:lnTo>
                      <a:pt x="6374338" y="3398231"/>
                    </a:lnTo>
                    <a:lnTo>
                      <a:pt x="6405402" y="3363037"/>
                    </a:lnTo>
                    <a:lnTo>
                      <a:pt x="6435651" y="3327125"/>
                    </a:lnTo>
                    <a:lnTo>
                      <a:pt x="6465073" y="3290511"/>
                    </a:lnTo>
                    <a:lnTo>
                      <a:pt x="6493652" y="3253207"/>
                    </a:lnTo>
                    <a:lnTo>
                      <a:pt x="6521376" y="3215228"/>
                    </a:lnTo>
                    <a:lnTo>
                      <a:pt x="6548229" y="3176589"/>
                    </a:lnTo>
                    <a:lnTo>
                      <a:pt x="6574198" y="3137303"/>
                    </a:lnTo>
                    <a:lnTo>
                      <a:pt x="6599269" y="3097384"/>
                    </a:lnTo>
                    <a:lnTo>
                      <a:pt x="6623428" y="3056846"/>
                    </a:lnTo>
                    <a:lnTo>
                      <a:pt x="6646660" y="3015704"/>
                    </a:lnTo>
                    <a:lnTo>
                      <a:pt x="6668953" y="2973971"/>
                    </a:lnTo>
                    <a:lnTo>
                      <a:pt x="6690291" y="2931661"/>
                    </a:lnTo>
                    <a:lnTo>
                      <a:pt x="6710661" y="2888789"/>
                    </a:lnTo>
                    <a:lnTo>
                      <a:pt x="6730049" y="2845369"/>
                    </a:lnTo>
                    <a:lnTo>
                      <a:pt x="6748441" y="2801414"/>
                    </a:lnTo>
                    <a:lnTo>
                      <a:pt x="6765823" y="2756939"/>
                    </a:lnTo>
                    <a:lnTo>
                      <a:pt x="6782181" y="2711957"/>
                    </a:lnTo>
                    <a:lnTo>
                      <a:pt x="6796878" y="2666844"/>
                    </a:lnTo>
                    <a:lnTo>
                      <a:pt x="6810785" y="2620925"/>
                    </a:lnTo>
                    <a:lnTo>
                      <a:pt x="6823854" y="2574272"/>
                    </a:lnTo>
                    <a:lnTo>
                      <a:pt x="6836037" y="2526958"/>
                    </a:lnTo>
                    <a:lnTo>
                      <a:pt x="6847287" y="2479055"/>
                    </a:lnTo>
                    <a:lnTo>
                      <a:pt x="6857555" y="2430636"/>
                    </a:lnTo>
                    <a:lnTo>
                      <a:pt x="6866794" y="2381773"/>
                    </a:lnTo>
                    <a:lnTo>
                      <a:pt x="6874956" y="2332539"/>
                    </a:lnTo>
                    <a:lnTo>
                      <a:pt x="6881994" y="2283006"/>
                    </a:lnTo>
                    <a:lnTo>
                      <a:pt x="6887859" y="2233247"/>
                    </a:lnTo>
                    <a:lnTo>
                      <a:pt x="6892504" y="2183334"/>
                    </a:lnTo>
                    <a:lnTo>
                      <a:pt x="6895881" y="2133340"/>
                    </a:lnTo>
                    <a:lnTo>
                      <a:pt x="6897942" y="2083336"/>
                    </a:lnTo>
                    <a:lnTo>
                      <a:pt x="6898640" y="2033396"/>
                    </a:lnTo>
                    <a:lnTo>
                      <a:pt x="6897942" y="1979862"/>
                    </a:lnTo>
                    <a:lnTo>
                      <a:pt x="6895866" y="1926659"/>
                    </a:lnTo>
                    <a:lnTo>
                      <a:pt x="6892435" y="1873812"/>
                    </a:lnTo>
                    <a:lnTo>
                      <a:pt x="6887673" y="1821345"/>
                    </a:lnTo>
                    <a:lnTo>
                      <a:pt x="6881603" y="1769284"/>
                    </a:lnTo>
                    <a:lnTo>
                      <a:pt x="6874248" y="1717652"/>
                    </a:lnTo>
                    <a:lnTo>
                      <a:pt x="6865632" y="1666474"/>
                    </a:lnTo>
                    <a:lnTo>
                      <a:pt x="6855780" y="1615776"/>
                    </a:lnTo>
                    <a:lnTo>
                      <a:pt x="6844714" y="1565581"/>
                    </a:lnTo>
                    <a:lnTo>
                      <a:pt x="6832457" y="1515914"/>
                    </a:lnTo>
                    <a:lnTo>
                      <a:pt x="6819035" y="1466800"/>
                    </a:lnTo>
                    <a:lnTo>
                      <a:pt x="6804469" y="1418264"/>
                    </a:lnTo>
                    <a:lnTo>
                      <a:pt x="6788784" y="1370329"/>
                    </a:lnTo>
                    <a:lnTo>
                      <a:pt x="6786626" y="1365884"/>
                    </a:lnTo>
                    <a:lnTo>
                      <a:pt x="6786626" y="1361439"/>
                    </a:lnTo>
                    <a:lnTo>
                      <a:pt x="6784467" y="1357121"/>
                    </a:lnTo>
                    <a:lnTo>
                      <a:pt x="6767735" y="1312627"/>
                    </a:lnTo>
                    <a:lnTo>
                      <a:pt x="6749995" y="1268601"/>
                    </a:lnTo>
                    <a:lnTo>
                      <a:pt x="6731259" y="1225058"/>
                    </a:lnTo>
                    <a:lnTo>
                      <a:pt x="6711541" y="1182014"/>
                    </a:lnTo>
                    <a:lnTo>
                      <a:pt x="6690857" y="1139484"/>
                    </a:lnTo>
                    <a:lnTo>
                      <a:pt x="6669219" y="1097483"/>
                    </a:lnTo>
                    <a:lnTo>
                      <a:pt x="6646642" y="1056027"/>
                    </a:lnTo>
                    <a:lnTo>
                      <a:pt x="6623140" y="1015130"/>
                    </a:lnTo>
                    <a:lnTo>
                      <a:pt x="6598727" y="974807"/>
                    </a:lnTo>
                    <a:lnTo>
                      <a:pt x="6573417" y="935074"/>
                    </a:lnTo>
                    <a:lnTo>
                      <a:pt x="6547225" y="895946"/>
                    </a:lnTo>
                    <a:lnTo>
                      <a:pt x="6520163" y="857439"/>
                    </a:lnTo>
                    <a:lnTo>
                      <a:pt x="6492247" y="819566"/>
                    </a:lnTo>
                    <a:lnTo>
                      <a:pt x="6463491" y="782344"/>
                    </a:lnTo>
                    <a:lnTo>
                      <a:pt x="6433908" y="745788"/>
                    </a:lnTo>
                    <a:lnTo>
                      <a:pt x="6403512" y="709913"/>
                    </a:lnTo>
                    <a:lnTo>
                      <a:pt x="6372318" y="674734"/>
                    </a:lnTo>
                    <a:lnTo>
                      <a:pt x="6340339" y="640267"/>
                    </a:lnTo>
                    <a:lnTo>
                      <a:pt x="6307590" y="606525"/>
                    </a:lnTo>
                    <a:lnTo>
                      <a:pt x="6274085" y="573526"/>
                    </a:lnTo>
                    <a:lnTo>
                      <a:pt x="6239838" y="541283"/>
                    </a:lnTo>
                    <a:lnTo>
                      <a:pt x="6204863" y="509812"/>
                    </a:lnTo>
                    <a:lnTo>
                      <a:pt x="6169174" y="479129"/>
                    </a:lnTo>
                    <a:lnTo>
                      <a:pt x="6132785" y="449248"/>
                    </a:lnTo>
                    <a:lnTo>
                      <a:pt x="6095710" y="420184"/>
                    </a:lnTo>
                    <a:lnTo>
                      <a:pt x="6057963" y="391953"/>
                    </a:lnTo>
                    <a:lnTo>
                      <a:pt x="6019558" y="364570"/>
                    </a:lnTo>
                    <a:lnTo>
                      <a:pt x="5980510" y="338051"/>
                    </a:lnTo>
                    <a:lnTo>
                      <a:pt x="5940832" y="312409"/>
                    </a:lnTo>
                    <a:lnTo>
                      <a:pt x="5900539" y="287661"/>
                    </a:lnTo>
                    <a:lnTo>
                      <a:pt x="5859644" y="263822"/>
                    </a:lnTo>
                    <a:lnTo>
                      <a:pt x="5818162" y="240907"/>
                    </a:lnTo>
                    <a:lnTo>
                      <a:pt x="5776107" y="218931"/>
                    </a:lnTo>
                    <a:lnTo>
                      <a:pt x="5733492" y="197909"/>
                    </a:lnTo>
                    <a:lnTo>
                      <a:pt x="5690332" y="177856"/>
                    </a:lnTo>
                    <a:lnTo>
                      <a:pt x="5646641" y="158788"/>
                    </a:lnTo>
                    <a:lnTo>
                      <a:pt x="5602433" y="140720"/>
                    </a:lnTo>
                    <a:lnTo>
                      <a:pt x="5557722" y="123667"/>
                    </a:lnTo>
                    <a:lnTo>
                      <a:pt x="5512522" y="107644"/>
                    </a:lnTo>
                    <a:lnTo>
                      <a:pt x="5466847" y="92666"/>
                    </a:lnTo>
                    <a:lnTo>
                      <a:pt x="5420711" y="78749"/>
                    </a:lnTo>
                    <a:lnTo>
                      <a:pt x="5374129" y="65908"/>
                    </a:lnTo>
                    <a:lnTo>
                      <a:pt x="5327114" y="54157"/>
                    </a:lnTo>
                    <a:lnTo>
                      <a:pt x="5279681" y="43513"/>
                    </a:lnTo>
                    <a:lnTo>
                      <a:pt x="5231843" y="33990"/>
                    </a:lnTo>
                    <a:lnTo>
                      <a:pt x="5183614" y="25603"/>
                    </a:lnTo>
                    <a:lnTo>
                      <a:pt x="5135009" y="18368"/>
                    </a:lnTo>
                    <a:lnTo>
                      <a:pt x="5086042" y="12300"/>
                    </a:lnTo>
                    <a:lnTo>
                      <a:pt x="5036727" y="7414"/>
                    </a:lnTo>
                    <a:lnTo>
                      <a:pt x="4987078" y="3725"/>
                    </a:lnTo>
                    <a:lnTo>
                      <a:pt x="4937108" y="1248"/>
                    </a:lnTo>
                    <a:lnTo>
                      <a:pt x="4886833" y="0"/>
                    </a:lnTo>
                    <a:close/>
                  </a:path>
                </a:pathLst>
              </a:custGeom>
              <a:solidFill>
                <a:srgbClr val="FFC3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8" name="Google Shape;738;p23"/>
              <p:cNvSpPr txBox="1"/>
              <p:nvPr/>
            </p:nvSpPr>
            <p:spPr>
              <a:xfrm>
                <a:off x="14923" y="6959476"/>
                <a:ext cx="6738874"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3344D"/>
                  </a:buClr>
                  <a:buSzPts val="9600"/>
                  <a:buFont typeface="Corsiva"/>
                  <a:buNone/>
                </a:pPr>
                <a:r>
                  <a:rPr lang="en-GB" sz="9600" b="1">
                    <a:solidFill>
                      <a:srgbClr val="23344D"/>
                    </a:solidFill>
                    <a:latin typeface="Corsiva"/>
                    <a:ea typeface="Corsiva"/>
                    <a:cs typeface="Corsiva"/>
                    <a:sym typeface="Corsiva"/>
                  </a:rPr>
                  <a:t>Customer</a:t>
                </a:r>
                <a:endParaRPr/>
              </a:p>
              <a:p>
                <a:pPr marL="0" marR="0" lvl="0" indent="0" algn="l" rtl="0">
                  <a:spcBef>
                    <a:spcPts val="0"/>
                  </a:spcBef>
                  <a:spcAft>
                    <a:spcPts val="0"/>
                  </a:spcAft>
                  <a:buClr>
                    <a:srgbClr val="23344D"/>
                  </a:buClr>
                  <a:buSzPts val="9600"/>
                  <a:buFont typeface="Corsiva"/>
                  <a:buNone/>
                </a:pPr>
                <a:r>
                  <a:rPr lang="en-GB" sz="9600" b="1">
                    <a:solidFill>
                      <a:srgbClr val="23344D"/>
                    </a:solidFill>
                    <a:latin typeface="Corsiva"/>
                    <a:ea typeface="Corsiva"/>
                    <a:cs typeface="Corsiva"/>
                    <a:sym typeface="Corsiva"/>
                  </a:rPr>
                  <a:t>Satisfaction</a:t>
                </a:r>
                <a:endParaRPr sz="9600" b="1">
                  <a:solidFill>
                    <a:srgbClr val="23344D"/>
                  </a:solidFill>
                  <a:latin typeface="Corsiva"/>
                  <a:ea typeface="Corsiva"/>
                  <a:cs typeface="Corsiva"/>
                  <a:sym typeface="Corsiva"/>
                </a:endParaRPr>
              </a:p>
            </p:txBody>
          </p:sp>
        </p:grpSp>
        <p:pic>
          <p:nvPicPr>
            <p:cNvPr id="739" name="Google Shape;739;p23"/>
            <p:cNvPicPr preferRelativeResize="0"/>
            <p:nvPr/>
          </p:nvPicPr>
          <p:blipFill rotWithShape="1">
            <a:blip r:embed="rId3">
              <a:alphaModFix/>
            </a:blip>
            <a:srcRect/>
            <a:stretch/>
          </p:blipFill>
          <p:spPr>
            <a:xfrm>
              <a:off x="457200" y="1485900"/>
              <a:ext cx="4754392" cy="5069979"/>
            </a:xfrm>
            <a:prstGeom prst="rect">
              <a:avLst/>
            </a:prstGeom>
            <a:noFill/>
            <a:ln>
              <a:noFill/>
            </a:ln>
          </p:spPr>
        </p:pic>
        <p:pic>
          <p:nvPicPr>
            <p:cNvPr id="740" name="Google Shape;740;p23"/>
            <p:cNvPicPr preferRelativeResize="0"/>
            <p:nvPr/>
          </p:nvPicPr>
          <p:blipFill rotWithShape="1">
            <a:blip r:embed="rId4">
              <a:alphaModFix/>
            </a:blip>
            <a:srcRect/>
            <a:stretch/>
          </p:blipFill>
          <p:spPr>
            <a:xfrm>
              <a:off x="644086" y="232807"/>
              <a:ext cx="2591987" cy="1027215"/>
            </a:xfrm>
            <a:prstGeom prst="rect">
              <a:avLst/>
            </a:prstGeom>
            <a:noFill/>
            <a:ln>
              <a:noFill/>
            </a:ln>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72">
          <a:extLst>
            <a:ext uri="{FF2B5EF4-FFF2-40B4-BE49-F238E27FC236}">
              <a16:creationId xmlns:a16="http://schemas.microsoft.com/office/drawing/2014/main" id="{28494834-0F7C-4909-B7FC-E8D4A8FF0A4D}"/>
            </a:ext>
          </a:extLst>
        </p:cNvPr>
        <p:cNvGrpSpPr/>
        <p:nvPr/>
      </p:nvGrpSpPr>
      <p:grpSpPr>
        <a:xfrm>
          <a:off x="0" y="0"/>
          <a:ext cx="0" cy="0"/>
          <a:chOff x="0" y="0"/>
          <a:chExt cx="0" cy="0"/>
        </a:xfrm>
      </p:grpSpPr>
      <p:grpSp>
        <p:nvGrpSpPr>
          <p:cNvPr id="577" name="Google Shape;577;p15">
            <a:extLst>
              <a:ext uri="{FF2B5EF4-FFF2-40B4-BE49-F238E27FC236}">
                <a16:creationId xmlns:a16="http://schemas.microsoft.com/office/drawing/2014/main" id="{563B7EFA-FC03-C8AE-0605-8F387EC9529C}"/>
              </a:ext>
            </a:extLst>
          </p:cNvPr>
          <p:cNvGrpSpPr/>
          <p:nvPr/>
        </p:nvGrpSpPr>
        <p:grpSpPr>
          <a:xfrm>
            <a:off x="-1057617" y="9639300"/>
            <a:ext cx="20499486" cy="1524000"/>
            <a:chOff x="-762000" y="8773026"/>
            <a:chExt cx="20499486" cy="1524000"/>
          </a:xfrm>
        </p:grpSpPr>
        <p:grpSp>
          <p:nvGrpSpPr>
            <p:cNvPr id="578" name="Google Shape;578;p15">
              <a:extLst>
                <a:ext uri="{FF2B5EF4-FFF2-40B4-BE49-F238E27FC236}">
                  <a16:creationId xmlns:a16="http://schemas.microsoft.com/office/drawing/2014/main" id="{3CF8D21B-017E-595B-1F07-30E2CC41D94E}"/>
                </a:ext>
              </a:extLst>
            </p:cNvPr>
            <p:cNvGrpSpPr/>
            <p:nvPr/>
          </p:nvGrpSpPr>
          <p:grpSpPr>
            <a:xfrm>
              <a:off x="-762000" y="8773026"/>
              <a:ext cx="10287000" cy="1524000"/>
              <a:chOff x="-107950" y="7504113"/>
              <a:chExt cx="18395950" cy="2782887"/>
            </a:xfrm>
          </p:grpSpPr>
          <p:sp>
            <p:nvSpPr>
              <p:cNvPr id="579" name="Google Shape;579;p15">
                <a:extLst>
                  <a:ext uri="{FF2B5EF4-FFF2-40B4-BE49-F238E27FC236}">
                    <a16:creationId xmlns:a16="http://schemas.microsoft.com/office/drawing/2014/main" id="{3A875595-7553-4A12-98FC-0BE4D96C1BAA}"/>
                  </a:ext>
                </a:extLst>
              </p:cNvPr>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0" name="Google Shape;580;p15">
                <a:extLst>
                  <a:ext uri="{FF2B5EF4-FFF2-40B4-BE49-F238E27FC236}">
                    <a16:creationId xmlns:a16="http://schemas.microsoft.com/office/drawing/2014/main" id="{4AABF2F4-84E7-4810-FA40-520EA2DE0E28}"/>
                  </a:ext>
                </a:extLst>
              </p:cNvPr>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81" name="Google Shape;581;p15">
                <a:extLst>
                  <a:ext uri="{FF2B5EF4-FFF2-40B4-BE49-F238E27FC236}">
                    <a16:creationId xmlns:a16="http://schemas.microsoft.com/office/drawing/2014/main" id="{453BF261-40BC-7886-5C09-69C2C48E7845}"/>
                  </a:ext>
                </a:extLst>
              </p:cNvPr>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582" name="Google Shape;582;p15">
                <a:extLst>
                  <a:ext uri="{FF2B5EF4-FFF2-40B4-BE49-F238E27FC236}">
                    <a16:creationId xmlns:a16="http://schemas.microsoft.com/office/drawing/2014/main" id="{E25A2E1D-BAA0-F8E5-DABC-038E60A8CBBD}"/>
                  </a:ext>
                </a:extLst>
              </p:cNvPr>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583" name="Google Shape;583;p15">
                <a:extLst>
                  <a:ext uri="{FF2B5EF4-FFF2-40B4-BE49-F238E27FC236}">
                    <a16:creationId xmlns:a16="http://schemas.microsoft.com/office/drawing/2014/main" id="{379ADB3E-10B2-8AC2-FC0E-9368373085E0}"/>
                  </a:ext>
                </a:extLst>
              </p:cNvPr>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84" name="Google Shape;584;p15">
              <a:extLst>
                <a:ext uri="{FF2B5EF4-FFF2-40B4-BE49-F238E27FC236}">
                  <a16:creationId xmlns:a16="http://schemas.microsoft.com/office/drawing/2014/main" id="{FE697F09-55D7-A851-1529-867862FB9FE2}"/>
                </a:ext>
              </a:extLst>
            </p:cNvPr>
            <p:cNvGrpSpPr/>
            <p:nvPr/>
          </p:nvGrpSpPr>
          <p:grpSpPr>
            <a:xfrm>
              <a:off x="9450486" y="8773026"/>
              <a:ext cx="10287000" cy="1524000"/>
              <a:chOff x="-107950" y="7504113"/>
              <a:chExt cx="18395950" cy="2782887"/>
            </a:xfrm>
          </p:grpSpPr>
          <p:sp>
            <p:nvSpPr>
              <p:cNvPr id="585" name="Google Shape;585;p15">
                <a:extLst>
                  <a:ext uri="{FF2B5EF4-FFF2-40B4-BE49-F238E27FC236}">
                    <a16:creationId xmlns:a16="http://schemas.microsoft.com/office/drawing/2014/main" id="{E188245B-1B29-5C22-17EB-0DA604DAC107}"/>
                  </a:ext>
                </a:extLst>
              </p:cNvPr>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6" name="Google Shape;586;p15">
                <a:extLst>
                  <a:ext uri="{FF2B5EF4-FFF2-40B4-BE49-F238E27FC236}">
                    <a16:creationId xmlns:a16="http://schemas.microsoft.com/office/drawing/2014/main" id="{6B6F7DCD-76D4-9BC5-CA6C-79A37902359D}"/>
                  </a:ext>
                </a:extLst>
              </p:cNvPr>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87" name="Google Shape;587;p15">
                <a:extLst>
                  <a:ext uri="{FF2B5EF4-FFF2-40B4-BE49-F238E27FC236}">
                    <a16:creationId xmlns:a16="http://schemas.microsoft.com/office/drawing/2014/main" id="{9E7B57C3-102C-C0C6-BDAE-9D30B75C97BD}"/>
                  </a:ext>
                </a:extLst>
              </p:cNvPr>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588" name="Google Shape;588;p15">
                <a:extLst>
                  <a:ext uri="{FF2B5EF4-FFF2-40B4-BE49-F238E27FC236}">
                    <a16:creationId xmlns:a16="http://schemas.microsoft.com/office/drawing/2014/main" id="{311152BE-3F9A-7CA8-B21A-3E559AE16C81}"/>
                  </a:ext>
                </a:extLst>
              </p:cNvPr>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589" name="Google Shape;589;p15">
                <a:extLst>
                  <a:ext uri="{FF2B5EF4-FFF2-40B4-BE49-F238E27FC236}">
                    <a16:creationId xmlns:a16="http://schemas.microsoft.com/office/drawing/2014/main" id="{276B22FA-2E67-14E0-3E8C-D5FB2E166894}"/>
                  </a:ext>
                </a:extLst>
              </p:cNvPr>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pic>
        <p:nvPicPr>
          <p:cNvPr id="4" name="Picture 3">
            <a:extLst>
              <a:ext uri="{FF2B5EF4-FFF2-40B4-BE49-F238E27FC236}">
                <a16:creationId xmlns:a16="http://schemas.microsoft.com/office/drawing/2014/main" id="{BC4F91B2-5095-3667-193D-692558398B80}"/>
              </a:ext>
            </a:extLst>
          </p:cNvPr>
          <p:cNvPicPr>
            <a:picLocks noChangeAspect="1"/>
          </p:cNvPicPr>
          <p:nvPr/>
        </p:nvPicPr>
        <p:blipFill>
          <a:blip r:embed="rId5"/>
          <a:stretch>
            <a:fillRect/>
          </a:stretch>
        </p:blipFill>
        <p:spPr>
          <a:xfrm>
            <a:off x="1413986" y="1284051"/>
            <a:ext cx="6732944" cy="8355250"/>
          </a:xfrm>
          <a:prstGeom prst="rect">
            <a:avLst/>
          </a:prstGeom>
        </p:spPr>
      </p:pic>
      <p:pic>
        <p:nvPicPr>
          <p:cNvPr id="7" name="Picture 6">
            <a:extLst>
              <a:ext uri="{FF2B5EF4-FFF2-40B4-BE49-F238E27FC236}">
                <a16:creationId xmlns:a16="http://schemas.microsoft.com/office/drawing/2014/main" id="{43853F39-F27C-2EDE-D9F1-A1BB2381C230}"/>
              </a:ext>
            </a:extLst>
          </p:cNvPr>
          <p:cNvPicPr>
            <a:picLocks noChangeAspect="1"/>
          </p:cNvPicPr>
          <p:nvPr/>
        </p:nvPicPr>
        <p:blipFill>
          <a:blip r:embed="rId6"/>
          <a:stretch>
            <a:fillRect/>
          </a:stretch>
        </p:blipFill>
        <p:spPr>
          <a:xfrm>
            <a:off x="8743430" y="1284051"/>
            <a:ext cx="6674659" cy="8355249"/>
          </a:xfrm>
          <a:prstGeom prst="rect">
            <a:avLst/>
          </a:prstGeom>
        </p:spPr>
      </p:pic>
    </p:spTree>
    <p:extLst>
      <p:ext uri="{BB962C8B-B14F-4D97-AF65-F5344CB8AC3E}">
        <p14:creationId xmlns:p14="http://schemas.microsoft.com/office/powerpoint/2010/main" val="2217449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24"/>
          <p:cNvSpPr txBox="1">
            <a:spLocks noGrp="1"/>
          </p:cNvSpPr>
          <p:nvPr>
            <p:ph type="title"/>
          </p:nvPr>
        </p:nvSpPr>
        <p:spPr>
          <a:xfrm>
            <a:off x="2590800" y="6775273"/>
            <a:ext cx="148590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3344D"/>
              </a:buClr>
              <a:buSzPts val="13800"/>
              <a:buFont typeface="Corsiva"/>
              <a:buNone/>
            </a:pPr>
            <a:r>
              <a:rPr lang="en-GB" sz="11500" b="1" dirty="0">
                <a:solidFill>
                  <a:srgbClr val="23344D"/>
                </a:solidFill>
                <a:latin typeface="Corsiva"/>
                <a:ea typeface="Corsiva"/>
                <a:cs typeface="Corsiva"/>
                <a:sym typeface="Corsiva"/>
              </a:rPr>
              <a:t>Excellent</a:t>
            </a:r>
            <a:r>
              <a:rPr lang="en-GB" sz="13800" b="1" dirty="0">
                <a:solidFill>
                  <a:srgbClr val="23344D"/>
                </a:solidFill>
                <a:latin typeface="Corsiva"/>
                <a:ea typeface="Corsiva"/>
                <a:cs typeface="Corsiva"/>
                <a:sym typeface="Corsiva"/>
              </a:rPr>
              <a:t> </a:t>
            </a:r>
            <a:r>
              <a:rPr lang="en-GB" sz="11500" b="1" dirty="0">
                <a:solidFill>
                  <a:srgbClr val="23344D"/>
                </a:solidFill>
                <a:latin typeface="Corsiva"/>
                <a:ea typeface="Corsiva"/>
                <a:cs typeface="Corsiva"/>
                <a:sym typeface="Corsiva"/>
              </a:rPr>
              <a:t>Achievement</a:t>
            </a:r>
            <a:endParaRPr sz="13800" b="1" dirty="0">
              <a:solidFill>
                <a:srgbClr val="23344D"/>
              </a:solidFill>
              <a:latin typeface="Corsiva"/>
              <a:ea typeface="Corsiva"/>
              <a:cs typeface="Corsiva"/>
              <a:sym typeface="Corsiva"/>
            </a:endParaRPr>
          </a:p>
        </p:txBody>
      </p:sp>
      <p:sp>
        <p:nvSpPr>
          <p:cNvPr id="746" name="Google Shape;746;p24"/>
          <p:cNvSpPr txBox="1"/>
          <p:nvPr/>
        </p:nvSpPr>
        <p:spPr>
          <a:xfrm>
            <a:off x="2812686" y="8267700"/>
            <a:ext cx="14484714" cy="1477328"/>
          </a:xfrm>
          <a:prstGeom prst="rect">
            <a:avLst/>
          </a:prstGeom>
          <a:noFill/>
          <a:ln>
            <a:noFill/>
          </a:ln>
        </p:spPr>
        <p:txBody>
          <a:bodyPr spcFirstLastPara="1" wrap="square" lIns="0" tIns="0" rIns="0" bIns="0" anchor="t" anchorCtr="0">
            <a:spAutoFit/>
          </a:bodyPr>
          <a:lstStyle/>
          <a:p>
            <a:pPr marL="12700" marR="0" lvl="0" indent="0" algn="just" rtl="0">
              <a:spcBef>
                <a:spcPts val="0"/>
              </a:spcBef>
              <a:spcAft>
                <a:spcPts val="0"/>
              </a:spcAft>
              <a:buNone/>
            </a:pPr>
            <a:r>
              <a:rPr lang="en-GB" sz="3200" b="0" i="1">
                <a:solidFill>
                  <a:srgbClr val="23344D"/>
                </a:solidFill>
                <a:latin typeface="Calibri"/>
                <a:ea typeface="Calibri"/>
                <a:cs typeface="Calibri"/>
                <a:sym typeface="Calibri"/>
              </a:rPr>
              <a:t>Bersemangat dan gigih melakukan setiap aktivitas operasional dalam pekerjaan, melakukan check/review secara periodic dengan menerapkan siklus PDCA secara konsisten dan benar.</a:t>
            </a:r>
            <a:endParaRPr/>
          </a:p>
        </p:txBody>
      </p:sp>
      <p:sp>
        <p:nvSpPr>
          <p:cNvPr id="747" name="Google Shape;747;p24"/>
          <p:cNvSpPr txBox="1"/>
          <p:nvPr/>
        </p:nvSpPr>
        <p:spPr>
          <a:xfrm>
            <a:off x="2590800" y="428056"/>
            <a:ext cx="229235" cy="1243930"/>
          </a:xfrm>
          <a:prstGeom prst="rect">
            <a:avLst/>
          </a:prstGeom>
          <a:noFill/>
          <a:ln>
            <a:noFill/>
          </a:ln>
        </p:spPr>
        <p:txBody>
          <a:bodyPr spcFirstLastPara="1" wrap="square" lIns="0" tIns="12700" rIns="0" bIns="0" anchor="ctr" anchorCtr="0">
            <a:spAutoFit/>
          </a:bodyPr>
          <a:lstStyle/>
          <a:p>
            <a:pPr marL="12700" marR="0" lvl="0" indent="0" algn="ctr" rtl="0">
              <a:spcBef>
                <a:spcPts val="0"/>
              </a:spcBef>
              <a:spcAft>
                <a:spcPts val="0"/>
              </a:spcAft>
              <a:buClr>
                <a:srgbClr val="FFFFFF"/>
              </a:buClr>
              <a:buSzPts val="8000"/>
              <a:buFont typeface="Calibri"/>
              <a:buNone/>
            </a:pPr>
            <a:r>
              <a:rPr lang="en-GB" sz="8000" b="1">
                <a:solidFill>
                  <a:srgbClr val="FFFFFF"/>
                </a:solidFill>
                <a:latin typeface="Calibri"/>
                <a:ea typeface="Calibri"/>
                <a:cs typeface="Calibri"/>
                <a:sym typeface="Calibri"/>
              </a:rPr>
              <a:t>I</a:t>
            </a:r>
            <a:endParaRPr sz="8000">
              <a:solidFill>
                <a:schemeClr val="dk1"/>
              </a:solidFill>
              <a:latin typeface="Calibri"/>
              <a:ea typeface="Calibri"/>
              <a:cs typeface="Calibri"/>
              <a:sym typeface="Calibri"/>
            </a:endParaRPr>
          </a:p>
        </p:txBody>
      </p:sp>
      <p:sp>
        <p:nvSpPr>
          <p:cNvPr id="748" name="Google Shape;748;p24"/>
          <p:cNvSpPr txBox="1"/>
          <p:nvPr/>
        </p:nvSpPr>
        <p:spPr>
          <a:xfrm>
            <a:off x="2856575" y="804660"/>
            <a:ext cx="693673" cy="136704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8800" b="1">
                <a:solidFill>
                  <a:srgbClr val="FFFFFF"/>
                </a:solidFill>
                <a:latin typeface="Calibri"/>
                <a:ea typeface="Calibri"/>
                <a:cs typeface="Calibri"/>
                <a:sym typeface="Calibri"/>
              </a:rPr>
              <a:t>C</a:t>
            </a:r>
            <a:endParaRPr sz="8800">
              <a:solidFill>
                <a:schemeClr val="dk1"/>
              </a:solidFill>
              <a:latin typeface="Calibri"/>
              <a:ea typeface="Calibri"/>
              <a:cs typeface="Calibri"/>
              <a:sym typeface="Calibri"/>
            </a:endParaRPr>
          </a:p>
        </p:txBody>
      </p:sp>
      <p:grpSp>
        <p:nvGrpSpPr>
          <p:cNvPr id="749" name="Google Shape;749;p24"/>
          <p:cNvGrpSpPr/>
          <p:nvPr/>
        </p:nvGrpSpPr>
        <p:grpSpPr>
          <a:xfrm rot="5400000">
            <a:off x="-5219700" y="4381500"/>
            <a:ext cx="10287000" cy="1524000"/>
            <a:chOff x="-107950" y="7504113"/>
            <a:chExt cx="18395950" cy="2782887"/>
          </a:xfrm>
        </p:grpSpPr>
        <p:sp>
          <p:nvSpPr>
            <p:cNvPr id="750" name="Google Shape;750;p24"/>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1" name="Google Shape;751;p24"/>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52" name="Google Shape;752;p24"/>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753" name="Google Shape;753;p24"/>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754" name="Google Shape;754;p24"/>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755" name="Google Shape;755;p24"/>
          <p:cNvPicPr preferRelativeResize="0"/>
          <p:nvPr/>
        </p:nvPicPr>
        <p:blipFill rotWithShape="1">
          <a:blip r:embed="rId5">
            <a:alphaModFix/>
          </a:blip>
          <a:srcRect/>
          <a:stretch/>
        </p:blipFill>
        <p:spPr>
          <a:xfrm>
            <a:off x="4990810" y="428056"/>
            <a:ext cx="8956281" cy="5951777"/>
          </a:xfrm>
          <a:prstGeom prst="rect">
            <a:avLst/>
          </a:prstGeom>
          <a:noFill/>
          <a:ln>
            <a:noFill/>
          </a:ln>
        </p:spPr>
      </p:pic>
      <p:pic>
        <p:nvPicPr>
          <p:cNvPr id="756" name="Google Shape;756;p24"/>
          <p:cNvPicPr preferRelativeResize="0"/>
          <p:nvPr/>
        </p:nvPicPr>
        <p:blipFill rotWithShape="1">
          <a:blip r:embed="rId6">
            <a:alphaModFix/>
          </a:blip>
          <a:srcRect/>
          <a:stretch/>
        </p:blipFill>
        <p:spPr>
          <a:xfrm>
            <a:off x="17773" y="114300"/>
            <a:ext cx="3258827" cy="335260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cxnSp>
        <p:nvCxnSpPr>
          <p:cNvPr id="762" name="Google Shape;762;p25"/>
          <p:cNvCxnSpPr/>
          <p:nvPr/>
        </p:nvCxnSpPr>
        <p:spPr>
          <a:xfrm>
            <a:off x="9143996" y="4991100"/>
            <a:ext cx="0" cy="726224"/>
          </a:xfrm>
          <a:prstGeom prst="straightConnector1">
            <a:avLst/>
          </a:prstGeom>
          <a:noFill/>
          <a:ln w="25400" cap="flat" cmpd="sng">
            <a:solidFill>
              <a:srgbClr val="3F3F3F"/>
            </a:solidFill>
            <a:prstDash val="solid"/>
            <a:round/>
            <a:headEnd type="none" w="sm" len="sm"/>
            <a:tailEnd type="none" w="sm" len="sm"/>
          </a:ln>
        </p:spPr>
      </p:cxnSp>
      <p:cxnSp>
        <p:nvCxnSpPr>
          <p:cNvPr id="763" name="Google Shape;763;p25"/>
          <p:cNvCxnSpPr/>
          <p:nvPr/>
        </p:nvCxnSpPr>
        <p:spPr>
          <a:xfrm>
            <a:off x="2519264" y="5717324"/>
            <a:ext cx="13249472" cy="0"/>
          </a:xfrm>
          <a:prstGeom prst="straightConnector1">
            <a:avLst/>
          </a:prstGeom>
          <a:noFill/>
          <a:ln w="25400" cap="flat" cmpd="sng">
            <a:solidFill>
              <a:srgbClr val="3F3F3F"/>
            </a:solidFill>
            <a:prstDash val="solid"/>
            <a:round/>
            <a:headEnd type="none" w="sm" len="sm"/>
            <a:tailEnd type="none" w="sm" len="sm"/>
          </a:ln>
        </p:spPr>
      </p:cxnSp>
      <p:cxnSp>
        <p:nvCxnSpPr>
          <p:cNvPr id="764" name="Google Shape;764;p25"/>
          <p:cNvCxnSpPr/>
          <p:nvPr/>
        </p:nvCxnSpPr>
        <p:spPr>
          <a:xfrm>
            <a:off x="2519264" y="5717324"/>
            <a:ext cx="0" cy="726224"/>
          </a:xfrm>
          <a:prstGeom prst="straightConnector1">
            <a:avLst/>
          </a:prstGeom>
          <a:noFill/>
          <a:ln w="25400" cap="flat" cmpd="sng">
            <a:solidFill>
              <a:srgbClr val="3F3F3F"/>
            </a:solidFill>
            <a:prstDash val="solid"/>
            <a:round/>
            <a:headEnd type="oval" w="lg" len="lg"/>
            <a:tailEnd type="none" w="sm" len="sm"/>
          </a:ln>
        </p:spPr>
      </p:cxnSp>
      <p:cxnSp>
        <p:nvCxnSpPr>
          <p:cNvPr id="765" name="Google Shape;765;p25"/>
          <p:cNvCxnSpPr/>
          <p:nvPr/>
        </p:nvCxnSpPr>
        <p:spPr>
          <a:xfrm>
            <a:off x="5831632" y="5717324"/>
            <a:ext cx="0" cy="726224"/>
          </a:xfrm>
          <a:prstGeom prst="straightConnector1">
            <a:avLst/>
          </a:prstGeom>
          <a:noFill/>
          <a:ln w="25400" cap="flat" cmpd="sng">
            <a:solidFill>
              <a:srgbClr val="3F3F3F"/>
            </a:solidFill>
            <a:prstDash val="solid"/>
            <a:round/>
            <a:headEnd type="oval" w="lg" len="lg"/>
            <a:tailEnd type="none" w="sm" len="sm"/>
          </a:ln>
        </p:spPr>
      </p:cxnSp>
      <p:cxnSp>
        <p:nvCxnSpPr>
          <p:cNvPr id="766" name="Google Shape;766;p25"/>
          <p:cNvCxnSpPr/>
          <p:nvPr/>
        </p:nvCxnSpPr>
        <p:spPr>
          <a:xfrm>
            <a:off x="9144000" y="5717324"/>
            <a:ext cx="0" cy="726224"/>
          </a:xfrm>
          <a:prstGeom prst="straightConnector1">
            <a:avLst/>
          </a:prstGeom>
          <a:noFill/>
          <a:ln w="25400" cap="flat" cmpd="sng">
            <a:solidFill>
              <a:srgbClr val="3F3F3F"/>
            </a:solidFill>
            <a:prstDash val="solid"/>
            <a:round/>
            <a:headEnd type="oval" w="lg" len="lg"/>
            <a:tailEnd type="none" w="sm" len="sm"/>
          </a:ln>
        </p:spPr>
      </p:cxnSp>
      <p:cxnSp>
        <p:nvCxnSpPr>
          <p:cNvPr id="767" name="Google Shape;767;p25"/>
          <p:cNvCxnSpPr/>
          <p:nvPr/>
        </p:nvCxnSpPr>
        <p:spPr>
          <a:xfrm>
            <a:off x="12456368" y="5717324"/>
            <a:ext cx="0" cy="726224"/>
          </a:xfrm>
          <a:prstGeom prst="straightConnector1">
            <a:avLst/>
          </a:prstGeom>
          <a:noFill/>
          <a:ln w="25400" cap="flat" cmpd="sng">
            <a:solidFill>
              <a:srgbClr val="3F3F3F"/>
            </a:solidFill>
            <a:prstDash val="solid"/>
            <a:round/>
            <a:headEnd type="oval" w="lg" len="lg"/>
            <a:tailEnd type="none" w="sm" len="sm"/>
          </a:ln>
        </p:spPr>
      </p:cxnSp>
      <p:cxnSp>
        <p:nvCxnSpPr>
          <p:cNvPr id="768" name="Google Shape;768;p25"/>
          <p:cNvCxnSpPr/>
          <p:nvPr/>
        </p:nvCxnSpPr>
        <p:spPr>
          <a:xfrm>
            <a:off x="15785445" y="5717324"/>
            <a:ext cx="0" cy="726224"/>
          </a:xfrm>
          <a:prstGeom prst="straightConnector1">
            <a:avLst/>
          </a:prstGeom>
          <a:noFill/>
          <a:ln w="25400" cap="flat" cmpd="sng">
            <a:solidFill>
              <a:srgbClr val="3F3F3F"/>
            </a:solidFill>
            <a:prstDash val="solid"/>
            <a:round/>
            <a:headEnd type="oval" w="lg" len="lg"/>
            <a:tailEnd type="none" w="sm" len="sm"/>
          </a:ln>
        </p:spPr>
      </p:cxnSp>
      <p:sp>
        <p:nvSpPr>
          <p:cNvPr id="769" name="Google Shape;769;p25"/>
          <p:cNvSpPr/>
          <p:nvPr/>
        </p:nvSpPr>
        <p:spPr>
          <a:xfrm>
            <a:off x="1892594" y="6443548"/>
            <a:ext cx="1242200" cy="1242200"/>
          </a:xfrm>
          <a:prstGeom prst="ellipse">
            <a:avLst/>
          </a:prstGeom>
          <a:solidFill>
            <a:schemeClr val="accent2"/>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770" name="Google Shape;770;p25"/>
          <p:cNvSpPr/>
          <p:nvPr/>
        </p:nvSpPr>
        <p:spPr>
          <a:xfrm>
            <a:off x="5210532" y="6443548"/>
            <a:ext cx="1242200" cy="1242200"/>
          </a:xfrm>
          <a:prstGeom prst="ellipse">
            <a:avLst/>
          </a:prstGeom>
          <a:solidFill>
            <a:schemeClr val="accent5"/>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771" name="Google Shape;771;p25"/>
          <p:cNvSpPr/>
          <p:nvPr/>
        </p:nvSpPr>
        <p:spPr>
          <a:xfrm>
            <a:off x="8528470" y="6443548"/>
            <a:ext cx="1242200" cy="1242200"/>
          </a:xfrm>
          <a:prstGeom prst="ellipse">
            <a:avLst/>
          </a:prstGeom>
          <a:solidFill>
            <a:schemeClr val="accent6"/>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772" name="Google Shape;772;p25"/>
          <p:cNvSpPr/>
          <p:nvPr/>
        </p:nvSpPr>
        <p:spPr>
          <a:xfrm>
            <a:off x="11846408" y="6443548"/>
            <a:ext cx="1242200" cy="1242200"/>
          </a:xfrm>
          <a:prstGeom prst="ellipse">
            <a:avLst/>
          </a:prstGeom>
          <a:solidFill>
            <a:schemeClr val="accent3"/>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773" name="Google Shape;773;p25"/>
          <p:cNvSpPr/>
          <p:nvPr/>
        </p:nvSpPr>
        <p:spPr>
          <a:xfrm>
            <a:off x="15164345" y="6443548"/>
            <a:ext cx="1242200" cy="1242200"/>
          </a:xfrm>
          <a:prstGeom prst="ellipse">
            <a:avLst/>
          </a:prstGeom>
          <a:solidFill>
            <a:schemeClr val="accent4"/>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774" name="Google Shape;774;p25"/>
          <p:cNvSpPr txBox="1"/>
          <p:nvPr/>
        </p:nvSpPr>
        <p:spPr>
          <a:xfrm>
            <a:off x="953891" y="7923732"/>
            <a:ext cx="3108450"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Target Tercapai</a:t>
            </a:r>
            <a:endParaRPr sz="2800" b="1">
              <a:solidFill>
                <a:schemeClr val="dk1"/>
              </a:solidFill>
              <a:latin typeface="Calibri"/>
              <a:ea typeface="Calibri"/>
              <a:cs typeface="Calibri"/>
              <a:sym typeface="Calibri"/>
            </a:endParaRPr>
          </a:p>
        </p:txBody>
      </p:sp>
      <p:sp>
        <p:nvSpPr>
          <p:cNvPr id="775" name="Google Shape;775;p25"/>
          <p:cNvSpPr txBox="1"/>
          <p:nvPr/>
        </p:nvSpPr>
        <p:spPr>
          <a:xfrm>
            <a:off x="4373791" y="7923732"/>
            <a:ext cx="3108450"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PDCA</a:t>
            </a:r>
            <a:endParaRPr sz="2800" b="1">
              <a:solidFill>
                <a:schemeClr val="dk1"/>
              </a:solidFill>
              <a:latin typeface="Calibri"/>
              <a:ea typeface="Calibri"/>
              <a:cs typeface="Calibri"/>
              <a:sym typeface="Calibri"/>
            </a:endParaRPr>
          </a:p>
        </p:txBody>
      </p:sp>
      <p:sp>
        <p:nvSpPr>
          <p:cNvPr id="776" name="Google Shape;776;p25"/>
          <p:cNvSpPr txBox="1"/>
          <p:nvPr/>
        </p:nvSpPr>
        <p:spPr>
          <a:xfrm>
            <a:off x="7691733" y="7923732"/>
            <a:ext cx="3108450"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Self Starter</a:t>
            </a:r>
            <a:endParaRPr sz="2800" b="1">
              <a:solidFill>
                <a:schemeClr val="dk1"/>
              </a:solidFill>
              <a:latin typeface="Calibri"/>
              <a:ea typeface="Calibri"/>
              <a:cs typeface="Calibri"/>
              <a:sym typeface="Calibri"/>
            </a:endParaRPr>
          </a:p>
        </p:txBody>
      </p:sp>
      <p:sp>
        <p:nvSpPr>
          <p:cNvPr id="777" name="Google Shape;777;p25"/>
          <p:cNvSpPr txBox="1"/>
          <p:nvPr/>
        </p:nvSpPr>
        <p:spPr>
          <a:xfrm>
            <a:off x="10902143" y="7923732"/>
            <a:ext cx="3108450" cy="95410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Produktif saat Bekerja</a:t>
            </a:r>
            <a:endParaRPr sz="2800" b="1">
              <a:solidFill>
                <a:schemeClr val="dk1"/>
              </a:solidFill>
              <a:latin typeface="Calibri"/>
              <a:ea typeface="Calibri"/>
              <a:cs typeface="Calibri"/>
              <a:sym typeface="Calibri"/>
            </a:endParaRPr>
          </a:p>
        </p:txBody>
      </p:sp>
      <p:sp>
        <p:nvSpPr>
          <p:cNvPr id="778" name="Google Shape;778;p25"/>
          <p:cNvSpPr txBox="1"/>
          <p:nvPr/>
        </p:nvSpPr>
        <p:spPr>
          <a:xfrm>
            <a:off x="14214511" y="8000733"/>
            <a:ext cx="3108450"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Pantang Menyerah</a:t>
            </a:r>
            <a:endParaRPr sz="2800" b="1">
              <a:solidFill>
                <a:schemeClr val="dk1"/>
              </a:solidFill>
              <a:latin typeface="Calibri"/>
              <a:ea typeface="Calibri"/>
              <a:cs typeface="Calibri"/>
              <a:sym typeface="Calibri"/>
            </a:endParaRPr>
          </a:p>
        </p:txBody>
      </p:sp>
      <p:sp>
        <p:nvSpPr>
          <p:cNvPr id="779" name="Google Shape;779;p25"/>
          <p:cNvSpPr/>
          <p:nvPr/>
        </p:nvSpPr>
        <p:spPr>
          <a:xfrm>
            <a:off x="12063797" y="6654014"/>
            <a:ext cx="816066" cy="747488"/>
          </a:xfrm>
          <a:custGeom>
            <a:avLst/>
            <a:gdLst/>
            <a:ahLst/>
            <a:cxnLst/>
            <a:rect l="l" t="t" r="r" b="b"/>
            <a:pathLst>
              <a:path w="3210745" h="2940925" extrusionOk="0">
                <a:moveTo>
                  <a:pt x="340528" y="2526682"/>
                </a:moveTo>
                <a:cubicBezTo>
                  <a:pt x="280875" y="2526682"/>
                  <a:pt x="232516" y="2575041"/>
                  <a:pt x="232516" y="2634694"/>
                </a:cubicBezTo>
                <a:cubicBezTo>
                  <a:pt x="232516" y="2694347"/>
                  <a:pt x="280875" y="2742706"/>
                  <a:pt x="340528" y="2742706"/>
                </a:cubicBezTo>
                <a:cubicBezTo>
                  <a:pt x="400181" y="2742706"/>
                  <a:pt x="448540" y="2694347"/>
                  <a:pt x="448540" y="2634694"/>
                </a:cubicBezTo>
                <a:cubicBezTo>
                  <a:pt x="448540" y="2575041"/>
                  <a:pt x="400181" y="2526682"/>
                  <a:pt x="340528" y="2526682"/>
                </a:cubicBezTo>
                <a:close/>
                <a:moveTo>
                  <a:pt x="1821636" y="152"/>
                </a:moveTo>
                <a:cubicBezTo>
                  <a:pt x="1920275" y="-4956"/>
                  <a:pt x="2051571" y="119306"/>
                  <a:pt x="2102482" y="278737"/>
                </a:cubicBezTo>
                <a:cubicBezTo>
                  <a:pt x="2192513" y="649582"/>
                  <a:pt x="1575154" y="1213351"/>
                  <a:pt x="2006019" y="1236931"/>
                </a:cubicBezTo>
                <a:cubicBezTo>
                  <a:pt x="2310412" y="1206920"/>
                  <a:pt x="2473326" y="1176910"/>
                  <a:pt x="2803442" y="1166192"/>
                </a:cubicBezTo>
                <a:cubicBezTo>
                  <a:pt x="3103547" y="1170479"/>
                  <a:pt x="3152850" y="1361260"/>
                  <a:pt x="3002798" y="1564903"/>
                </a:cubicBezTo>
                <a:cubicBezTo>
                  <a:pt x="3191435" y="1575621"/>
                  <a:pt x="3347919" y="1869296"/>
                  <a:pt x="3022090" y="1989338"/>
                </a:cubicBezTo>
                <a:cubicBezTo>
                  <a:pt x="3332913" y="2182262"/>
                  <a:pt x="3154994" y="2426634"/>
                  <a:pt x="2977074" y="2471650"/>
                </a:cubicBezTo>
                <a:cubicBezTo>
                  <a:pt x="3127127" y="2606697"/>
                  <a:pt x="3109978" y="2709590"/>
                  <a:pt x="2957782" y="2793191"/>
                </a:cubicBezTo>
                <a:cubicBezTo>
                  <a:pt x="2620164" y="2932526"/>
                  <a:pt x="1747715" y="3028988"/>
                  <a:pt x="1253613" y="2818914"/>
                </a:cubicBezTo>
                <a:cubicBezTo>
                  <a:pt x="1018944" y="2738561"/>
                  <a:pt x="869067" y="2654318"/>
                  <a:pt x="700568" y="2648441"/>
                </a:cubicBezTo>
                <a:lnTo>
                  <a:pt x="700568" y="2796242"/>
                </a:lnTo>
                <a:cubicBezTo>
                  <a:pt x="700568" y="2860729"/>
                  <a:pt x="648291" y="2913006"/>
                  <a:pt x="583804" y="2913006"/>
                </a:cubicBezTo>
                <a:lnTo>
                  <a:pt x="0" y="2913006"/>
                </a:lnTo>
                <a:lnTo>
                  <a:pt x="0" y="1400838"/>
                </a:lnTo>
                <a:lnTo>
                  <a:pt x="583804" y="1400838"/>
                </a:lnTo>
                <a:cubicBezTo>
                  <a:pt x="648291" y="1400838"/>
                  <a:pt x="700568" y="1453115"/>
                  <a:pt x="700568" y="1517602"/>
                </a:cubicBezTo>
                <a:lnTo>
                  <a:pt x="700568" y="1571674"/>
                </a:lnTo>
                <a:cubicBezTo>
                  <a:pt x="721537" y="1568378"/>
                  <a:pt x="746526" y="1559634"/>
                  <a:pt x="784162" y="1539180"/>
                </a:cubicBezTo>
                <a:cubicBezTo>
                  <a:pt x="831321" y="1421281"/>
                  <a:pt x="890271" y="1323747"/>
                  <a:pt x="1034964" y="1191915"/>
                </a:cubicBezTo>
                <a:cubicBezTo>
                  <a:pt x="1257900" y="851081"/>
                  <a:pt x="1628744" y="677449"/>
                  <a:pt x="1703770" y="169413"/>
                </a:cubicBezTo>
                <a:cubicBezTo>
                  <a:pt x="1715024" y="52855"/>
                  <a:pt x="1762452" y="3217"/>
                  <a:pt x="1821636" y="152"/>
                </a:cubicBezTo>
                <a:close/>
              </a:path>
            </a:pathLst>
          </a:custGeom>
          <a:solidFill>
            <a:schemeClr val="dk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780" name="Google Shape;780;p25"/>
          <p:cNvSpPr/>
          <p:nvPr/>
        </p:nvSpPr>
        <p:spPr>
          <a:xfrm>
            <a:off x="8789004" y="6674666"/>
            <a:ext cx="709984" cy="711072"/>
          </a:xfrm>
          <a:custGeom>
            <a:avLst/>
            <a:gdLst/>
            <a:ahLst/>
            <a:cxnLst/>
            <a:rect l="l" t="t" r="r" b="b"/>
            <a:pathLst>
              <a:path w="3197597" h="3202496" extrusionOk="0">
                <a:moveTo>
                  <a:pt x="601421" y="1611393"/>
                </a:moveTo>
                <a:lnTo>
                  <a:pt x="2596176" y="1611393"/>
                </a:lnTo>
                <a:cubicBezTo>
                  <a:pt x="2928331" y="1611393"/>
                  <a:pt x="3197594" y="1880656"/>
                  <a:pt x="3197594" y="2212811"/>
                </a:cubicBezTo>
                <a:lnTo>
                  <a:pt x="3197594" y="2776360"/>
                </a:lnTo>
                <a:lnTo>
                  <a:pt x="3197597" y="2776360"/>
                </a:lnTo>
                <a:lnTo>
                  <a:pt x="3197597" y="2914824"/>
                </a:lnTo>
                <a:lnTo>
                  <a:pt x="3197198" y="2914824"/>
                </a:lnTo>
                <a:lnTo>
                  <a:pt x="3197198" y="3202496"/>
                </a:lnTo>
                <a:lnTo>
                  <a:pt x="398" y="3202496"/>
                </a:lnTo>
                <a:lnTo>
                  <a:pt x="398" y="2914824"/>
                </a:lnTo>
                <a:lnTo>
                  <a:pt x="0" y="2914824"/>
                </a:lnTo>
                <a:lnTo>
                  <a:pt x="0" y="2212811"/>
                </a:lnTo>
                <a:cubicBezTo>
                  <a:pt x="0" y="1880656"/>
                  <a:pt x="269266" y="1611393"/>
                  <a:pt x="601421" y="1611393"/>
                </a:cubicBezTo>
                <a:close/>
                <a:moveTo>
                  <a:pt x="1598801" y="0"/>
                </a:moveTo>
                <a:cubicBezTo>
                  <a:pt x="1998649" y="0"/>
                  <a:pt x="2322791" y="324142"/>
                  <a:pt x="2322791" y="723993"/>
                </a:cubicBezTo>
                <a:cubicBezTo>
                  <a:pt x="2322791" y="1123843"/>
                  <a:pt x="1998649" y="1447985"/>
                  <a:pt x="1598801" y="1447985"/>
                </a:cubicBezTo>
                <a:cubicBezTo>
                  <a:pt x="1198951" y="1447985"/>
                  <a:pt x="874809" y="1123843"/>
                  <a:pt x="874809" y="723993"/>
                </a:cubicBezTo>
                <a:cubicBezTo>
                  <a:pt x="874809" y="324142"/>
                  <a:pt x="1198951" y="0"/>
                  <a:pt x="1598801" y="0"/>
                </a:cubicBezTo>
                <a:close/>
              </a:path>
            </a:pathLst>
          </a:cu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781" name="Google Shape;781;p25"/>
          <p:cNvSpPr/>
          <p:nvPr/>
        </p:nvSpPr>
        <p:spPr>
          <a:xfrm>
            <a:off x="2074510" y="6593068"/>
            <a:ext cx="867208" cy="874268"/>
          </a:xfrm>
          <a:custGeom>
            <a:avLst/>
            <a:gdLst/>
            <a:ahLst/>
            <a:cxnLst/>
            <a:rect l="l" t="t" r="r" b="b"/>
            <a:pathLst>
              <a:path w="3208412" h="3234532" extrusionOk="0">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000000"/>
              </a:solidFill>
              <a:latin typeface="Calibri"/>
              <a:ea typeface="Calibri"/>
              <a:cs typeface="Calibri"/>
              <a:sym typeface="Calibri"/>
            </a:endParaRPr>
          </a:p>
        </p:txBody>
      </p:sp>
      <p:sp>
        <p:nvSpPr>
          <p:cNvPr id="782" name="Google Shape;782;p25"/>
          <p:cNvSpPr/>
          <p:nvPr/>
        </p:nvSpPr>
        <p:spPr>
          <a:xfrm>
            <a:off x="5399584" y="6581421"/>
            <a:ext cx="901520" cy="909050"/>
          </a:xfrm>
          <a:custGeom>
            <a:avLst/>
            <a:gdLst/>
            <a:ahLst/>
            <a:cxnLst/>
            <a:rect l="l" t="t" r="r" b="b"/>
            <a:pathLst>
              <a:path w="1652142" h="1665940" extrusionOk="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accent2"/>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783" name="Google Shape;783;p25"/>
          <p:cNvSpPr/>
          <p:nvPr/>
        </p:nvSpPr>
        <p:spPr>
          <a:xfrm>
            <a:off x="15563442" y="6539635"/>
            <a:ext cx="444008" cy="1087970"/>
          </a:xfrm>
          <a:custGeom>
            <a:avLst/>
            <a:gdLst/>
            <a:ahLst/>
            <a:cxnLst/>
            <a:rect l="l" t="t" r="r" b="b"/>
            <a:pathLst>
              <a:path w="1060423" h="2598393" extrusionOk="0">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grpSp>
        <p:nvGrpSpPr>
          <p:cNvPr id="784" name="Google Shape;784;p25"/>
          <p:cNvGrpSpPr/>
          <p:nvPr/>
        </p:nvGrpSpPr>
        <p:grpSpPr>
          <a:xfrm>
            <a:off x="-1057617" y="9639300"/>
            <a:ext cx="20499486" cy="1524000"/>
            <a:chOff x="-762000" y="8773026"/>
            <a:chExt cx="20499486" cy="1524000"/>
          </a:xfrm>
        </p:grpSpPr>
        <p:grpSp>
          <p:nvGrpSpPr>
            <p:cNvPr id="785" name="Google Shape;785;p25"/>
            <p:cNvGrpSpPr/>
            <p:nvPr/>
          </p:nvGrpSpPr>
          <p:grpSpPr>
            <a:xfrm>
              <a:off x="-762000" y="8773026"/>
              <a:ext cx="10287000" cy="1524000"/>
              <a:chOff x="-107950" y="7504113"/>
              <a:chExt cx="18395950" cy="2782887"/>
            </a:xfrm>
          </p:grpSpPr>
          <p:sp>
            <p:nvSpPr>
              <p:cNvPr id="786" name="Google Shape;786;p25"/>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7" name="Google Shape;787;p25"/>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88" name="Google Shape;788;p25"/>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789" name="Google Shape;789;p25"/>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790" name="Google Shape;790;p25"/>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791" name="Google Shape;791;p25"/>
            <p:cNvGrpSpPr/>
            <p:nvPr/>
          </p:nvGrpSpPr>
          <p:grpSpPr>
            <a:xfrm>
              <a:off x="9450486" y="8773026"/>
              <a:ext cx="10287000" cy="1524000"/>
              <a:chOff x="-107950" y="7504113"/>
              <a:chExt cx="18395950" cy="2782887"/>
            </a:xfrm>
          </p:grpSpPr>
          <p:sp>
            <p:nvSpPr>
              <p:cNvPr id="792" name="Google Shape;792;p25"/>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3" name="Google Shape;793;p25"/>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94" name="Google Shape;794;p25"/>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795" name="Google Shape;795;p25"/>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796" name="Google Shape;796;p25"/>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
        <p:nvSpPr>
          <p:cNvPr id="797" name="Google Shape;797;p25"/>
          <p:cNvSpPr/>
          <p:nvPr/>
        </p:nvSpPr>
        <p:spPr>
          <a:xfrm>
            <a:off x="4419600" y="647700"/>
            <a:ext cx="11641147"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0800" b="1">
                <a:solidFill>
                  <a:srgbClr val="FF4D00"/>
                </a:solidFill>
                <a:latin typeface="Federo"/>
                <a:ea typeface="Federo"/>
                <a:cs typeface="Federo"/>
                <a:sym typeface="Federo"/>
              </a:rPr>
              <a:t>E</a:t>
            </a:r>
            <a:r>
              <a:rPr lang="en-GB" sz="7200" b="1">
                <a:solidFill>
                  <a:srgbClr val="000000"/>
                </a:solidFill>
                <a:latin typeface="Federo"/>
                <a:ea typeface="Federo"/>
                <a:cs typeface="Federo"/>
                <a:sym typeface="Federo"/>
              </a:rPr>
              <a:t>xcellent Achievement</a:t>
            </a:r>
            <a:endParaRPr sz="7200" b="1">
              <a:solidFill>
                <a:srgbClr val="000000"/>
              </a:solidFill>
              <a:latin typeface="Federo"/>
              <a:ea typeface="Federo"/>
              <a:cs typeface="Federo"/>
              <a:sym typeface="Federo"/>
            </a:endParaRPr>
          </a:p>
        </p:txBody>
      </p:sp>
      <p:pic>
        <p:nvPicPr>
          <p:cNvPr id="798" name="Google Shape;798;p25"/>
          <p:cNvPicPr preferRelativeResize="0"/>
          <p:nvPr/>
        </p:nvPicPr>
        <p:blipFill rotWithShape="1">
          <a:blip r:embed="rId5">
            <a:alphaModFix/>
          </a:blip>
          <a:srcRect/>
          <a:stretch/>
        </p:blipFill>
        <p:spPr>
          <a:xfrm>
            <a:off x="7730560" y="2314737"/>
            <a:ext cx="2848618" cy="293059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26"/>
          <p:cNvSpPr txBox="1"/>
          <p:nvPr/>
        </p:nvSpPr>
        <p:spPr>
          <a:xfrm>
            <a:off x="1172049" y="856240"/>
            <a:ext cx="9267351" cy="1143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3A719A"/>
              </a:buClr>
              <a:buSzPts val="9600"/>
              <a:buFont typeface="Federo"/>
              <a:buNone/>
            </a:pPr>
            <a:r>
              <a:rPr lang="en-GB" sz="9600" b="1">
                <a:solidFill>
                  <a:srgbClr val="3A719A"/>
                </a:solidFill>
                <a:latin typeface="Federo"/>
                <a:ea typeface="Federo"/>
                <a:cs typeface="Federo"/>
                <a:sym typeface="Federo"/>
              </a:rPr>
              <a:t>Contoh Perilaku</a:t>
            </a:r>
            <a:endParaRPr sz="9600" b="1">
              <a:solidFill>
                <a:srgbClr val="3A719A"/>
              </a:solidFill>
              <a:latin typeface="Federo"/>
              <a:ea typeface="Federo"/>
              <a:cs typeface="Federo"/>
              <a:sym typeface="Federo"/>
            </a:endParaRPr>
          </a:p>
        </p:txBody>
      </p:sp>
      <p:sp>
        <p:nvSpPr>
          <p:cNvPr id="804" name="Google Shape;804;p26"/>
          <p:cNvSpPr txBox="1"/>
          <p:nvPr/>
        </p:nvSpPr>
        <p:spPr>
          <a:xfrm>
            <a:off x="8278703" y="3044072"/>
            <a:ext cx="8987321" cy="3440301"/>
          </a:xfrm>
          <a:prstGeom prst="rect">
            <a:avLst/>
          </a:prstGeom>
          <a:noFill/>
          <a:ln>
            <a:noFill/>
          </a:ln>
        </p:spPr>
        <p:txBody>
          <a:bodyPr spcFirstLastPara="1" wrap="square" lIns="0" tIns="0" rIns="0" bIns="0" anchor="t" anchorCtr="0">
            <a:spAutoFit/>
          </a:bodyPr>
          <a:lstStyle/>
          <a:p>
            <a:pPr marL="469900" marR="5080" lvl="0" indent="-457200" algn="l" rtl="0">
              <a:lnSpc>
                <a:spcPct val="116100"/>
              </a:lnSpc>
              <a:spcBef>
                <a:spcPts val="0"/>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Pantang</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menyerah</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dalam</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menghadapi</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tantangan</a:t>
            </a:r>
            <a:r>
              <a:rPr lang="en-GB" sz="3200" b="0" i="0" dirty="0">
                <a:solidFill>
                  <a:srgbClr val="23344D"/>
                </a:solidFill>
                <a:latin typeface="Arial"/>
                <a:ea typeface="Arial"/>
                <a:cs typeface="Arial"/>
                <a:sym typeface="Arial"/>
              </a:rPr>
              <a:t>  </a:t>
            </a:r>
            <a:endParaRPr sz="3200" b="0" i="0" dirty="0">
              <a:solidFill>
                <a:srgbClr val="23344D"/>
              </a:solidFill>
              <a:latin typeface="Arial"/>
              <a:ea typeface="Arial"/>
              <a:cs typeface="Arial"/>
              <a:sym typeface="Arial"/>
            </a:endParaRPr>
          </a:p>
          <a:p>
            <a:pPr marL="469900" marR="5080" lvl="0" indent="-457200" algn="l" rtl="0">
              <a:lnSpc>
                <a:spcPct val="116100"/>
              </a:lnSpc>
              <a:spcBef>
                <a:spcPts val="100"/>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Berorientasi</a:t>
            </a:r>
            <a:r>
              <a:rPr lang="en-GB" sz="3200" b="0" i="0" dirty="0">
                <a:solidFill>
                  <a:srgbClr val="23344D"/>
                </a:solidFill>
                <a:latin typeface="Arial"/>
                <a:ea typeface="Arial"/>
                <a:cs typeface="Arial"/>
                <a:sym typeface="Arial"/>
              </a:rPr>
              <a:t> pada </a:t>
            </a:r>
            <a:r>
              <a:rPr lang="en-GB" sz="3200" b="0" i="0" dirty="0" err="1">
                <a:solidFill>
                  <a:srgbClr val="23344D"/>
                </a:solidFill>
                <a:latin typeface="Arial"/>
                <a:ea typeface="Arial"/>
                <a:cs typeface="Arial"/>
                <a:sym typeface="Arial"/>
              </a:rPr>
              <a:t>hasil</a:t>
            </a:r>
            <a:r>
              <a:rPr lang="en-GB" sz="3200" b="0" i="0" dirty="0">
                <a:solidFill>
                  <a:srgbClr val="23344D"/>
                </a:solidFill>
                <a:latin typeface="Arial"/>
                <a:ea typeface="Arial"/>
                <a:cs typeface="Arial"/>
                <a:sym typeface="Arial"/>
              </a:rPr>
              <a:t> yang </a:t>
            </a:r>
            <a:r>
              <a:rPr lang="en-GB" sz="3200" b="0" i="0" dirty="0" err="1">
                <a:solidFill>
                  <a:srgbClr val="23344D"/>
                </a:solidFill>
                <a:latin typeface="Arial"/>
                <a:ea typeface="Arial"/>
                <a:cs typeface="Arial"/>
                <a:sym typeface="Arial"/>
              </a:rPr>
              <a:t>maksimal</a:t>
            </a:r>
            <a:endParaRPr sz="3200" b="0" i="0" dirty="0">
              <a:solidFill>
                <a:srgbClr val="23344D"/>
              </a:solidFill>
              <a:latin typeface="Arial"/>
              <a:ea typeface="Arial"/>
              <a:cs typeface="Arial"/>
              <a:sym typeface="Arial"/>
            </a:endParaRPr>
          </a:p>
          <a:p>
            <a:pPr marL="469900" marR="274320" lvl="0" indent="-457200" algn="l" rtl="0">
              <a:lnSpc>
                <a:spcPct val="115999"/>
              </a:lnSpc>
              <a:spcBef>
                <a:spcPts val="5"/>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Membuat</a:t>
            </a:r>
            <a:r>
              <a:rPr lang="en-GB" sz="3200" b="0" i="0" dirty="0">
                <a:solidFill>
                  <a:srgbClr val="23344D"/>
                </a:solidFill>
                <a:latin typeface="Arial"/>
                <a:ea typeface="Arial"/>
                <a:cs typeface="Arial"/>
                <a:sym typeface="Arial"/>
              </a:rPr>
              <a:t> strategi </a:t>
            </a:r>
            <a:r>
              <a:rPr lang="en-GB" sz="3200" b="0" i="0" dirty="0" err="1">
                <a:solidFill>
                  <a:srgbClr val="23344D"/>
                </a:solidFill>
                <a:latin typeface="Arial"/>
                <a:ea typeface="Arial"/>
                <a:cs typeface="Arial"/>
                <a:sym typeface="Arial"/>
              </a:rPr>
              <a:t>cara</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untuk</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mencapai</a:t>
            </a:r>
            <a:r>
              <a:rPr lang="en-GB" sz="3200" b="0" i="0" dirty="0">
                <a:solidFill>
                  <a:srgbClr val="23344D"/>
                </a:solidFill>
                <a:latin typeface="Arial"/>
                <a:ea typeface="Arial"/>
                <a:cs typeface="Arial"/>
                <a:sym typeface="Arial"/>
              </a:rPr>
              <a:t> target  </a:t>
            </a:r>
            <a:endParaRPr sz="3200" b="0" i="0" dirty="0">
              <a:solidFill>
                <a:srgbClr val="23344D"/>
              </a:solidFill>
              <a:latin typeface="Arial"/>
              <a:ea typeface="Arial"/>
              <a:cs typeface="Arial"/>
              <a:sym typeface="Arial"/>
            </a:endParaRPr>
          </a:p>
          <a:p>
            <a:pPr marL="469900" marR="274320" lvl="0" indent="-457200" algn="l" rtl="0">
              <a:lnSpc>
                <a:spcPct val="115999"/>
              </a:lnSpc>
              <a:spcBef>
                <a:spcPts val="5"/>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Melakukan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pekerjaan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tanpa</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menunggu</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perintah</a:t>
            </a:r>
            <a:endParaRPr sz="3200" b="0" i="0" dirty="0">
              <a:solidFill>
                <a:srgbClr val="23344D"/>
              </a:solidFill>
              <a:latin typeface="Arial"/>
              <a:ea typeface="Arial"/>
              <a:cs typeface="Arial"/>
              <a:sym typeface="Arial"/>
            </a:endParaRPr>
          </a:p>
        </p:txBody>
      </p:sp>
      <p:sp>
        <p:nvSpPr>
          <p:cNvPr id="805" name="Google Shape;805;p26"/>
          <p:cNvSpPr/>
          <p:nvPr/>
        </p:nvSpPr>
        <p:spPr>
          <a:xfrm>
            <a:off x="853580" y="3924300"/>
            <a:ext cx="6676551" cy="4028440"/>
          </a:xfrm>
          <a:prstGeom prst="roundRect">
            <a:avLst>
              <a:gd name="adj" fmla="val 16667"/>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6" name="Google Shape;806;p26"/>
          <p:cNvSpPr/>
          <p:nvPr/>
        </p:nvSpPr>
        <p:spPr>
          <a:xfrm>
            <a:off x="2321675" y="7429500"/>
            <a:ext cx="11914055" cy="1264673"/>
          </a:xfrm>
          <a:prstGeom prst="roundRect">
            <a:avLst>
              <a:gd name="adj" fmla="val 16667"/>
            </a:avLst>
          </a:prstGeom>
          <a:solidFill>
            <a:srgbClr val="A4B8C3"/>
          </a:solid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i="1">
                <a:solidFill>
                  <a:schemeClr val="dk1"/>
                </a:solidFill>
                <a:latin typeface="Calibri"/>
                <a:ea typeface="Calibri"/>
                <a:cs typeface="Calibri"/>
                <a:sym typeface="Calibri"/>
              </a:rPr>
              <a:t>“Jangan biarkan orang lain mengatakan Anda tidak bisa apa-apa, sekalipun saya yang mengatakannya.” </a:t>
            </a:r>
            <a:r>
              <a:rPr lang="en-GB" sz="2400">
                <a:solidFill>
                  <a:schemeClr val="dk1"/>
                </a:solidFill>
                <a:latin typeface="Calibri"/>
                <a:ea typeface="Calibri"/>
                <a:cs typeface="Calibri"/>
                <a:sym typeface="Calibri"/>
              </a:rPr>
              <a:t>–Chris Gardner</a:t>
            </a:r>
            <a:endParaRPr sz="2400" i="1">
              <a:solidFill>
                <a:schemeClr val="dk1"/>
              </a:solidFill>
              <a:latin typeface="Calibri"/>
              <a:ea typeface="Calibri"/>
              <a:cs typeface="Calibri"/>
              <a:sym typeface="Calibri"/>
            </a:endParaRPr>
          </a:p>
        </p:txBody>
      </p:sp>
      <p:grpSp>
        <p:nvGrpSpPr>
          <p:cNvPr id="807" name="Google Shape;807;p26"/>
          <p:cNvGrpSpPr/>
          <p:nvPr/>
        </p:nvGrpSpPr>
        <p:grpSpPr>
          <a:xfrm>
            <a:off x="-1057617" y="9639300"/>
            <a:ext cx="20499486" cy="1524000"/>
            <a:chOff x="-762000" y="8773026"/>
            <a:chExt cx="20499486" cy="1524000"/>
          </a:xfrm>
        </p:grpSpPr>
        <p:grpSp>
          <p:nvGrpSpPr>
            <p:cNvPr id="808" name="Google Shape;808;p26"/>
            <p:cNvGrpSpPr/>
            <p:nvPr/>
          </p:nvGrpSpPr>
          <p:grpSpPr>
            <a:xfrm>
              <a:off x="-762000" y="8773026"/>
              <a:ext cx="10287000" cy="1524000"/>
              <a:chOff x="-107950" y="7504113"/>
              <a:chExt cx="18395950" cy="2782887"/>
            </a:xfrm>
          </p:grpSpPr>
          <p:sp>
            <p:nvSpPr>
              <p:cNvPr id="809" name="Google Shape;809;p26"/>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0" name="Google Shape;810;p26"/>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11" name="Google Shape;811;p26"/>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812" name="Google Shape;812;p26"/>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813" name="Google Shape;813;p26"/>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14" name="Google Shape;814;p26"/>
            <p:cNvGrpSpPr/>
            <p:nvPr/>
          </p:nvGrpSpPr>
          <p:grpSpPr>
            <a:xfrm>
              <a:off x="9450486" y="8773026"/>
              <a:ext cx="10287000" cy="1524000"/>
              <a:chOff x="-107950" y="7504113"/>
              <a:chExt cx="18395950" cy="2782887"/>
            </a:xfrm>
          </p:grpSpPr>
          <p:sp>
            <p:nvSpPr>
              <p:cNvPr id="815" name="Google Shape;815;p26"/>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6" name="Google Shape;816;p26"/>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17" name="Google Shape;817;p26"/>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818" name="Google Shape;818;p26"/>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819" name="Google Shape;819;p26"/>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p27"/>
          <p:cNvSpPr txBox="1">
            <a:spLocks noGrp="1"/>
          </p:cNvSpPr>
          <p:nvPr>
            <p:ph type="title"/>
          </p:nvPr>
        </p:nvSpPr>
        <p:spPr>
          <a:xfrm>
            <a:off x="3650377" y="744013"/>
            <a:ext cx="8731106" cy="1367041"/>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rgbClr val="23344D"/>
              </a:buClr>
              <a:buSzPts val="8800"/>
              <a:buFont typeface="Corsiva"/>
              <a:buNone/>
            </a:pPr>
            <a:r>
              <a:rPr lang="en-GB" sz="8800" b="1">
                <a:solidFill>
                  <a:srgbClr val="23344D"/>
                </a:solidFill>
                <a:latin typeface="Corsiva"/>
                <a:ea typeface="Corsiva"/>
                <a:cs typeface="Corsiva"/>
                <a:sym typeface="Corsiva"/>
              </a:rPr>
              <a:t>Nilai perilaku Do</a:t>
            </a:r>
            <a:endParaRPr/>
          </a:p>
        </p:txBody>
      </p:sp>
      <p:sp>
        <p:nvSpPr>
          <p:cNvPr id="825" name="Google Shape;825;p27"/>
          <p:cNvSpPr txBox="1"/>
          <p:nvPr/>
        </p:nvSpPr>
        <p:spPr>
          <a:xfrm>
            <a:off x="7462902" y="2395083"/>
            <a:ext cx="10139298" cy="7686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800" b="1" u="sng" dirty="0">
                <a:solidFill>
                  <a:srgbClr val="E05A47"/>
                </a:solidFill>
                <a:latin typeface="Calibri"/>
                <a:ea typeface="Calibri"/>
                <a:cs typeface="Calibri"/>
                <a:sym typeface="Calibri"/>
              </a:rPr>
              <a:t>INTERNAL </a:t>
            </a:r>
            <a:endParaRPr sz="4400" b="1" u="sng" dirty="0">
              <a:solidFill>
                <a:srgbClr val="E05A47"/>
              </a:solidFill>
              <a:latin typeface="Calibri"/>
              <a:ea typeface="Calibri"/>
              <a:cs typeface="Calibri"/>
              <a:sym typeface="Calibri"/>
            </a:endParaRPr>
          </a:p>
          <a:p>
            <a:pPr marL="12700" marR="0" lvl="0" indent="0" algn="l" rtl="0">
              <a:lnSpc>
                <a:spcPct val="100000"/>
              </a:lnSpc>
              <a:spcBef>
                <a:spcPts val="100"/>
              </a:spcBef>
              <a:spcAft>
                <a:spcPts val="0"/>
              </a:spcAft>
              <a:buNone/>
            </a:pPr>
            <a:endParaRPr sz="1400" b="1" u="sng" dirty="0">
              <a:solidFill>
                <a:srgbClr val="E05A47"/>
              </a:solidFill>
              <a:latin typeface="Calibri"/>
              <a:ea typeface="Calibri"/>
              <a:cs typeface="Calibri"/>
              <a:sym typeface="Calibri"/>
            </a:endParaRPr>
          </a:p>
          <a:p>
            <a:pPr marL="355600" marR="0" lvl="0" indent="-342900" algn="just" rtl="0">
              <a:lnSpc>
                <a:spcPct val="100000"/>
              </a:lnSpc>
              <a:spcBef>
                <a:spcPts val="100"/>
              </a:spcBef>
              <a:spcAft>
                <a:spcPts val="0"/>
              </a:spcAft>
              <a:buClr>
                <a:schemeClr val="dk1"/>
              </a:buClr>
              <a:buSzPts val="2900"/>
              <a:buFont typeface="Arial"/>
              <a:buChar char="•"/>
            </a:pPr>
            <a:r>
              <a:rPr lang="en-GB" sz="2900" dirty="0" err="1">
                <a:solidFill>
                  <a:schemeClr val="dk1"/>
                </a:solidFill>
                <a:latin typeface="Calibri"/>
                <a:ea typeface="Calibri"/>
                <a:cs typeface="Calibri"/>
                <a:sym typeface="Calibri"/>
              </a:rPr>
              <a:t>Menerapkan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siklus</a:t>
            </a:r>
            <a:r>
              <a:rPr lang="en-GB" sz="2900" dirty="0">
                <a:solidFill>
                  <a:schemeClr val="dk1"/>
                </a:solidFill>
                <a:latin typeface="Calibri"/>
                <a:ea typeface="Calibri"/>
                <a:cs typeface="Calibri"/>
                <a:sym typeface="Calibri"/>
              </a:rPr>
              <a:t> PDCA </a:t>
            </a:r>
            <a:r>
              <a:rPr lang="en-GB" sz="2900" dirty="0" err="1">
                <a:solidFill>
                  <a:schemeClr val="dk1"/>
                </a:solidFill>
                <a:latin typeface="Calibri"/>
                <a:ea typeface="Calibri"/>
                <a:cs typeface="Calibri"/>
                <a:sym typeface="Calibri"/>
              </a:rPr>
              <a:t>dalam</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melakukan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pekerjaan</a:t>
            </a:r>
            <a:endParaRPr sz="2900" dirty="0">
              <a:solidFill>
                <a:schemeClr val="dk1"/>
              </a:solidFill>
              <a:latin typeface="Calibri"/>
              <a:ea typeface="Calibri"/>
              <a:cs typeface="Calibri"/>
              <a:sym typeface="Calibri"/>
            </a:endParaRPr>
          </a:p>
          <a:p>
            <a:pPr marL="355600" marR="0" lvl="0" indent="-342900" algn="just" rtl="0">
              <a:lnSpc>
                <a:spcPct val="100000"/>
              </a:lnSpc>
              <a:spcBef>
                <a:spcPts val="0"/>
              </a:spcBef>
              <a:spcAft>
                <a:spcPts val="0"/>
              </a:spcAft>
              <a:buClr>
                <a:schemeClr val="dk1"/>
              </a:buClr>
              <a:buSzPts val="2900"/>
              <a:buFont typeface="Arial"/>
              <a:buChar char="•"/>
            </a:pPr>
            <a:r>
              <a:rPr lang="en-GB" sz="2900" dirty="0" err="1">
                <a:solidFill>
                  <a:schemeClr val="dk1"/>
                </a:solidFill>
                <a:latin typeface="Calibri"/>
                <a:ea typeface="Calibri"/>
                <a:cs typeface="Calibri"/>
                <a:sym typeface="Calibri"/>
              </a:rPr>
              <a:t>Meningkatkan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etos</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kerja</a:t>
            </a:r>
            <a:r>
              <a:rPr lang="en-GB" sz="2900" dirty="0">
                <a:solidFill>
                  <a:schemeClr val="dk1"/>
                </a:solidFill>
                <a:latin typeface="Calibri"/>
                <a:ea typeface="Calibri"/>
                <a:cs typeface="Calibri"/>
                <a:sym typeface="Calibri"/>
              </a:rPr>
              <a:t> dan </a:t>
            </a:r>
            <a:r>
              <a:rPr lang="en-GB" sz="2900" dirty="0" err="1">
                <a:solidFill>
                  <a:schemeClr val="dk1"/>
                </a:solidFill>
                <a:latin typeface="Calibri"/>
                <a:ea typeface="Calibri"/>
                <a:cs typeface="Calibri"/>
                <a:sym typeface="Calibri"/>
              </a:rPr>
              <a:t>menyelesaikan</a:t>
            </a:r>
            <a:endParaRPr sz="2900" dirty="0">
              <a:solidFill>
                <a:schemeClr val="dk1"/>
              </a:solidFill>
              <a:latin typeface="Calibri"/>
              <a:ea typeface="Calibri"/>
              <a:cs typeface="Calibri"/>
              <a:sym typeface="Calibri"/>
            </a:endParaRPr>
          </a:p>
          <a:p>
            <a:pPr marL="355600" marR="0" lvl="0" indent="0" algn="just" rtl="0">
              <a:lnSpc>
                <a:spcPct val="100000"/>
              </a:lnSpc>
              <a:spcBef>
                <a:spcPts val="0"/>
              </a:spcBef>
              <a:spcAft>
                <a:spcPts val="0"/>
              </a:spcAft>
              <a:buNone/>
            </a:pPr>
            <a:r>
              <a:rPr lang="en-GB" sz="2900" dirty="0" err="1">
                <a:solidFill>
                  <a:schemeClr val="dk1"/>
                </a:solidFill>
                <a:latin typeface="Calibri"/>
                <a:ea typeface="Calibri"/>
                <a:cs typeface="Calibri"/>
                <a:sym typeface="Calibri"/>
              </a:rPr>
              <a:t>pekerjaan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dengan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maksimal</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sebelum</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tenggat</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waktu</a:t>
            </a:r>
            <a:endParaRPr sz="2900" dirty="0">
              <a:solidFill>
                <a:schemeClr val="dk1"/>
              </a:solidFill>
              <a:latin typeface="Calibri"/>
              <a:ea typeface="Calibri"/>
              <a:cs typeface="Calibri"/>
              <a:sym typeface="Calibri"/>
            </a:endParaRPr>
          </a:p>
          <a:p>
            <a:pPr marL="355600" marR="8890" lvl="0" indent="-342900" algn="just" rtl="0">
              <a:lnSpc>
                <a:spcPct val="100000"/>
              </a:lnSpc>
              <a:spcBef>
                <a:spcPts val="0"/>
              </a:spcBef>
              <a:spcAft>
                <a:spcPts val="0"/>
              </a:spcAft>
              <a:buClr>
                <a:schemeClr val="dk1"/>
              </a:buClr>
              <a:buSzPts val="2900"/>
              <a:buFont typeface="Arial"/>
              <a:buChar char="•"/>
            </a:pPr>
            <a:r>
              <a:rPr lang="en-GB" sz="2900" dirty="0" err="1">
                <a:solidFill>
                  <a:schemeClr val="dk1"/>
                </a:solidFill>
                <a:latin typeface="Calibri"/>
                <a:ea typeface="Calibri"/>
                <a:cs typeface="Calibri"/>
                <a:sym typeface="Calibri"/>
              </a:rPr>
              <a:t>Selalu</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meningkatkan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kualitas</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diri</a:t>
            </a:r>
            <a:r>
              <a:rPr lang="en-GB" sz="2900" dirty="0">
                <a:solidFill>
                  <a:schemeClr val="dk1"/>
                </a:solidFill>
                <a:latin typeface="Calibri"/>
                <a:ea typeface="Calibri"/>
                <a:cs typeface="Calibri"/>
                <a:sym typeface="Calibri"/>
              </a:rPr>
              <a:t> (upgrade) </a:t>
            </a:r>
            <a:r>
              <a:rPr lang="en-GB" sz="2900" dirty="0" err="1">
                <a:solidFill>
                  <a:schemeClr val="dk1"/>
                </a:solidFill>
                <a:latin typeface="Calibri"/>
                <a:ea typeface="Calibri"/>
                <a:cs typeface="Calibri"/>
                <a:sym typeface="Calibri"/>
              </a:rPr>
              <a:t>dengan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memiliki</a:t>
            </a:r>
            <a:r>
              <a:rPr lang="en-GB" sz="2900" dirty="0">
                <a:solidFill>
                  <a:schemeClr val="dk1"/>
                </a:solidFill>
                <a:latin typeface="Calibri"/>
                <a:ea typeface="Calibri"/>
                <a:cs typeface="Calibri"/>
                <a:sym typeface="Calibri"/>
              </a:rPr>
              <a:t> rasa </a:t>
            </a:r>
            <a:r>
              <a:rPr lang="en-GB" sz="2900" dirty="0" err="1">
                <a:solidFill>
                  <a:schemeClr val="dk1"/>
                </a:solidFill>
                <a:latin typeface="Calibri"/>
                <a:ea typeface="Calibri"/>
                <a:cs typeface="Calibri"/>
                <a:sym typeface="Calibri"/>
              </a:rPr>
              <a:t>ingin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tahu</a:t>
            </a:r>
            <a:r>
              <a:rPr lang="en-GB" sz="2900" dirty="0">
                <a:solidFill>
                  <a:schemeClr val="dk1"/>
                </a:solidFill>
                <a:latin typeface="Calibri"/>
                <a:ea typeface="Calibri"/>
                <a:cs typeface="Calibri"/>
                <a:sym typeface="Calibri"/>
              </a:rPr>
              <a:t> yang </a:t>
            </a:r>
            <a:r>
              <a:rPr lang="en-GB" sz="2900" dirty="0" err="1">
                <a:solidFill>
                  <a:schemeClr val="dk1"/>
                </a:solidFill>
                <a:latin typeface="Calibri"/>
                <a:ea typeface="Calibri"/>
                <a:cs typeface="Calibri"/>
                <a:sym typeface="Calibri"/>
              </a:rPr>
              <a:t>besar</a:t>
            </a:r>
            <a:r>
              <a:rPr lang="en-GB" sz="2900" dirty="0">
                <a:solidFill>
                  <a:schemeClr val="dk1"/>
                </a:solidFill>
                <a:latin typeface="Calibri"/>
                <a:ea typeface="Calibri"/>
                <a:cs typeface="Calibri"/>
                <a:sym typeface="Calibri"/>
              </a:rPr>
              <a:t> dan </a:t>
            </a:r>
            <a:r>
              <a:rPr lang="en-GB" sz="2900" dirty="0" err="1">
                <a:solidFill>
                  <a:schemeClr val="dk1"/>
                </a:solidFill>
                <a:latin typeface="Calibri"/>
                <a:ea typeface="Calibri"/>
                <a:cs typeface="Calibri"/>
                <a:sym typeface="Calibri"/>
              </a:rPr>
              <a:t>banyak</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belajar</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hal</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baru</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baik</a:t>
            </a:r>
            <a:r>
              <a:rPr lang="en-GB" sz="2900" dirty="0">
                <a:solidFill>
                  <a:schemeClr val="dk1"/>
                </a:solidFill>
                <a:latin typeface="Calibri"/>
                <a:ea typeface="Calibri"/>
                <a:cs typeface="Calibri"/>
                <a:sym typeface="Calibri"/>
              </a:rPr>
              <a:t> di divisi </a:t>
            </a:r>
            <a:r>
              <a:rPr lang="en-GB" sz="2900" dirty="0" err="1">
                <a:solidFill>
                  <a:schemeClr val="dk1"/>
                </a:solidFill>
                <a:latin typeface="Calibri"/>
                <a:ea typeface="Calibri"/>
                <a:cs typeface="Calibri"/>
                <a:sym typeface="Calibri"/>
              </a:rPr>
              <a:t>sendiri</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maupun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antar</a:t>
            </a:r>
            <a:r>
              <a:rPr lang="en-GB" sz="2900" dirty="0">
                <a:solidFill>
                  <a:schemeClr val="dk1"/>
                </a:solidFill>
                <a:latin typeface="Calibri"/>
                <a:ea typeface="Calibri"/>
                <a:cs typeface="Calibri"/>
                <a:sym typeface="Calibri"/>
              </a:rPr>
              <a:t>  divisi</a:t>
            </a:r>
            <a:endParaRPr sz="2900" dirty="0">
              <a:solidFill>
                <a:schemeClr val="dk1"/>
              </a:solidFill>
              <a:latin typeface="Calibri"/>
              <a:ea typeface="Calibri"/>
              <a:cs typeface="Calibri"/>
              <a:sym typeface="Calibri"/>
            </a:endParaRPr>
          </a:p>
          <a:p>
            <a:pPr marL="355600" marR="6350" lvl="0" indent="-342900" algn="just" rtl="0">
              <a:lnSpc>
                <a:spcPct val="100000"/>
              </a:lnSpc>
              <a:spcBef>
                <a:spcPts val="0"/>
              </a:spcBef>
              <a:spcAft>
                <a:spcPts val="0"/>
              </a:spcAft>
              <a:buClr>
                <a:schemeClr val="dk1"/>
              </a:buClr>
              <a:buSzPts val="2900"/>
              <a:buFont typeface="Arial"/>
              <a:buChar char="•"/>
            </a:pPr>
            <a:r>
              <a:rPr lang="en-GB" sz="2900" dirty="0" err="1">
                <a:solidFill>
                  <a:schemeClr val="dk1"/>
                </a:solidFill>
                <a:latin typeface="Calibri"/>
                <a:ea typeface="Calibri"/>
                <a:cs typeface="Calibri"/>
                <a:sym typeface="Calibri"/>
              </a:rPr>
              <a:t>Menetapkan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tantangan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untuk</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diri</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sendiri</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berani</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mengambil</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risiko</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untuk</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mencapai</a:t>
            </a:r>
            <a:r>
              <a:rPr lang="en-GB" sz="2900" dirty="0">
                <a:solidFill>
                  <a:schemeClr val="dk1"/>
                </a:solidFill>
                <a:latin typeface="Calibri"/>
                <a:ea typeface="Calibri"/>
                <a:cs typeface="Calibri"/>
                <a:sym typeface="Calibri"/>
              </a:rPr>
              <a:t> target </a:t>
            </a:r>
            <a:r>
              <a:rPr lang="en-GB" sz="2900" dirty="0" err="1">
                <a:solidFill>
                  <a:schemeClr val="dk1"/>
                </a:solidFill>
                <a:latin typeface="Calibri"/>
                <a:ea typeface="Calibri"/>
                <a:cs typeface="Calibri"/>
                <a:sym typeface="Calibri"/>
              </a:rPr>
              <a:t>melebihi</a:t>
            </a:r>
            <a:r>
              <a:rPr lang="en-GB" sz="2900" dirty="0">
                <a:solidFill>
                  <a:schemeClr val="dk1"/>
                </a:solidFill>
                <a:latin typeface="Calibri"/>
                <a:ea typeface="Calibri"/>
                <a:cs typeface="Calibri"/>
                <a:sym typeface="Calibri"/>
              </a:rPr>
              <a:t>  yang </a:t>
            </a:r>
            <a:r>
              <a:rPr lang="en-GB" sz="2900" dirty="0" err="1">
                <a:solidFill>
                  <a:schemeClr val="dk1"/>
                </a:solidFill>
                <a:latin typeface="Calibri"/>
                <a:ea typeface="Calibri"/>
                <a:cs typeface="Calibri"/>
                <a:sym typeface="Calibri"/>
              </a:rPr>
              <a:t>ditetapkan</a:t>
            </a:r>
            <a:r>
              <a:rPr lang="en-GB" sz="2900" dirty="0">
                <a:solidFill>
                  <a:schemeClr val="dk1"/>
                </a:solidFill>
                <a:latin typeface="Calibri"/>
                <a:ea typeface="Calibri"/>
                <a:cs typeface="Calibri"/>
                <a:sym typeface="Calibri"/>
              </a:rPr>
              <a:t> oleh </a:t>
            </a:r>
            <a:r>
              <a:rPr lang="en-GB" sz="2900" dirty="0" err="1">
                <a:solidFill>
                  <a:schemeClr val="dk1"/>
                </a:solidFill>
                <a:latin typeface="Calibri"/>
                <a:ea typeface="Calibri"/>
                <a:cs typeface="Calibri"/>
                <a:sym typeface="Calibri"/>
              </a:rPr>
              <a:t>perusahaan</a:t>
            </a:r>
            <a:endParaRPr sz="2900" dirty="0">
              <a:solidFill>
                <a:schemeClr val="dk1"/>
              </a:solidFill>
              <a:latin typeface="Calibri"/>
              <a:ea typeface="Calibri"/>
              <a:cs typeface="Calibri"/>
              <a:sym typeface="Calibri"/>
            </a:endParaRPr>
          </a:p>
          <a:p>
            <a:pPr marL="355600" marR="0" lvl="0" indent="-342900" algn="just" rtl="0">
              <a:lnSpc>
                <a:spcPct val="100000"/>
              </a:lnSpc>
              <a:spcBef>
                <a:spcPts val="5"/>
              </a:spcBef>
              <a:spcAft>
                <a:spcPts val="0"/>
              </a:spcAft>
              <a:buClr>
                <a:schemeClr val="dk1"/>
              </a:buClr>
              <a:buSzPts val="2900"/>
              <a:buFont typeface="Arial"/>
              <a:buChar char="•"/>
            </a:pPr>
            <a:r>
              <a:rPr lang="en-GB" sz="2900" dirty="0" err="1">
                <a:solidFill>
                  <a:schemeClr val="dk1"/>
                </a:solidFill>
                <a:latin typeface="Calibri"/>
                <a:ea typeface="Calibri"/>
                <a:cs typeface="Calibri"/>
                <a:sym typeface="Calibri"/>
              </a:rPr>
              <a:t>Menjalankan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hasil</a:t>
            </a:r>
            <a:r>
              <a:rPr lang="en-GB" sz="2900" dirty="0">
                <a:solidFill>
                  <a:schemeClr val="dk1"/>
                </a:solidFill>
                <a:latin typeface="Calibri"/>
                <a:ea typeface="Calibri"/>
                <a:cs typeface="Calibri"/>
                <a:sym typeface="Calibri"/>
              </a:rPr>
              <a:t> meeting </a:t>
            </a:r>
            <a:r>
              <a:rPr lang="en-GB" sz="2900" dirty="0" err="1">
                <a:solidFill>
                  <a:schemeClr val="dk1"/>
                </a:solidFill>
                <a:latin typeface="Calibri"/>
                <a:ea typeface="Calibri"/>
                <a:cs typeface="Calibri"/>
                <a:sym typeface="Calibri"/>
              </a:rPr>
              <a:t>sesuai</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dengan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notulensi</a:t>
            </a:r>
            <a:endParaRPr sz="2900" dirty="0">
              <a:solidFill>
                <a:schemeClr val="dk1"/>
              </a:solidFill>
              <a:latin typeface="Calibri"/>
              <a:ea typeface="Calibri"/>
              <a:cs typeface="Calibri"/>
              <a:sym typeface="Calibri"/>
            </a:endParaRPr>
          </a:p>
          <a:p>
            <a:pPr marL="355600" marR="0" lvl="0" indent="-342900" algn="just" rtl="0">
              <a:lnSpc>
                <a:spcPct val="100000"/>
              </a:lnSpc>
              <a:spcBef>
                <a:spcPts val="0"/>
              </a:spcBef>
              <a:spcAft>
                <a:spcPts val="0"/>
              </a:spcAft>
              <a:buClr>
                <a:schemeClr val="dk1"/>
              </a:buClr>
              <a:buSzPts val="2900"/>
              <a:buFont typeface="Arial"/>
              <a:buChar char="•"/>
            </a:pPr>
            <a:r>
              <a:rPr lang="en-GB" sz="2900" dirty="0" err="1">
                <a:solidFill>
                  <a:schemeClr val="dk1"/>
                </a:solidFill>
                <a:latin typeface="Calibri"/>
                <a:ea typeface="Calibri"/>
                <a:cs typeface="Calibri"/>
                <a:sym typeface="Calibri"/>
              </a:rPr>
              <a:t>Membuat</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mengumpulkan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memberikan</a:t>
            </a:r>
            <a:r>
              <a:rPr lang="en-GB" sz="2900" dirty="0">
                <a:solidFill>
                  <a:schemeClr val="dk1"/>
                </a:solidFill>
                <a:latin typeface="Calibri"/>
                <a:ea typeface="Calibri"/>
                <a:cs typeface="Calibri"/>
                <a:sym typeface="Calibri"/>
              </a:rPr>
              <a:t> progress </a:t>
            </a:r>
            <a:r>
              <a:rPr lang="en-GB" sz="2900" dirty="0" err="1">
                <a:solidFill>
                  <a:schemeClr val="dk1"/>
                </a:solidFill>
                <a:latin typeface="Calibri"/>
                <a:ea typeface="Calibri"/>
                <a:cs typeface="Calibri"/>
                <a:sym typeface="Calibri"/>
              </a:rPr>
              <a:t>notulen</a:t>
            </a:r>
            <a:r>
              <a:rPr lang="en-GB" sz="2900" dirty="0">
                <a:solidFill>
                  <a:schemeClr val="dk1"/>
                </a:solidFill>
                <a:latin typeface="Calibri"/>
                <a:ea typeface="Calibri"/>
                <a:cs typeface="Calibri"/>
                <a:sym typeface="Calibri"/>
              </a:rPr>
              <a:t> / AP divisi</a:t>
            </a:r>
            <a:endParaRPr sz="2900" dirty="0">
              <a:solidFill>
                <a:schemeClr val="dk1"/>
              </a:solidFill>
              <a:latin typeface="Calibri"/>
              <a:ea typeface="Calibri"/>
              <a:cs typeface="Calibri"/>
              <a:sym typeface="Calibri"/>
            </a:endParaRPr>
          </a:p>
          <a:p>
            <a:pPr marL="355600" marR="0" lvl="0" indent="-342900" algn="just" rtl="0">
              <a:spcBef>
                <a:spcPts val="0"/>
              </a:spcBef>
              <a:spcAft>
                <a:spcPts val="0"/>
              </a:spcAft>
              <a:buClr>
                <a:schemeClr val="dk1"/>
              </a:buClr>
              <a:buSzPts val="2900"/>
              <a:buFont typeface="Arial"/>
              <a:buChar char="•"/>
            </a:pPr>
            <a:r>
              <a:rPr lang="en-GB" sz="2900" dirty="0" err="1">
                <a:solidFill>
                  <a:schemeClr val="dk1"/>
                </a:solidFill>
                <a:latin typeface="Calibri"/>
                <a:ea typeface="Calibri"/>
                <a:cs typeface="Calibri"/>
                <a:sym typeface="Calibri"/>
              </a:rPr>
              <a:t>Membuat</a:t>
            </a:r>
            <a:r>
              <a:rPr lang="en-GB" sz="2900" dirty="0">
                <a:solidFill>
                  <a:schemeClr val="dk1"/>
                </a:solidFill>
                <a:latin typeface="Calibri"/>
                <a:ea typeface="Calibri"/>
                <a:cs typeface="Calibri"/>
                <a:sym typeface="Calibri"/>
              </a:rPr>
              <a:t> dan </a:t>
            </a:r>
            <a:r>
              <a:rPr lang="en-GB" sz="2900" dirty="0" err="1">
                <a:solidFill>
                  <a:schemeClr val="dk1"/>
                </a:solidFill>
                <a:latin typeface="Calibri"/>
                <a:ea typeface="Calibri"/>
                <a:cs typeface="Calibri"/>
                <a:sym typeface="Calibri"/>
              </a:rPr>
              <a:t>mengirimkan</a:t>
            </a:r>
            <a:r>
              <a:rPr lang="en-GB" sz="2900" dirty="0">
                <a:solidFill>
                  <a:schemeClr val="dk1"/>
                </a:solidFill>
                <a:latin typeface="Calibri"/>
                <a:ea typeface="Calibri"/>
                <a:cs typeface="Calibri"/>
                <a:sym typeface="Calibri"/>
              </a:rPr>
              <a:t> JKHPJ </a:t>
            </a:r>
            <a:r>
              <a:rPr lang="en-GB" sz="2900" dirty="0" err="1">
                <a:solidFill>
                  <a:schemeClr val="dk1"/>
                </a:solidFill>
                <a:latin typeface="Calibri"/>
                <a:ea typeface="Calibri"/>
                <a:cs typeface="Calibri"/>
                <a:sym typeface="Calibri"/>
              </a:rPr>
              <a:t>tepat</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waktu</a:t>
            </a:r>
            <a:endParaRPr sz="2900" dirty="0">
              <a:solidFill>
                <a:schemeClr val="dk1"/>
              </a:solidFill>
              <a:latin typeface="Calibri"/>
              <a:ea typeface="Calibri"/>
              <a:cs typeface="Calibri"/>
              <a:sym typeface="Calibri"/>
            </a:endParaRPr>
          </a:p>
          <a:p>
            <a:pPr marL="355600" marR="0" lvl="0" indent="-342900" algn="just" rtl="0">
              <a:lnSpc>
                <a:spcPct val="100000"/>
              </a:lnSpc>
              <a:spcBef>
                <a:spcPts val="0"/>
              </a:spcBef>
              <a:spcAft>
                <a:spcPts val="0"/>
              </a:spcAft>
              <a:buClr>
                <a:schemeClr val="dk1"/>
              </a:buClr>
              <a:buSzPts val="2900"/>
              <a:buFont typeface="Arial"/>
              <a:buChar char="•"/>
            </a:pPr>
            <a:r>
              <a:rPr lang="en-GB" sz="2900" dirty="0" err="1">
                <a:solidFill>
                  <a:schemeClr val="dk1"/>
                </a:solidFill>
                <a:latin typeface="Calibri"/>
                <a:ea typeface="Calibri"/>
                <a:cs typeface="Calibri"/>
                <a:sym typeface="Calibri"/>
              </a:rPr>
              <a:t>Berinisiatif</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untuk</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menyelesaikan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pekerjaan</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tanpa</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menungguh</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perintah</a:t>
            </a:r>
            <a:r>
              <a:rPr lang="en-GB" sz="2900" dirty="0">
                <a:solidFill>
                  <a:schemeClr val="dk1"/>
                </a:solidFill>
                <a:latin typeface="Calibri"/>
                <a:ea typeface="Calibri"/>
                <a:cs typeface="Calibri"/>
                <a:sym typeface="Calibri"/>
              </a:rPr>
              <a:t> </a:t>
            </a:r>
            <a:r>
              <a:rPr lang="en-GB" sz="2900" dirty="0" err="1">
                <a:solidFill>
                  <a:schemeClr val="dk1"/>
                </a:solidFill>
                <a:latin typeface="Calibri"/>
                <a:ea typeface="Calibri"/>
                <a:cs typeface="Calibri"/>
                <a:sym typeface="Calibri"/>
              </a:rPr>
              <a:t>atau</a:t>
            </a:r>
            <a:r>
              <a:rPr lang="en-GB" sz="2900" dirty="0">
                <a:solidFill>
                  <a:schemeClr val="dk1"/>
                </a:solidFill>
                <a:latin typeface="Calibri"/>
                <a:ea typeface="Calibri"/>
                <a:cs typeface="Calibri"/>
                <a:sym typeface="Calibri"/>
              </a:rPr>
              <a:t> </a:t>
            </a:r>
            <a:r>
              <a:rPr lang="en-GB" sz="2900" i="1" dirty="0">
                <a:solidFill>
                  <a:schemeClr val="dk1"/>
                </a:solidFill>
                <a:latin typeface="Calibri"/>
                <a:ea typeface="Calibri"/>
                <a:cs typeface="Calibri"/>
                <a:sym typeface="Calibri"/>
              </a:rPr>
              <a:t>deadline</a:t>
            </a:r>
            <a:endParaRPr sz="2900" dirty="0">
              <a:solidFill>
                <a:schemeClr val="dk1"/>
              </a:solidFill>
              <a:latin typeface="Calibri"/>
              <a:ea typeface="Calibri"/>
              <a:cs typeface="Calibri"/>
              <a:sym typeface="Calibri"/>
            </a:endParaRPr>
          </a:p>
        </p:txBody>
      </p:sp>
      <p:grpSp>
        <p:nvGrpSpPr>
          <p:cNvPr id="826" name="Google Shape;826;p27"/>
          <p:cNvGrpSpPr/>
          <p:nvPr/>
        </p:nvGrpSpPr>
        <p:grpSpPr>
          <a:xfrm>
            <a:off x="-5137406" y="-15240"/>
            <a:ext cx="12071606" cy="10287000"/>
            <a:chOff x="-5137406" y="-15240"/>
            <a:chExt cx="12071606" cy="10287000"/>
          </a:xfrm>
        </p:grpSpPr>
        <p:sp>
          <p:nvSpPr>
            <p:cNvPr id="827" name="Google Shape;827;p27"/>
            <p:cNvSpPr/>
            <p:nvPr/>
          </p:nvSpPr>
          <p:spPr>
            <a:xfrm>
              <a:off x="-5137406" y="-15240"/>
              <a:ext cx="8216900" cy="10287000"/>
            </a:xfrm>
            <a:custGeom>
              <a:avLst/>
              <a:gdLst/>
              <a:ahLst/>
              <a:cxnLst/>
              <a:rect l="l" t="t" r="r" b="b"/>
              <a:pathLst>
                <a:path w="8216900" h="10287000" extrusionOk="0">
                  <a:moveTo>
                    <a:pt x="8216900" y="10286997"/>
                  </a:moveTo>
                  <a:lnTo>
                    <a:pt x="8216900" y="0"/>
                  </a:lnTo>
                  <a:lnTo>
                    <a:pt x="0" y="0"/>
                  </a:lnTo>
                  <a:lnTo>
                    <a:pt x="0" y="10286997"/>
                  </a:lnTo>
                  <a:lnTo>
                    <a:pt x="8216900" y="10286997"/>
                  </a:lnTo>
                  <a:close/>
                </a:path>
              </a:pathLst>
            </a:custGeom>
            <a:solidFill>
              <a:srgbClr val="9BD7D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8" name="Google Shape;828;p27"/>
            <p:cNvSpPr/>
            <p:nvPr/>
          </p:nvSpPr>
          <p:spPr>
            <a:xfrm>
              <a:off x="-829819" y="5816657"/>
              <a:ext cx="7515797" cy="3428638"/>
            </a:xfrm>
            <a:custGeom>
              <a:avLst/>
              <a:gdLst/>
              <a:ahLst/>
              <a:cxnLst/>
              <a:rect l="l" t="t" r="r" b="b"/>
              <a:pathLst>
                <a:path w="6898640" h="4069079" extrusionOk="0">
                  <a:moveTo>
                    <a:pt x="4886833" y="0"/>
                  </a:moveTo>
                  <a:lnTo>
                    <a:pt x="0" y="0"/>
                  </a:lnTo>
                  <a:lnTo>
                    <a:pt x="0" y="4069079"/>
                  </a:lnTo>
                  <a:lnTo>
                    <a:pt x="4883023" y="4069079"/>
                  </a:lnTo>
                  <a:lnTo>
                    <a:pt x="4933758" y="4067837"/>
                  </a:lnTo>
                  <a:lnTo>
                    <a:pt x="4984169" y="4065385"/>
                  </a:lnTo>
                  <a:lnTo>
                    <a:pt x="5034243" y="4061739"/>
                  </a:lnTo>
                  <a:lnTo>
                    <a:pt x="5083964" y="4056911"/>
                  </a:lnTo>
                  <a:lnTo>
                    <a:pt x="5133320" y="4050917"/>
                  </a:lnTo>
                  <a:lnTo>
                    <a:pt x="5182295" y="4043770"/>
                  </a:lnTo>
                  <a:lnTo>
                    <a:pt x="5230877" y="4035485"/>
                  </a:lnTo>
                  <a:lnTo>
                    <a:pt x="5279050" y="4026074"/>
                  </a:lnTo>
                  <a:lnTo>
                    <a:pt x="5326802" y="4015553"/>
                  </a:lnTo>
                  <a:lnTo>
                    <a:pt x="5374117" y="4003936"/>
                  </a:lnTo>
                  <a:lnTo>
                    <a:pt x="5420983" y="3991236"/>
                  </a:lnTo>
                  <a:lnTo>
                    <a:pt x="5467384" y="3977468"/>
                  </a:lnTo>
                  <a:lnTo>
                    <a:pt x="5513308" y="3962645"/>
                  </a:lnTo>
                  <a:lnTo>
                    <a:pt x="5558739" y="3946782"/>
                  </a:lnTo>
                  <a:lnTo>
                    <a:pt x="5603664" y="3929892"/>
                  </a:lnTo>
                  <a:lnTo>
                    <a:pt x="5648070" y="3911991"/>
                  </a:lnTo>
                  <a:lnTo>
                    <a:pt x="5691941" y="3893091"/>
                  </a:lnTo>
                  <a:lnTo>
                    <a:pt x="5735264" y="3873207"/>
                  </a:lnTo>
                  <a:lnTo>
                    <a:pt x="5778025" y="3852353"/>
                  </a:lnTo>
                  <a:lnTo>
                    <a:pt x="5820210" y="3830543"/>
                  </a:lnTo>
                  <a:lnTo>
                    <a:pt x="5861805" y="3807791"/>
                  </a:lnTo>
                  <a:lnTo>
                    <a:pt x="5902796" y="3784112"/>
                  </a:lnTo>
                  <a:lnTo>
                    <a:pt x="5943169" y="3759518"/>
                  </a:lnTo>
                  <a:lnTo>
                    <a:pt x="5982910" y="3734025"/>
                  </a:lnTo>
                  <a:lnTo>
                    <a:pt x="6022005" y="3707646"/>
                  </a:lnTo>
                  <a:lnTo>
                    <a:pt x="6060439" y="3680395"/>
                  </a:lnTo>
                  <a:lnTo>
                    <a:pt x="6098200" y="3652287"/>
                  </a:lnTo>
                  <a:lnTo>
                    <a:pt x="6135273" y="3623335"/>
                  </a:lnTo>
                  <a:lnTo>
                    <a:pt x="6171643" y="3593553"/>
                  </a:lnTo>
                  <a:lnTo>
                    <a:pt x="6207298" y="3562956"/>
                  </a:lnTo>
                  <a:lnTo>
                    <a:pt x="6242222" y="3531558"/>
                  </a:lnTo>
                  <a:lnTo>
                    <a:pt x="6276402" y="3499372"/>
                  </a:lnTo>
                  <a:lnTo>
                    <a:pt x="6309824" y="3466413"/>
                  </a:lnTo>
                  <a:lnTo>
                    <a:pt x="6342474" y="3432695"/>
                  </a:lnTo>
                  <a:lnTo>
                    <a:pt x="6374338" y="3398231"/>
                  </a:lnTo>
                  <a:lnTo>
                    <a:pt x="6405402" y="3363037"/>
                  </a:lnTo>
                  <a:lnTo>
                    <a:pt x="6435651" y="3327125"/>
                  </a:lnTo>
                  <a:lnTo>
                    <a:pt x="6465073" y="3290511"/>
                  </a:lnTo>
                  <a:lnTo>
                    <a:pt x="6493652" y="3253207"/>
                  </a:lnTo>
                  <a:lnTo>
                    <a:pt x="6521376" y="3215228"/>
                  </a:lnTo>
                  <a:lnTo>
                    <a:pt x="6548229" y="3176589"/>
                  </a:lnTo>
                  <a:lnTo>
                    <a:pt x="6574198" y="3137303"/>
                  </a:lnTo>
                  <a:lnTo>
                    <a:pt x="6599269" y="3097384"/>
                  </a:lnTo>
                  <a:lnTo>
                    <a:pt x="6623428" y="3056846"/>
                  </a:lnTo>
                  <a:lnTo>
                    <a:pt x="6646660" y="3015704"/>
                  </a:lnTo>
                  <a:lnTo>
                    <a:pt x="6668953" y="2973971"/>
                  </a:lnTo>
                  <a:lnTo>
                    <a:pt x="6690291" y="2931661"/>
                  </a:lnTo>
                  <a:lnTo>
                    <a:pt x="6710661" y="2888789"/>
                  </a:lnTo>
                  <a:lnTo>
                    <a:pt x="6730049" y="2845369"/>
                  </a:lnTo>
                  <a:lnTo>
                    <a:pt x="6748441" y="2801414"/>
                  </a:lnTo>
                  <a:lnTo>
                    <a:pt x="6765823" y="2756939"/>
                  </a:lnTo>
                  <a:lnTo>
                    <a:pt x="6782181" y="2711957"/>
                  </a:lnTo>
                  <a:lnTo>
                    <a:pt x="6796878" y="2666844"/>
                  </a:lnTo>
                  <a:lnTo>
                    <a:pt x="6810785" y="2620925"/>
                  </a:lnTo>
                  <a:lnTo>
                    <a:pt x="6823854" y="2574272"/>
                  </a:lnTo>
                  <a:lnTo>
                    <a:pt x="6836037" y="2526958"/>
                  </a:lnTo>
                  <a:lnTo>
                    <a:pt x="6847287" y="2479055"/>
                  </a:lnTo>
                  <a:lnTo>
                    <a:pt x="6857555" y="2430636"/>
                  </a:lnTo>
                  <a:lnTo>
                    <a:pt x="6866794" y="2381773"/>
                  </a:lnTo>
                  <a:lnTo>
                    <a:pt x="6874956" y="2332539"/>
                  </a:lnTo>
                  <a:lnTo>
                    <a:pt x="6881994" y="2283006"/>
                  </a:lnTo>
                  <a:lnTo>
                    <a:pt x="6887859" y="2233247"/>
                  </a:lnTo>
                  <a:lnTo>
                    <a:pt x="6892504" y="2183334"/>
                  </a:lnTo>
                  <a:lnTo>
                    <a:pt x="6895881" y="2133340"/>
                  </a:lnTo>
                  <a:lnTo>
                    <a:pt x="6897942" y="2083336"/>
                  </a:lnTo>
                  <a:lnTo>
                    <a:pt x="6898640" y="2033396"/>
                  </a:lnTo>
                  <a:lnTo>
                    <a:pt x="6897942" y="1979862"/>
                  </a:lnTo>
                  <a:lnTo>
                    <a:pt x="6895866" y="1926659"/>
                  </a:lnTo>
                  <a:lnTo>
                    <a:pt x="6892435" y="1873812"/>
                  </a:lnTo>
                  <a:lnTo>
                    <a:pt x="6887673" y="1821345"/>
                  </a:lnTo>
                  <a:lnTo>
                    <a:pt x="6881603" y="1769284"/>
                  </a:lnTo>
                  <a:lnTo>
                    <a:pt x="6874248" y="1717652"/>
                  </a:lnTo>
                  <a:lnTo>
                    <a:pt x="6865632" y="1666474"/>
                  </a:lnTo>
                  <a:lnTo>
                    <a:pt x="6855780" y="1615776"/>
                  </a:lnTo>
                  <a:lnTo>
                    <a:pt x="6844714" y="1565581"/>
                  </a:lnTo>
                  <a:lnTo>
                    <a:pt x="6832457" y="1515914"/>
                  </a:lnTo>
                  <a:lnTo>
                    <a:pt x="6819035" y="1466800"/>
                  </a:lnTo>
                  <a:lnTo>
                    <a:pt x="6804469" y="1418264"/>
                  </a:lnTo>
                  <a:lnTo>
                    <a:pt x="6788784" y="1370329"/>
                  </a:lnTo>
                  <a:lnTo>
                    <a:pt x="6786626" y="1365884"/>
                  </a:lnTo>
                  <a:lnTo>
                    <a:pt x="6786626" y="1361439"/>
                  </a:lnTo>
                  <a:lnTo>
                    <a:pt x="6784467" y="1357121"/>
                  </a:lnTo>
                  <a:lnTo>
                    <a:pt x="6767735" y="1312627"/>
                  </a:lnTo>
                  <a:lnTo>
                    <a:pt x="6749995" y="1268601"/>
                  </a:lnTo>
                  <a:lnTo>
                    <a:pt x="6731259" y="1225058"/>
                  </a:lnTo>
                  <a:lnTo>
                    <a:pt x="6711541" y="1182014"/>
                  </a:lnTo>
                  <a:lnTo>
                    <a:pt x="6690857" y="1139484"/>
                  </a:lnTo>
                  <a:lnTo>
                    <a:pt x="6669219" y="1097483"/>
                  </a:lnTo>
                  <a:lnTo>
                    <a:pt x="6646642" y="1056027"/>
                  </a:lnTo>
                  <a:lnTo>
                    <a:pt x="6623140" y="1015130"/>
                  </a:lnTo>
                  <a:lnTo>
                    <a:pt x="6598727" y="974807"/>
                  </a:lnTo>
                  <a:lnTo>
                    <a:pt x="6573417" y="935074"/>
                  </a:lnTo>
                  <a:lnTo>
                    <a:pt x="6547225" y="895946"/>
                  </a:lnTo>
                  <a:lnTo>
                    <a:pt x="6520163" y="857439"/>
                  </a:lnTo>
                  <a:lnTo>
                    <a:pt x="6492247" y="819566"/>
                  </a:lnTo>
                  <a:lnTo>
                    <a:pt x="6463491" y="782344"/>
                  </a:lnTo>
                  <a:lnTo>
                    <a:pt x="6433908" y="745788"/>
                  </a:lnTo>
                  <a:lnTo>
                    <a:pt x="6403512" y="709913"/>
                  </a:lnTo>
                  <a:lnTo>
                    <a:pt x="6372318" y="674734"/>
                  </a:lnTo>
                  <a:lnTo>
                    <a:pt x="6340339" y="640267"/>
                  </a:lnTo>
                  <a:lnTo>
                    <a:pt x="6307590" y="606525"/>
                  </a:lnTo>
                  <a:lnTo>
                    <a:pt x="6274085" y="573526"/>
                  </a:lnTo>
                  <a:lnTo>
                    <a:pt x="6239838" y="541283"/>
                  </a:lnTo>
                  <a:lnTo>
                    <a:pt x="6204863" y="509812"/>
                  </a:lnTo>
                  <a:lnTo>
                    <a:pt x="6169174" y="479129"/>
                  </a:lnTo>
                  <a:lnTo>
                    <a:pt x="6132785" y="449248"/>
                  </a:lnTo>
                  <a:lnTo>
                    <a:pt x="6095710" y="420184"/>
                  </a:lnTo>
                  <a:lnTo>
                    <a:pt x="6057963" y="391953"/>
                  </a:lnTo>
                  <a:lnTo>
                    <a:pt x="6019558" y="364570"/>
                  </a:lnTo>
                  <a:lnTo>
                    <a:pt x="5980510" y="338051"/>
                  </a:lnTo>
                  <a:lnTo>
                    <a:pt x="5940832" y="312409"/>
                  </a:lnTo>
                  <a:lnTo>
                    <a:pt x="5900539" y="287661"/>
                  </a:lnTo>
                  <a:lnTo>
                    <a:pt x="5859644" y="263822"/>
                  </a:lnTo>
                  <a:lnTo>
                    <a:pt x="5818162" y="240907"/>
                  </a:lnTo>
                  <a:lnTo>
                    <a:pt x="5776107" y="218931"/>
                  </a:lnTo>
                  <a:lnTo>
                    <a:pt x="5733492" y="197909"/>
                  </a:lnTo>
                  <a:lnTo>
                    <a:pt x="5690332" y="177856"/>
                  </a:lnTo>
                  <a:lnTo>
                    <a:pt x="5646641" y="158788"/>
                  </a:lnTo>
                  <a:lnTo>
                    <a:pt x="5602433" y="140720"/>
                  </a:lnTo>
                  <a:lnTo>
                    <a:pt x="5557722" y="123667"/>
                  </a:lnTo>
                  <a:lnTo>
                    <a:pt x="5512522" y="107644"/>
                  </a:lnTo>
                  <a:lnTo>
                    <a:pt x="5466847" y="92666"/>
                  </a:lnTo>
                  <a:lnTo>
                    <a:pt x="5420711" y="78749"/>
                  </a:lnTo>
                  <a:lnTo>
                    <a:pt x="5374129" y="65908"/>
                  </a:lnTo>
                  <a:lnTo>
                    <a:pt x="5327114" y="54157"/>
                  </a:lnTo>
                  <a:lnTo>
                    <a:pt x="5279681" y="43513"/>
                  </a:lnTo>
                  <a:lnTo>
                    <a:pt x="5231843" y="33990"/>
                  </a:lnTo>
                  <a:lnTo>
                    <a:pt x="5183614" y="25603"/>
                  </a:lnTo>
                  <a:lnTo>
                    <a:pt x="5135009" y="18368"/>
                  </a:lnTo>
                  <a:lnTo>
                    <a:pt x="5086042" y="12300"/>
                  </a:lnTo>
                  <a:lnTo>
                    <a:pt x="5036727" y="7414"/>
                  </a:lnTo>
                  <a:lnTo>
                    <a:pt x="4987078" y="3725"/>
                  </a:lnTo>
                  <a:lnTo>
                    <a:pt x="4937108" y="1248"/>
                  </a:lnTo>
                  <a:lnTo>
                    <a:pt x="4886833" y="0"/>
                  </a:lnTo>
                  <a:close/>
                </a:path>
              </a:pathLst>
            </a:custGeom>
            <a:solidFill>
              <a:srgbClr val="FFC3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9" name="Google Shape;829;p27"/>
            <p:cNvSpPr txBox="1"/>
            <p:nvPr/>
          </p:nvSpPr>
          <p:spPr>
            <a:xfrm>
              <a:off x="195326" y="6959476"/>
              <a:ext cx="6738874"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3344D"/>
                </a:buClr>
                <a:buSzPts val="9600"/>
                <a:buFont typeface="Corsiva"/>
                <a:buNone/>
              </a:pPr>
              <a:r>
                <a:rPr lang="en-GB" sz="9600" b="1" dirty="0">
                  <a:solidFill>
                    <a:srgbClr val="23344D"/>
                  </a:solidFill>
                  <a:latin typeface="Corsiva"/>
                  <a:ea typeface="Corsiva"/>
                  <a:cs typeface="Corsiva"/>
                  <a:sym typeface="Corsiva"/>
                </a:rPr>
                <a:t>Excellent</a:t>
              </a:r>
              <a:endParaRPr dirty="0"/>
            </a:p>
            <a:p>
              <a:pPr marL="0" marR="0" lvl="0" indent="0" algn="l" rtl="0">
                <a:spcBef>
                  <a:spcPts val="0"/>
                </a:spcBef>
                <a:spcAft>
                  <a:spcPts val="0"/>
                </a:spcAft>
                <a:buClr>
                  <a:srgbClr val="23344D"/>
                </a:buClr>
                <a:buSzPts val="9600"/>
                <a:buFont typeface="Corsiva"/>
                <a:buNone/>
              </a:pPr>
              <a:r>
                <a:rPr lang="en-GB" sz="9600" b="1" dirty="0">
                  <a:solidFill>
                    <a:srgbClr val="23344D"/>
                  </a:solidFill>
                  <a:latin typeface="Corsiva"/>
                  <a:ea typeface="Corsiva"/>
                  <a:cs typeface="Corsiva"/>
                  <a:sym typeface="Corsiva"/>
                </a:rPr>
                <a:t>Achievement</a:t>
              </a:r>
              <a:endParaRPr sz="9600" b="1" dirty="0">
                <a:solidFill>
                  <a:srgbClr val="23344D"/>
                </a:solidFill>
                <a:latin typeface="Corsiva"/>
                <a:ea typeface="Corsiva"/>
                <a:cs typeface="Corsiva"/>
                <a:sym typeface="Corsiva"/>
              </a:endParaRPr>
            </a:p>
          </p:txBody>
        </p:sp>
        <p:pic>
          <p:nvPicPr>
            <p:cNvPr id="830" name="Google Shape;830;p27"/>
            <p:cNvPicPr preferRelativeResize="0"/>
            <p:nvPr/>
          </p:nvPicPr>
          <p:blipFill rotWithShape="1">
            <a:blip r:embed="rId3">
              <a:alphaModFix/>
            </a:blip>
            <a:srcRect/>
            <a:stretch/>
          </p:blipFill>
          <p:spPr>
            <a:xfrm>
              <a:off x="457200" y="1951914"/>
              <a:ext cx="4278809" cy="4401941"/>
            </a:xfrm>
            <a:prstGeom prst="rect">
              <a:avLst/>
            </a:prstGeom>
            <a:noFill/>
            <a:ln>
              <a:noFill/>
            </a:ln>
          </p:spPr>
        </p:pic>
        <p:pic>
          <p:nvPicPr>
            <p:cNvPr id="831" name="Google Shape;831;p27"/>
            <p:cNvPicPr preferRelativeResize="0"/>
            <p:nvPr/>
          </p:nvPicPr>
          <p:blipFill rotWithShape="1">
            <a:blip r:embed="rId4">
              <a:alphaModFix/>
            </a:blip>
            <a:srcRect/>
            <a:stretch/>
          </p:blipFill>
          <p:spPr>
            <a:xfrm>
              <a:off x="535793" y="232807"/>
              <a:ext cx="2591987" cy="1027215"/>
            </a:xfrm>
            <a:prstGeom prst="rect">
              <a:avLst/>
            </a:prstGeom>
            <a:noFill/>
            <a:ln>
              <a:noFill/>
            </a:ln>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28"/>
          <p:cNvSpPr txBox="1"/>
          <p:nvPr/>
        </p:nvSpPr>
        <p:spPr>
          <a:xfrm>
            <a:off x="3913464" y="822071"/>
            <a:ext cx="9497735" cy="1367041"/>
          </a:xfrm>
          <a:prstGeom prst="rect">
            <a:avLst/>
          </a:prstGeom>
          <a:noFill/>
          <a:ln>
            <a:noFill/>
          </a:ln>
        </p:spPr>
        <p:txBody>
          <a:bodyPr spcFirstLastPara="1" wrap="square" lIns="0" tIns="12700" rIns="0" bIns="0" anchor="ctr" anchorCtr="0">
            <a:spAutoFit/>
          </a:bodyPr>
          <a:lstStyle/>
          <a:p>
            <a:pPr marL="12700" marR="0" lvl="0" indent="0" algn="ctr" rtl="0">
              <a:spcBef>
                <a:spcPts val="0"/>
              </a:spcBef>
              <a:spcAft>
                <a:spcPts val="0"/>
              </a:spcAft>
              <a:buClr>
                <a:srgbClr val="23344D"/>
              </a:buClr>
              <a:buSzPts val="8800"/>
              <a:buFont typeface="Corsiva"/>
              <a:buNone/>
            </a:pPr>
            <a:r>
              <a:rPr lang="en-GB" sz="8800" b="1">
                <a:solidFill>
                  <a:srgbClr val="23344D"/>
                </a:solidFill>
                <a:latin typeface="Corsiva"/>
                <a:ea typeface="Corsiva"/>
                <a:cs typeface="Corsiva"/>
                <a:sym typeface="Corsiva"/>
              </a:rPr>
              <a:t>Nilai perilaku Don’t</a:t>
            </a:r>
            <a:endParaRPr sz="8800" b="1">
              <a:solidFill>
                <a:srgbClr val="23344D"/>
              </a:solidFill>
              <a:latin typeface="Corsiva"/>
              <a:ea typeface="Corsiva"/>
              <a:cs typeface="Corsiva"/>
              <a:sym typeface="Corsiva"/>
            </a:endParaRPr>
          </a:p>
        </p:txBody>
      </p:sp>
      <p:sp>
        <p:nvSpPr>
          <p:cNvPr id="837" name="Google Shape;837;p28"/>
          <p:cNvSpPr txBox="1"/>
          <p:nvPr/>
        </p:nvSpPr>
        <p:spPr>
          <a:xfrm>
            <a:off x="7681991" y="3358771"/>
            <a:ext cx="9844009" cy="5917004"/>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800" b="1" u="sng">
                <a:solidFill>
                  <a:srgbClr val="E05A47"/>
                </a:solidFill>
                <a:latin typeface="Calibri"/>
                <a:ea typeface="Calibri"/>
                <a:cs typeface="Calibri"/>
                <a:sym typeface="Calibri"/>
              </a:rPr>
              <a:t>INTERNAL </a:t>
            </a:r>
            <a:endParaRPr sz="4400" b="1" u="sng">
              <a:solidFill>
                <a:srgbClr val="E05A47"/>
              </a:solidFill>
              <a:latin typeface="Calibri"/>
              <a:ea typeface="Calibri"/>
              <a:cs typeface="Calibri"/>
              <a:sym typeface="Calibri"/>
            </a:endParaRPr>
          </a:p>
          <a:p>
            <a:pPr marL="12700" marR="0" lvl="0" indent="0" algn="l" rtl="0">
              <a:lnSpc>
                <a:spcPct val="100000"/>
              </a:lnSpc>
              <a:spcBef>
                <a:spcPts val="100"/>
              </a:spcBef>
              <a:spcAft>
                <a:spcPts val="0"/>
              </a:spcAft>
              <a:buNone/>
            </a:pPr>
            <a:endParaRPr sz="1400" b="1" u="sng">
              <a:solidFill>
                <a:srgbClr val="E05A47"/>
              </a:solidFill>
              <a:latin typeface="Calibri"/>
              <a:ea typeface="Calibri"/>
              <a:cs typeface="Calibri"/>
              <a:sym typeface="Calibri"/>
            </a:endParaRPr>
          </a:p>
          <a:p>
            <a:pPr marL="355600" marR="6985" lvl="0" indent="-342900" algn="l" rtl="0">
              <a:lnSpc>
                <a:spcPct val="100000"/>
              </a:lnSpc>
              <a:spcBef>
                <a:spcPts val="100"/>
              </a:spcBef>
              <a:spcAft>
                <a:spcPts val="0"/>
              </a:spcAft>
              <a:buClr>
                <a:schemeClr val="dk1"/>
              </a:buClr>
              <a:buSzPts val="3200"/>
              <a:buFont typeface="Arial"/>
              <a:buChar char="•"/>
            </a:pPr>
            <a:r>
              <a:rPr lang="en-GB" sz="3200">
                <a:solidFill>
                  <a:schemeClr val="dk1"/>
                </a:solidFill>
                <a:latin typeface="Calibri"/>
                <a:ea typeface="Calibri"/>
                <a:cs typeface="Calibri"/>
                <a:sym typeface="Calibri"/>
              </a:rPr>
              <a:t>Tidak menerapkan siklus PDCA dalam melakukan  pekerjaan</a:t>
            </a:r>
            <a:endParaRPr sz="3200">
              <a:solidFill>
                <a:schemeClr val="dk1"/>
              </a:solidFill>
              <a:latin typeface="Calibri"/>
              <a:ea typeface="Calibri"/>
              <a:cs typeface="Calibri"/>
              <a:sym typeface="Calibri"/>
            </a:endParaRPr>
          </a:p>
          <a:p>
            <a:pPr marL="355600" marR="0" lvl="0" indent="-342900" algn="l" rtl="0">
              <a:lnSpc>
                <a:spcPct val="100000"/>
              </a:lnSpc>
              <a:spcBef>
                <a:spcPts val="0"/>
              </a:spcBef>
              <a:spcAft>
                <a:spcPts val="0"/>
              </a:spcAft>
              <a:buClr>
                <a:schemeClr val="dk1"/>
              </a:buClr>
              <a:buSzPts val="3200"/>
              <a:buFont typeface="Arial"/>
              <a:buChar char="•"/>
            </a:pPr>
            <a:r>
              <a:rPr lang="en-GB" sz="3200">
                <a:solidFill>
                  <a:schemeClr val="dk1"/>
                </a:solidFill>
                <a:latin typeface="Calibri"/>
                <a:ea typeface="Calibri"/>
                <a:cs typeface="Calibri"/>
                <a:sym typeface="Calibri"/>
              </a:rPr>
              <a:t>Tidak membuat notulensi hasil meeting</a:t>
            </a:r>
            <a:endParaRPr sz="3200">
              <a:solidFill>
                <a:schemeClr val="dk1"/>
              </a:solidFill>
              <a:latin typeface="Calibri"/>
              <a:ea typeface="Calibri"/>
              <a:cs typeface="Calibri"/>
              <a:sym typeface="Calibri"/>
            </a:endParaRPr>
          </a:p>
          <a:p>
            <a:pPr marL="355600" marR="0" lvl="0" indent="-342900" algn="l" rtl="0">
              <a:lnSpc>
                <a:spcPct val="100000"/>
              </a:lnSpc>
              <a:spcBef>
                <a:spcPts val="0"/>
              </a:spcBef>
              <a:spcAft>
                <a:spcPts val="0"/>
              </a:spcAft>
              <a:buClr>
                <a:schemeClr val="dk1"/>
              </a:buClr>
              <a:buSzPts val="3200"/>
              <a:buFont typeface="Arial"/>
              <a:buChar char="•"/>
            </a:pPr>
            <a:r>
              <a:rPr lang="en-GB" sz="3200">
                <a:solidFill>
                  <a:schemeClr val="dk1"/>
                </a:solidFill>
                <a:latin typeface="Calibri"/>
                <a:ea typeface="Calibri"/>
                <a:cs typeface="Calibri"/>
                <a:sym typeface="Calibri"/>
              </a:rPr>
              <a:t>Cepat puas dengan hasil yang pernah dicapai</a:t>
            </a:r>
            <a:endParaRPr sz="3200">
              <a:solidFill>
                <a:schemeClr val="dk1"/>
              </a:solidFill>
              <a:latin typeface="Calibri"/>
              <a:ea typeface="Calibri"/>
              <a:cs typeface="Calibri"/>
              <a:sym typeface="Calibri"/>
            </a:endParaRPr>
          </a:p>
          <a:p>
            <a:pPr marL="355600" marR="0" lvl="0" indent="-342900" algn="l" rtl="0">
              <a:lnSpc>
                <a:spcPct val="100000"/>
              </a:lnSpc>
              <a:spcBef>
                <a:spcPts val="0"/>
              </a:spcBef>
              <a:spcAft>
                <a:spcPts val="0"/>
              </a:spcAft>
              <a:buClr>
                <a:schemeClr val="dk1"/>
              </a:buClr>
              <a:buSzPts val="3200"/>
              <a:buFont typeface="Arial"/>
              <a:buChar char="•"/>
            </a:pPr>
            <a:r>
              <a:rPr lang="en-GB" sz="3200">
                <a:solidFill>
                  <a:schemeClr val="dk1"/>
                </a:solidFill>
                <a:latin typeface="Calibri"/>
                <a:ea typeface="Calibri"/>
                <a:cs typeface="Calibri"/>
                <a:sym typeface="Calibri"/>
              </a:rPr>
              <a:t>Tidak memiliki inisiatif untuk meningkatkan hasil dalam bekerja</a:t>
            </a:r>
            <a:endParaRPr sz="3200">
              <a:solidFill>
                <a:schemeClr val="dk1"/>
              </a:solidFill>
              <a:latin typeface="Calibri"/>
              <a:ea typeface="Calibri"/>
              <a:cs typeface="Calibri"/>
              <a:sym typeface="Calibri"/>
            </a:endParaRPr>
          </a:p>
          <a:p>
            <a:pPr marL="355600" marR="0" lvl="0" indent="-342900" algn="l" rtl="0">
              <a:lnSpc>
                <a:spcPct val="100000"/>
              </a:lnSpc>
              <a:spcBef>
                <a:spcPts val="5"/>
              </a:spcBef>
              <a:spcAft>
                <a:spcPts val="0"/>
              </a:spcAft>
              <a:buClr>
                <a:schemeClr val="dk1"/>
              </a:buClr>
              <a:buSzPts val="3200"/>
              <a:buFont typeface="Arial"/>
              <a:buChar char="•"/>
            </a:pPr>
            <a:r>
              <a:rPr lang="en-GB" sz="3200">
                <a:solidFill>
                  <a:schemeClr val="dk1"/>
                </a:solidFill>
                <a:latin typeface="Calibri"/>
                <a:ea typeface="Calibri"/>
                <a:cs typeface="Calibri"/>
                <a:sym typeface="Calibri"/>
              </a:rPr>
              <a:t>Mengulur waktu saat melaksanakan pekerjaan</a:t>
            </a:r>
            <a:endParaRPr sz="3200">
              <a:solidFill>
                <a:schemeClr val="dk1"/>
              </a:solidFill>
              <a:latin typeface="Calibri"/>
              <a:ea typeface="Calibri"/>
              <a:cs typeface="Calibri"/>
              <a:sym typeface="Calibri"/>
            </a:endParaRPr>
          </a:p>
          <a:p>
            <a:pPr marL="355600" marR="0" lvl="0" indent="-342900" algn="l" rtl="0">
              <a:lnSpc>
                <a:spcPct val="100000"/>
              </a:lnSpc>
              <a:spcBef>
                <a:spcPts val="0"/>
              </a:spcBef>
              <a:spcAft>
                <a:spcPts val="0"/>
              </a:spcAft>
              <a:buClr>
                <a:schemeClr val="dk1"/>
              </a:buClr>
              <a:buSzPts val="3200"/>
              <a:buFont typeface="Arial"/>
              <a:buChar char="•"/>
            </a:pPr>
            <a:r>
              <a:rPr lang="en-GB" sz="3200">
                <a:solidFill>
                  <a:schemeClr val="dk1"/>
                </a:solidFill>
                <a:latin typeface="Calibri"/>
                <a:ea typeface="Calibri"/>
                <a:cs typeface="Calibri"/>
                <a:sym typeface="Calibri"/>
              </a:rPr>
              <a:t>Tidak menjalankan notulensi hasil meeting</a:t>
            </a:r>
            <a:endParaRPr sz="3200">
              <a:solidFill>
                <a:schemeClr val="dk1"/>
              </a:solidFill>
              <a:latin typeface="Calibri"/>
              <a:ea typeface="Calibri"/>
              <a:cs typeface="Calibri"/>
              <a:sym typeface="Calibri"/>
            </a:endParaRPr>
          </a:p>
          <a:p>
            <a:pPr marL="355600" marR="5080" lvl="0" indent="-342900" algn="l" rtl="0">
              <a:lnSpc>
                <a:spcPct val="100000"/>
              </a:lnSpc>
              <a:spcBef>
                <a:spcPts val="0"/>
              </a:spcBef>
              <a:spcAft>
                <a:spcPts val="0"/>
              </a:spcAft>
              <a:buClr>
                <a:schemeClr val="dk1"/>
              </a:buClr>
              <a:buSzPts val="3200"/>
              <a:buFont typeface="Arial"/>
              <a:buChar char="•"/>
            </a:pPr>
            <a:r>
              <a:rPr lang="en-GB" sz="3200">
                <a:solidFill>
                  <a:schemeClr val="dk1"/>
                </a:solidFill>
                <a:latin typeface="Calibri"/>
                <a:ea typeface="Calibri"/>
                <a:cs typeface="Calibri"/>
                <a:sym typeface="Calibri"/>
              </a:rPr>
              <a:t>Melakukan pekerjaan hanya jika sudah mendekati  deadline</a:t>
            </a:r>
            <a:endParaRPr sz="3200">
              <a:solidFill>
                <a:schemeClr val="dk1"/>
              </a:solidFill>
              <a:latin typeface="Calibri"/>
              <a:ea typeface="Calibri"/>
              <a:cs typeface="Calibri"/>
              <a:sym typeface="Calibri"/>
            </a:endParaRPr>
          </a:p>
        </p:txBody>
      </p:sp>
      <p:grpSp>
        <p:nvGrpSpPr>
          <p:cNvPr id="838" name="Google Shape;838;p28"/>
          <p:cNvGrpSpPr/>
          <p:nvPr/>
        </p:nvGrpSpPr>
        <p:grpSpPr>
          <a:xfrm>
            <a:off x="-5137406" y="-15240"/>
            <a:ext cx="12071606" cy="10287000"/>
            <a:chOff x="-5137406" y="-15240"/>
            <a:chExt cx="12071606" cy="10287000"/>
          </a:xfrm>
        </p:grpSpPr>
        <p:sp>
          <p:nvSpPr>
            <p:cNvPr id="839" name="Google Shape;839;p28"/>
            <p:cNvSpPr/>
            <p:nvPr/>
          </p:nvSpPr>
          <p:spPr>
            <a:xfrm>
              <a:off x="-5137406" y="-15240"/>
              <a:ext cx="8216900" cy="10287000"/>
            </a:xfrm>
            <a:custGeom>
              <a:avLst/>
              <a:gdLst/>
              <a:ahLst/>
              <a:cxnLst/>
              <a:rect l="l" t="t" r="r" b="b"/>
              <a:pathLst>
                <a:path w="8216900" h="10287000" extrusionOk="0">
                  <a:moveTo>
                    <a:pt x="8216900" y="10286997"/>
                  </a:moveTo>
                  <a:lnTo>
                    <a:pt x="8216900" y="0"/>
                  </a:lnTo>
                  <a:lnTo>
                    <a:pt x="0" y="0"/>
                  </a:lnTo>
                  <a:lnTo>
                    <a:pt x="0" y="10286997"/>
                  </a:lnTo>
                  <a:lnTo>
                    <a:pt x="8216900" y="10286997"/>
                  </a:lnTo>
                  <a:close/>
                </a:path>
              </a:pathLst>
            </a:custGeom>
            <a:solidFill>
              <a:srgbClr val="9BD7D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0" name="Google Shape;840;p28"/>
            <p:cNvSpPr/>
            <p:nvPr/>
          </p:nvSpPr>
          <p:spPr>
            <a:xfrm>
              <a:off x="-829819" y="5816657"/>
              <a:ext cx="7515797" cy="3428638"/>
            </a:xfrm>
            <a:custGeom>
              <a:avLst/>
              <a:gdLst/>
              <a:ahLst/>
              <a:cxnLst/>
              <a:rect l="l" t="t" r="r" b="b"/>
              <a:pathLst>
                <a:path w="6898640" h="4069079" extrusionOk="0">
                  <a:moveTo>
                    <a:pt x="4886833" y="0"/>
                  </a:moveTo>
                  <a:lnTo>
                    <a:pt x="0" y="0"/>
                  </a:lnTo>
                  <a:lnTo>
                    <a:pt x="0" y="4069079"/>
                  </a:lnTo>
                  <a:lnTo>
                    <a:pt x="4883023" y="4069079"/>
                  </a:lnTo>
                  <a:lnTo>
                    <a:pt x="4933758" y="4067837"/>
                  </a:lnTo>
                  <a:lnTo>
                    <a:pt x="4984169" y="4065385"/>
                  </a:lnTo>
                  <a:lnTo>
                    <a:pt x="5034243" y="4061739"/>
                  </a:lnTo>
                  <a:lnTo>
                    <a:pt x="5083964" y="4056911"/>
                  </a:lnTo>
                  <a:lnTo>
                    <a:pt x="5133320" y="4050917"/>
                  </a:lnTo>
                  <a:lnTo>
                    <a:pt x="5182295" y="4043770"/>
                  </a:lnTo>
                  <a:lnTo>
                    <a:pt x="5230877" y="4035485"/>
                  </a:lnTo>
                  <a:lnTo>
                    <a:pt x="5279050" y="4026074"/>
                  </a:lnTo>
                  <a:lnTo>
                    <a:pt x="5326802" y="4015553"/>
                  </a:lnTo>
                  <a:lnTo>
                    <a:pt x="5374117" y="4003936"/>
                  </a:lnTo>
                  <a:lnTo>
                    <a:pt x="5420983" y="3991236"/>
                  </a:lnTo>
                  <a:lnTo>
                    <a:pt x="5467384" y="3977468"/>
                  </a:lnTo>
                  <a:lnTo>
                    <a:pt x="5513308" y="3962645"/>
                  </a:lnTo>
                  <a:lnTo>
                    <a:pt x="5558739" y="3946782"/>
                  </a:lnTo>
                  <a:lnTo>
                    <a:pt x="5603664" y="3929892"/>
                  </a:lnTo>
                  <a:lnTo>
                    <a:pt x="5648070" y="3911991"/>
                  </a:lnTo>
                  <a:lnTo>
                    <a:pt x="5691941" y="3893091"/>
                  </a:lnTo>
                  <a:lnTo>
                    <a:pt x="5735264" y="3873207"/>
                  </a:lnTo>
                  <a:lnTo>
                    <a:pt x="5778025" y="3852353"/>
                  </a:lnTo>
                  <a:lnTo>
                    <a:pt x="5820210" y="3830543"/>
                  </a:lnTo>
                  <a:lnTo>
                    <a:pt x="5861805" y="3807791"/>
                  </a:lnTo>
                  <a:lnTo>
                    <a:pt x="5902796" y="3784112"/>
                  </a:lnTo>
                  <a:lnTo>
                    <a:pt x="5943169" y="3759518"/>
                  </a:lnTo>
                  <a:lnTo>
                    <a:pt x="5982910" y="3734025"/>
                  </a:lnTo>
                  <a:lnTo>
                    <a:pt x="6022005" y="3707646"/>
                  </a:lnTo>
                  <a:lnTo>
                    <a:pt x="6060439" y="3680395"/>
                  </a:lnTo>
                  <a:lnTo>
                    <a:pt x="6098200" y="3652287"/>
                  </a:lnTo>
                  <a:lnTo>
                    <a:pt x="6135273" y="3623335"/>
                  </a:lnTo>
                  <a:lnTo>
                    <a:pt x="6171643" y="3593553"/>
                  </a:lnTo>
                  <a:lnTo>
                    <a:pt x="6207298" y="3562956"/>
                  </a:lnTo>
                  <a:lnTo>
                    <a:pt x="6242222" y="3531558"/>
                  </a:lnTo>
                  <a:lnTo>
                    <a:pt x="6276402" y="3499372"/>
                  </a:lnTo>
                  <a:lnTo>
                    <a:pt x="6309824" y="3466413"/>
                  </a:lnTo>
                  <a:lnTo>
                    <a:pt x="6342474" y="3432695"/>
                  </a:lnTo>
                  <a:lnTo>
                    <a:pt x="6374338" y="3398231"/>
                  </a:lnTo>
                  <a:lnTo>
                    <a:pt x="6405402" y="3363037"/>
                  </a:lnTo>
                  <a:lnTo>
                    <a:pt x="6435651" y="3327125"/>
                  </a:lnTo>
                  <a:lnTo>
                    <a:pt x="6465073" y="3290511"/>
                  </a:lnTo>
                  <a:lnTo>
                    <a:pt x="6493652" y="3253207"/>
                  </a:lnTo>
                  <a:lnTo>
                    <a:pt x="6521376" y="3215228"/>
                  </a:lnTo>
                  <a:lnTo>
                    <a:pt x="6548229" y="3176589"/>
                  </a:lnTo>
                  <a:lnTo>
                    <a:pt x="6574198" y="3137303"/>
                  </a:lnTo>
                  <a:lnTo>
                    <a:pt x="6599269" y="3097384"/>
                  </a:lnTo>
                  <a:lnTo>
                    <a:pt x="6623428" y="3056846"/>
                  </a:lnTo>
                  <a:lnTo>
                    <a:pt x="6646660" y="3015704"/>
                  </a:lnTo>
                  <a:lnTo>
                    <a:pt x="6668953" y="2973971"/>
                  </a:lnTo>
                  <a:lnTo>
                    <a:pt x="6690291" y="2931661"/>
                  </a:lnTo>
                  <a:lnTo>
                    <a:pt x="6710661" y="2888789"/>
                  </a:lnTo>
                  <a:lnTo>
                    <a:pt x="6730049" y="2845369"/>
                  </a:lnTo>
                  <a:lnTo>
                    <a:pt x="6748441" y="2801414"/>
                  </a:lnTo>
                  <a:lnTo>
                    <a:pt x="6765823" y="2756939"/>
                  </a:lnTo>
                  <a:lnTo>
                    <a:pt x="6782181" y="2711957"/>
                  </a:lnTo>
                  <a:lnTo>
                    <a:pt x="6796878" y="2666844"/>
                  </a:lnTo>
                  <a:lnTo>
                    <a:pt x="6810785" y="2620925"/>
                  </a:lnTo>
                  <a:lnTo>
                    <a:pt x="6823854" y="2574272"/>
                  </a:lnTo>
                  <a:lnTo>
                    <a:pt x="6836037" y="2526958"/>
                  </a:lnTo>
                  <a:lnTo>
                    <a:pt x="6847287" y="2479055"/>
                  </a:lnTo>
                  <a:lnTo>
                    <a:pt x="6857555" y="2430636"/>
                  </a:lnTo>
                  <a:lnTo>
                    <a:pt x="6866794" y="2381773"/>
                  </a:lnTo>
                  <a:lnTo>
                    <a:pt x="6874956" y="2332539"/>
                  </a:lnTo>
                  <a:lnTo>
                    <a:pt x="6881994" y="2283006"/>
                  </a:lnTo>
                  <a:lnTo>
                    <a:pt x="6887859" y="2233247"/>
                  </a:lnTo>
                  <a:lnTo>
                    <a:pt x="6892504" y="2183334"/>
                  </a:lnTo>
                  <a:lnTo>
                    <a:pt x="6895881" y="2133340"/>
                  </a:lnTo>
                  <a:lnTo>
                    <a:pt x="6897942" y="2083336"/>
                  </a:lnTo>
                  <a:lnTo>
                    <a:pt x="6898640" y="2033396"/>
                  </a:lnTo>
                  <a:lnTo>
                    <a:pt x="6897942" y="1979862"/>
                  </a:lnTo>
                  <a:lnTo>
                    <a:pt x="6895866" y="1926659"/>
                  </a:lnTo>
                  <a:lnTo>
                    <a:pt x="6892435" y="1873812"/>
                  </a:lnTo>
                  <a:lnTo>
                    <a:pt x="6887673" y="1821345"/>
                  </a:lnTo>
                  <a:lnTo>
                    <a:pt x="6881603" y="1769284"/>
                  </a:lnTo>
                  <a:lnTo>
                    <a:pt x="6874248" y="1717652"/>
                  </a:lnTo>
                  <a:lnTo>
                    <a:pt x="6865632" y="1666474"/>
                  </a:lnTo>
                  <a:lnTo>
                    <a:pt x="6855780" y="1615776"/>
                  </a:lnTo>
                  <a:lnTo>
                    <a:pt x="6844714" y="1565581"/>
                  </a:lnTo>
                  <a:lnTo>
                    <a:pt x="6832457" y="1515914"/>
                  </a:lnTo>
                  <a:lnTo>
                    <a:pt x="6819035" y="1466800"/>
                  </a:lnTo>
                  <a:lnTo>
                    <a:pt x="6804469" y="1418264"/>
                  </a:lnTo>
                  <a:lnTo>
                    <a:pt x="6788784" y="1370329"/>
                  </a:lnTo>
                  <a:lnTo>
                    <a:pt x="6786626" y="1365884"/>
                  </a:lnTo>
                  <a:lnTo>
                    <a:pt x="6786626" y="1361439"/>
                  </a:lnTo>
                  <a:lnTo>
                    <a:pt x="6784467" y="1357121"/>
                  </a:lnTo>
                  <a:lnTo>
                    <a:pt x="6767735" y="1312627"/>
                  </a:lnTo>
                  <a:lnTo>
                    <a:pt x="6749995" y="1268601"/>
                  </a:lnTo>
                  <a:lnTo>
                    <a:pt x="6731259" y="1225058"/>
                  </a:lnTo>
                  <a:lnTo>
                    <a:pt x="6711541" y="1182014"/>
                  </a:lnTo>
                  <a:lnTo>
                    <a:pt x="6690857" y="1139484"/>
                  </a:lnTo>
                  <a:lnTo>
                    <a:pt x="6669219" y="1097483"/>
                  </a:lnTo>
                  <a:lnTo>
                    <a:pt x="6646642" y="1056027"/>
                  </a:lnTo>
                  <a:lnTo>
                    <a:pt x="6623140" y="1015130"/>
                  </a:lnTo>
                  <a:lnTo>
                    <a:pt x="6598727" y="974807"/>
                  </a:lnTo>
                  <a:lnTo>
                    <a:pt x="6573417" y="935074"/>
                  </a:lnTo>
                  <a:lnTo>
                    <a:pt x="6547225" y="895946"/>
                  </a:lnTo>
                  <a:lnTo>
                    <a:pt x="6520163" y="857439"/>
                  </a:lnTo>
                  <a:lnTo>
                    <a:pt x="6492247" y="819566"/>
                  </a:lnTo>
                  <a:lnTo>
                    <a:pt x="6463491" y="782344"/>
                  </a:lnTo>
                  <a:lnTo>
                    <a:pt x="6433908" y="745788"/>
                  </a:lnTo>
                  <a:lnTo>
                    <a:pt x="6403512" y="709913"/>
                  </a:lnTo>
                  <a:lnTo>
                    <a:pt x="6372318" y="674734"/>
                  </a:lnTo>
                  <a:lnTo>
                    <a:pt x="6340339" y="640267"/>
                  </a:lnTo>
                  <a:lnTo>
                    <a:pt x="6307590" y="606525"/>
                  </a:lnTo>
                  <a:lnTo>
                    <a:pt x="6274085" y="573526"/>
                  </a:lnTo>
                  <a:lnTo>
                    <a:pt x="6239838" y="541283"/>
                  </a:lnTo>
                  <a:lnTo>
                    <a:pt x="6204863" y="509812"/>
                  </a:lnTo>
                  <a:lnTo>
                    <a:pt x="6169174" y="479129"/>
                  </a:lnTo>
                  <a:lnTo>
                    <a:pt x="6132785" y="449248"/>
                  </a:lnTo>
                  <a:lnTo>
                    <a:pt x="6095710" y="420184"/>
                  </a:lnTo>
                  <a:lnTo>
                    <a:pt x="6057963" y="391953"/>
                  </a:lnTo>
                  <a:lnTo>
                    <a:pt x="6019558" y="364570"/>
                  </a:lnTo>
                  <a:lnTo>
                    <a:pt x="5980510" y="338051"/>
                  </a:lnTo>
                  <a:lnTo>
                    <a:pt x="5940832" y="312409"/>
                  </a:lnTo>
                  <a:lnTo>
                    <a:pt x="5900539" y="287661"/>
                  </a:lnTo>
                  <a:lnTo>
                    <a:pt x="5859644" y="263822"/>
                  </a:lnTo>
                  <a:lnTo>
                    <a:pt x="5818162" y="240907"/>
                  </a:lnTo>
                  <a:lnTo>
                    <a:pt x="5776107" y="218931"/>
                  </a:lnTo>
                  <a:lnTo>
                    <a:pt x="5733492" y="197909"/>
                  </a:lnTo>
                  <a:lnTo>
                    <a:pt x="5690332" y="177856"/>
                  </a:lnTo>
                  <a:lnTo>
                    <a:pt x="5646641" y="158788"/>
                  </a:lnTo>
                  <a:lnTo>
                    <a:pt x="5602433" y="140720"/>
                  </a:lnTo>
                  <a:lnTo>
                    <a:pt x="5557722" y="123667"/>
                  </a:lnTo>
                  <a:lnTo>
                    <a:pt x="5512522" y="107644"/>
                  </a:lnTo>
                  <a:lnTo>
                    <a:pt x="5466847" y="92666"/>
                  </a:lnTo>
                  <a:lnTo>
                    <a:pt x="5420711" y="78749"/>
                  </a:lnTo>
                  <a:lnTo>
                    <a:pt x="5374129" y="65908"/>
                  </a:lnTo>
                  <a:lnTo>
                    <a:pt x="5327114" y="54157"/>
                  </a:lnTo>
                  <a:lnTo>
                    <a:pt x="5279681" y="43513"/>
                  </a:lnTo>
                  <a:lnTo>
                    <a:pt x="5231843" y="33990"/>
                  </a:lnTo>
                  <a:lnTo>
                    <a:pt x="5183614" y="25603"/>
                  </a:lnTo>
                  <a:lnTo>
                    <a:pt x="5135009" y="18368"/>
                  </a:lnTo>
                  <a:lnTo>
                    <a:pt x="5086042" y="12300"/>
                  </a:lnTo>
                  <a:lnTo>
                    <a:pt x="5036727" y="7414"/>
                  </a:lnTo>
                  <a:lnTo>
                    <a:pt x="4987078" y="3725"/>
                  </a:lnTo>
                  <a:lnTo>
                    <a:pt x="4937108" y="1248"/>
                  </a:lnTo>
                  <a:lnTo>
                    <a:pt x="4886833" y="0"/>
                  </a:lnTo>
                  <a:close/>
                </a:path>
              </a:pathLst>
            </a:custGeom>
            <a:solidFill>
              <a:srgbClr val="FFC3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1" name="Google Shape;841;p28"/>
            <p:cNvSpPr txBox="1"/>
            <p:nvPr/>
          </p:nvSpPr>
          <p:spPr>
            <a:xfrm>
              <a:off x="195326" y="6959476"/>
              <a:ext cx="6738874"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3344D"/>
                </a:buClr>
                <a:buSzPts val="9600"/>
                <a:buFont typeface="Corsiva"/>
                <a:buNone/>
              </a:pPr>
              <a:r>
                <a:rPr lang="en-GB" sz="9600" b="1">
                  <a:solidFill>
                    <a:srgbClr val="23344D"/>
                  </a:solidFill>
                  <a:latin typeface="Corsiva"/>
                  <a:ea typeface="Corsiva"/>
                  <a:cs typeface="Corsiva"/>
                  <a:sym typeface="Corsiva"/>
                </a:rPr>
                <a:t>Excellent</a:t>
              </a:r>
              <a:endParaRPr/>
            </a:p>
            <a:p>
              <a:pPr marL="0" marR="0" lvl="0" indent="0" algn="l" rtl="0">
                <a:spcBef>
                  <a:spcPts val="0"/>
                </a:spcBef>
                <a:spcAft>
                  <a:spcPts val="0"/>
                </a:spcAft>
                <a:buClr>
                  <a:srgbClr val="23344D"/>
                </a:buClr>
                <a:buSzPts val="9600"/>
                <a:buFont typeface="Corsiva"/>
                <a:buNone/>
              </a:pPr>
              <a:r>
                <a:rPr lang="en-GB" sz="9600" b="1">
                  <a:solidFill>
                    <a:srgbClr val="23344D"/>
                  </a:solidFill>
                  <a:latin typeface="Corsiva"/>
                  <a:ea typeface="Corsiva"/>
                  <a:cs typeface="Corsiva"/>
                  <a:sym typeface="Corsiva"/>
                </a:rPr>
                <a:t>Achievement</a:t>
              </a:r>
              <a:endParaRPr sz="9600" b="1">
                <a:solidFill>
                  <a:srgbClr val="23344D"/>
                </a:solidFill>
                <a:latin typeface="Corsiva"/>
                <a:ea typeface="Corsiva"/>
                <a:cs typeface="Corsiva"/>
                <a:sym typeface="Corsiva"/>
              </a:endParaRPr>
            </a:p>
          </p:txBody>
        </p:sp>
        <p:pic>
          <p:nvPicPr>
            <p:cNvPr id="842" name="Google Shape;842;p28"/>
            <p:cNvPicPr preferRelativeResize="0"/>
            <p:nvPr/>
          </p:nvPicPr>
          <p:blipFill rotWithShape="1">
            <a:blip r:embed="rId3">
              <a:alphaModFix/>
            </a:blip>
            <a:srcRect/>
            <a:stretch/>
          </p:blipFill>
          <p:spPr>
            <a:xfrm>
              <a:off x="457200" y="1951914"/>
              <a:ext cx="4278809" cy="4401941"/>
            </a:xfrm>
            <a:prstGeom prst="rect">
              <a:avLst/>
            </a:prstGeom>
            <a:noFill/>
            <a:ln>
              <a:noFill/>
            </a:ln>
          </p:spPr>
        </p:pic>
        <p:pic>
          <p:nvPicPr>
            <p:cNvPr id="843" name="Google Shape;843;p28"/>
            <p:cNvPicPr preferRelativeResize="0"/>
            <p:nvPr/>
          </p:nvPicPr>
          <p:blipFill rotWithShape="1">
            <a:blip r:embed="rId4">
              <a:alphaModFix/>
            </a:blip>
            <a:srcRect/>
            <a:stretch/>
          </p:blipFill>
          <p:spPr>
            <a:xfrm>
              <a:off x="535793" y="232807"/>
              <a:ext cx="2591987" cy="1027215"/>
            </a:xfrm>
            <a:prstGeom prst="rect">
              <a:avLst/>
            </a:prstGeom>
            <a:noFill/>
            <a:ln>
              <a:noFill/>
            </a:ln>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p29"/>
          <p:cNvSpPr txBox="1">
            <a:spLocks noGrp="1"/>
          </p:cNvSpPr>
          <p:nvPr>
            <p:ph type="title"/>
          </p:nvPr>
        </p:nvSpPr>
        <p:spPr>
          <a:xfrm>
            <a:off x="4623388" y="742107"/>
            <a:ext cx="7346286" cy="1120820"/>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rgbClr val="23344D"/>
              </a:buClr>
              <a:buSzPts val="7200"/>
              <a:buFont typeface="Corsiva"/>
              <a:buNone/>
            </a:pPr>
            <a:r>
              <a:rPr lang="en-GB" sz="7200" b="1">
                <a:solidFill>
                  <a:srgbClr val="23344D"/>
                </a:solidFill>
                <a:latin typeface="Corsiva"/>
                <a:ea typeface="Corsiva"/>
                <a:cs typeface="Corsiva"/>
                <a:sym typeface="Corsiva"/>
              </a:rPr>
              <a:t>Nilai perilaku Do</a:t>
            </a:r>
            <a:endParaRPr/>
          </a:p>
        </p:txBody>
      </p:sp>
      <p:sp>
        <p:nvSpPr>
          <p:cNvPr id="849" name="Google Shape;849;p29"/>
          <p:cNvSpPr txBox="1"/>
          <p:nvPr/>
        </p:nvSpPr>
        <p:spPr>
          <a:xfrm>
            <a:off x="7469212" y="1942544"/>
            <a:ext cx="9842395" cy="887422"/>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400" b="1" u="sng" dirty="0">
                <a:solidFill>
                  <a:srgbClr val="E05A47"/>
                </a:solidFill>
                <a:latin typeface="Calibri"/>
                <a:ea typeface="Calibri"/>
                <a:cs typeface="Calibri"/>
                <a:sym typeface="Calibri"/>
              </a:rPr>
              <a:t>EKSTERNAL</a:t>
            </a:r>
            <a:endParaRPr sz="4000" b="1" u="sng" dirty="0">
              <a:solidFill>
                <a:srgbClr val="E05A47"/>
              </a:solidFill>
              <a:latin typeface="Calibri"/>
              <a:ea typeface="Calibri"/>
              <a:cs typeface="Calibri"/>
              <a:sym typeface="Calibri"/>
            </a:endParaRPr>
          </a:p>
          <a:p>
            <a:pPr marL="12700" marR="0" lvl="0" indent="0" algn="l" rtl="0">
              <a:lnSpc>
                <a:spcPct val="100000"/>
              </a:lnSpc>
              <a:spcBef>
                <a:spcPts val="100"/>
              </a:spcBef>
              <a:spcAft>
                <a:spcPts val="0"/>
              </a:spcAft>
              <a:buNone/>
            </a:pPr>
            <a:endParaRPr lang="en-US" sz="1200" b="1" u="sng" dirty="0">
              <a:solidFill>
                <a:srgbClr val="E05A47"/>
              </a:solidFill>
              <a:latin typeface="Calibri"/>
              <a:ea typeface="Calibri"/>
              <a:cs typeface="Calibri"/>
              <a:sym typeface="Calibri"/>
            </a:endParaRPr>
          </a:p>
        </p:txBody>
      </p:sp>
      <p:sp>
        <p:nvSpPr>
          <p:cNvPr id="850" name="Google Shape;850;p29"/>
          <p:cNvSpPr txBox="1"/>
          <p:nvPr/>
        </p:nvSpPr>
        <p:spPr>
          <a:xfrm>
            <a:off x="6655498" y="6546889"/>
            <a:ext cx="8140370" cy="1120820"/>
          </a:xfrm>
          <a:prstGeom prst="rect">
            <a:avLst/>
          </a:prstGeom>
          <a:noFill/>
          <a:ln>
            <a:noFill/>
          </a:ln>
        </p:spPr>
        <p:txBody>
          <a:bodyPr spcFirstLastPara="1" wrap="square" lIns="0" tIns="12700" rIns="0" bIns="0" anchor="ctr" anchorCtr="0">
            <a:spAutoFit/>
          </a:bodyPr>
          <a:lstStyle/>
          <a:p>
            <a:pPr marL="12700" marR="0" lvl="0" indent="0" algn="ctr" rtl="0">
              <a:spcBef>
                <a:spcPts val="0"/>
              </a:spcBef>
              <a:spcAft>
                <a:spcPts val="0"/>
              </a:spcAft>
              <a:buClr>
                <a:srgbClr val="23344D"/>
              </a:buClr>
              <a:buSzPts val="7200"/>
              <a:buFont typeface="Corsiva"/>
              <a:buNone/>
            </a:pPr>
            <a:r>
              <a:rPr lang="en-GB" sz="7200" b="1" dirty="0">
                <a:solidFill>
                  <a:srgbClr val="23344D"/>
                </a:solidFill>
                <a:latin typeface="Corsiva"/>
                <a:ea typeface="Corsiva"/>
                <a:cs typeface="Corsiva"/>
                <a:sym typeface="Corsiva"/>
              </a:rPr>
              <a:t>Nilai </a:t>
            </a:r>
            <a:r>
              <a:rPr lang="en-GB" sz="7200" b="1" dirty="0" err="1">
                <a:solidFill>
                  <a:srgbClr val="23344D"/>
                </a:solidFill>
                <a:latin typeface="Corsiva"/>
                <a:ea typeface="Corsiva"/>
                <a:cs typeface="Corsiva"/>
                <a:sym typeface="Corsiva"/>
              </a:rPr>
              <a:t>perilaku</a:t>
            </a:r>
            <a:r>
              <a:rPr lang="en-GB" sz="7200" b="1" dirty="0">
                <a:solidFill>
                  <a:srgbClr val="23344D"/>
                </a:solidFill>
                <a:latin typeface="Corsiva"/>
                <a:ea typeface="Corsiva"/>
                <a:cs typeface="Corsiva"/>
                <a:sym typeface="Corsiva"/>
              </a:rPr>
              <a:t> Don’t</a:t>
            </a:r>
            <a:endParaRPr sz="7200" b="1" dirty="0">
              <a:solidFill>
                <a:srgbClr val="23344D"/>
              </a:solidFill>
              <a:latin typeface="Corsiva"/>
              <a:ea typeface="Corsiva"/>
              <a:cs typeface="Corsiva"/>
              <a:sym typeface="Corsiva"/>
            </a:endParaRPr>
          </a:p>
        </p:txBody>
      </p:sp>
      <p:sp>
        <p:nvSpPr>
          <p:cNvPr id="851" name="Google Shape;851;p29"/>
          <p:cNvSpPr txBox="1"/>
          <p:nvPr/>
        </p:nvSpPr>
        <p:spPr>
          <a:xfrm>
            <a:off x="9220200" y="7886700"/>
            <a:ext cx="8534400" cy="188513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400" b="1" u="sng">
                <a:solidFill>
                  <a:srgbClr val="E05A47"/>
                </a:solidFill>
                <a:latin typeface="Calibri"/>
                <a:ea typeface="Calibri"/>
                <a:cs typeface="Calibri"/>
                <a:sym typeface="Calibri"/>
              </a:rPr>
              <a:t>EKSTERNAL</a:t>
            </a:r>
            <a:endParaRPr sz="4000" b="1" u="sng">
              <a:solidFill>
                <a:srgbClr val="E05A47"/>
              </a:solidFill>
              <a:latin typeface="Calibri"/>
              <a:ea typeface="Calibri"/>
              <a:cs typeface="Calibri"/>
              <a:sym typeface="Calibri"/>
            </a:endParaRPr>
          </a:p>
          <a:p>
            <a:pPr marL="12700" marR="0" lvl="0" indent="0" algn="l" rtl="0">
              <a:lnSpc>
                <a:spcPct val="100000"/>
              </a:lnSpc>
              <a:spcBef>
                <a:spcPts val="100"/>
              </a:spcBef>
              <a:spcAft>
                <a:spcPts val="0"/>
              </a:spcAft>
              <a:buNone/>
            </a:pPr>
            <a:endParaRPr sz="1200" b="1" u="sng">
              <a:solidFill>
                <a:srgbClr val="E05A47"/>
              </a:solidFill>
              <a:latin typeface="Calibri"/>
              <a:ea typeface="Calibri"/>
              <a:cs typeface="Calibri"/>
              <a:sym typeface="Calibri"/>
            </a:endParaRPr>
          </a:p>
          <a:p>
            <a:pPr marL="299720" marR="5080" lvl="0" indent="-287020" algn="l" rtl="0">
              <a:lnSpc>
                <a:spcPct val="100000"/>
              </a:lnSpc>
              <a:spcBef>
                <a:spcPts val="100"/>
              </a:spcBef>
              <a:spcAft>
                <a:spcPts val="0"/>
              </a:spcAft>
              <a:buClr>
                <a:schemeClr val="dk1"/>
              </a:buClr>
              <a:buSzPts val="3200"/>
              <a:buFont typeface="Arial"/>
              <a:buChar char="•"/>
            </a:pPr>
            <a:r>
              <a:rPr lang="en-GB" sz="3200">
                <a:solidFill>
                  <a:schemeClr val="dk1"/>
                </a:solidFill>
                <a:latin typeface="Calibri"/>
                <a:ea typeface="Calibri"/>
                <a:cs typeface="Calibri"/>
                <a:sym typeface="Calibri"/>
              </a:rPr>
              <a:t>Mengulur waktu saat melaksanakan pekerjaan untuk pihak eksternal</a:t>
            </a:r>
            <a:endParaRPr sz="3200">
              <a:solidFill>
                <a:schemeClr val="dk1"/>
              </a:solidFill>
              <a:latin typeface="Calibri"/>
              <a:ea typeface="Calibri"/>
              <a:cs typeface="Calibri"/>
              <a:sym typeface="Calibri"/>
            </a:endParaRPr>
          </a:p>
        </p:txBody>
      </p:sp>
      <p:grpSp>
        <p:nvGrpSpPr>
          <p:cNvPr id="852" name="Google Shape;852;p29"/>
          <p:cNvGrpSpPr/>
          <p:nvPr/>
        </p:nvGrpSpPr>
        <p:grpSpPr>
          <a:xfrm>
            <a:off x="-5137406" y="-15240"/>
            <a:ext cx="12071606" cy="10287000"/>
            <a:chOff x="-5137406" y="-15240"/>
            <a:chExt cx="12071606" cy="10287000"/>
          </a:xfrm>
        </p:grpSpPr>
        <p:sp>
          <p:nvSpPr>
            <p:cNvPr id="853" name="Google Shape;853;p29"/>
            <p:cNvSpPr/>
            <p:nvPr/>
          </p:nvSpPr>
          <p:spPr>
            <a:xfrm>
              <a:off x="-5137406" y="-15240"/>
              <a:ext cx="8216900" cy="10287000"/>
            </a:xfrm>
            <a:custGeom>
              <a:avLst/>
              <a:gdLst/>
              <a:ahLst/>
              <a:cxnLst/>
              <a:rect l="l" t="t" r="r" b="b"/>
              <a:pathLst>
                <a:path w="8216900" h="10287000" extrusionOk="0">
                  <a:moveTo>
                    <a:pt x="8216900" y="10286997"/>
                  </a:moveTo>
                  <a:lnTo>
                    <a:pt x="8216900" y="0"/>
                  </a:lnTo>
                  <a:lnTo>
                    <a:pt x="0" y="0"/>
                  </a:lnTo>
                  <a:lnTo>
                    <a:pt x="0" y="10286997"/>
                  </a:lnTo>
                  <a:lnTo>
                    <a:pt x="8216900" y="10286997"/>
                  </a:lnTo>
                  <a:close/>
                </a:path>
              </a:pathLst>
            </a:custGeom>
            <a:solidFill>
              <a:srgbClr val="9BD7D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4" name="Google Shape;854;p29"/>
            <p:cNvSpPr/>
            <p:nvPr/>
          </p:nvSpPr>
          <p:spPr>
            <a:xfrm>
              <a:off x="-829819" y="5816657"/>
              <a:ext cx="7515797" cy="3428638"/>
            </a:xfrm>
            <a:custGeom>
              <a:avLst/>
              <a:gdLst/>
              <a:ahLst/>
              <a:cxnLst/>
              <a:rect l="l" t="t" r="r" b="b"/>
              <a:pathLst>
                <a:path w="6898640" h="4069079" extrusionOk="0">
                  <a:moveTo>
                    <a:pt x="4886833" y="0"/>
                  </a:moveTo>
                  <a:lnTo>
                    <a:pt x="0" y="0"/>
                  </a:lnTo>
                  <a:lnTo>
                    <a:pt x="0" y="4069079"/>
                  </a:lnTo>
                  <a:lnTo>
                    <a:pt x="4883023" y="4069079"/>
                  </a:lnTo>
                  <a:lnTo>
                    <a:pt x="4933758" y="4067837"/>
                  </a:lnTo>
                  <a:lnTo>
                    <a:pt x="4984169" y="4065385"/>
                  </a:lnTo>
                  <a:lnTo>
                    <a:pt x="5034243" y="4061739"/>
                  </a:lnTo>
                  <a:lnTo>
                    <a:pt x="5083964" y="4056911"/>
                  </a:lnTo>
                  <a:lnTo>
                    <a:pt x="5133320" y="4050917"/>
                  </a:lnTo>
                  <a:lnTo>
                    <a:pt x="5182295" y="4043770"/>
                  </a:lnTo>
                  <a:lnTo>
                    <a:pt x="5230877" y="4035485"/>
                  </a:lnTo>
                  <a:lnTo>
                    <a:pt x="5279050" y="4026074"/>
                  </a:lnTo>
                  <a:lnTo>
                    <a:pt x="5326802" y="4015553"/>
                  </a:lnTo>
                  <a:lnTo>
                    <a:pt x="5374117" y="4003936"/>
                  </a:lnTo>
                  <a:lnTo>
                    <a:pt x="5420983" y="3991236"/>
                  </a:lnTo>
                  <a:lnTo>
                    <a:pt x="5467384" y="3977468"/>
                  </a:lnTo>
                  <a:lnTo>
                    <a:pt x="5513308" y="3962645"/>
                  </a:lnTo>
                  <a:lnTo>
                    <a:pt x="5558739" y="3946782"/>
                  </a:lnTo>
                  <a:lnTo>
                    <a:pt x="5603664" y="3929892"/>
                  </a:lnTo>
                  <a:lnTo>
                    <a:pt x="5648070" y="3911991"/>
                  </a:lnTo>
                  <a:lnTo>
                    <a:pt x="5691941" y="3893091"/>
                  </a:lnTo>
                  <a:lnTo>
                    <a:pt x="5735264" y="3873207"/>
                  </a:lnTo>
                  <a:lnTo>
                    <a:pt x="5778025" y="3852353"/>
                  </a:lnTo>
                  <a:lnTo>
                    <a:pt x="5820210" y="3830543"/>
                  </a:lnTo>
                  <a:lnTo>
                    <a:pt x="5861805" y="3807791"/>
                  </a:lnTo>
                  <a:lnTo>
                    <a:pt x="5902796" y="3784112"/>
                  </a:lnTo>
                  <a:lnTo>
                    <a:pt x="5943169" y="3759518"/>
                  </a:lnTo>
                  <a:lnTo>
                    <a:pt x="5982910" y="3734025"/>
                  </a:lnTo>
                  <a:lnTo>
                    <a:pt x="6022005" y="3707646"/>
                  </a:lnTo>
                  <a:lnTo>
                    <a:pt x="6060439" y="3680395"/>
                  </a:lnTo>
                  <a:lnTo>
                    <a:pt x="6098200" y="3652287"/>
                  </a:lnTo>
                  <a:lnTo>
                    <a:pt x="6135273" y="3623335"/>
                  </a:lnTo>
                  <a:lnTo>
                    <a:pt x="6171643" y="3593553"/>
                  </a:lnTo>
                  <a:lnTo>
                    <a:pt x="6207298" y="3562956"/>
                  </a:lnTo>
                  <a:lnTo>
                    <a:pt x="6242222" y="3531558"/>
                  </a:lnTo>
                  <a:lnTo>
                    <a:pt x="6276402" y="3499372"/>
                  </a:lnTo>
                  <a:lnTo>
                    <a:pt x="6309824" y="3466413"/>
                  </a:lnTo>
                  <a:lnTo>
                    <a:pt x="6342474" y="3432695"/>
                  </a:lnTo>
                  <a:lnTo>
                    <a:pt x="6374338" y="3398231"/>
                  </a:lnTo>
                  <a:lnTo>
                    <a:pt x="6405402" y="3363037"/>
                  </a:lnTo>
                  <a:lnTo>
                    <a:pt x="6435651" y="3327125"/>
                  </a:lnTo>
                  <a:lnTo>
                    <a:pt x="6465073" y="3290511"/>
                  </a:lnTo>
                  <a:lnTo>
                    <a:pt x="6493652" y="3253207"/>
                  </a:lnTo>
                  <a:lnTo>
                    <a:pt x="6521376" y="3215228"/>
                  </a:lnTo>
                  <a:lnTo>
                    <a:pt x="6548229" y="3176589"/>
                  </a:lnTo>
                  <a:lnTo>
                    <a:pt x="6574198" y="3137303"/>
                  </a:lnTo>
                  <a:lnTo>
                    <a:pt x="6599269" y="3097384"/>
                  </a:lnTo>
                  <a:lnTo>
                    <a:pt x="6623428" y="3056846"/>
                  </a:lnTo>
                  <a:lnTo>
                    <a:pt x="6646660" y="3015704"/>
                  </a:lnTo>
                  <a:lnTo>
                    <a:pt x="6668953" y="2973971"/>
                  </a:lnTo>
                  <a:lnTo>
                    <a:pt x="6690291" y="2931661"/>
                  </a:lnTo>
                  <a:lnTo>
                    <a:pt x="6710661" y="2888789"/>
                  </a:lnTo>
                  <a:lnTo>
                    <a:pt x="6730049" y="2845369"/>
                  </a:lnTo>
                  <a:lnTo>
                    <a:pt x="6748441" y="2801414"/>
                  </a:lnTo>
                  <a:lnTo>
                    <a:pt x="6765823" y="2756939"/>
                  </a:lnTo>
                  <a:lnTo>
                    <a:pt x="6782181" y="2711957"/>
                  </a:lnTo>
                  <a:lnTo>
                    <a:pt x="6796878" y="2666844"/>
                  </a:lnTo>
                  <a:lnTo>
                    <a:pt x="6810785" y="2620925"/>
                  </a:lnTo>
                  <a:lnTo>
                    <a:pt x="6823854" y="2574272"/>
                  </a:lnTo>
                  <a:lnTo>
                    <a:pt x="6836037" y="2526958"/>
                  </a:lnTo>
                  <a:lnTo>
                    <a:pt x="6847287" y="2479055"/>
                  </a:lnTo>
                  <a:lnTo>
                    <a:pt x="6857555" y="2430636"/>
                  </a:lnTo>
                  <a:lnTo>
                    <a:pt x="6866794" y="2381773"/>
                  </a:lnTo>
                  <a:lnTo>
                    <a:pt x="6874956" y="2332539"/>
                  </a:lnTo>
                  <a:lnTo>
                    <a:pt x="6881994" y="2283006"/>
                  </a:lnTo>
                  <a:lnTo>
                    <a:pt x="6887859" y="2233247"/>
                  </a:lnTo>
                  <a:lnTo>
                    <a:pt x="6892504" y="2183334"/>
                  </a:lnTo>
                  <a:lnTo>
                    <a:pt x="6895881" y="2133340"/>
                  </a:lnTo>
                  <a:lnTo>
                    <a:pt x="6897942" y="2083336"/>
                  </a:lnTo>
                  <a:lnTo>
                    <a:pt x="6898640" y="2033396"/>
                  </a:lnTo>
                  <a:lnTo>
                    <a:pt x="6897942" y="1979862"/>
                  </a:lnTo>
                  <a:lnTo>
                    <a:pt x="6895866" y="1926659"/>
                  </a:lnTo>
                  <a:lnTo>
                    <a:pt x="6892435" y="1873812"/>
                  </a:lnTo>
                  <a:lnTo>
                    <a:pt x="6887673" y="1821345"/>
                  </a:lnTo>
                  <a:lnTo>
                    <a:pt x="6881603" y="1769284"/>
                  </a:lnTo>
                  <a:lnTo>
                    <a:pt x="6874248" y="1717652"/>
                  </a:lnTo>
                  <a:lnTo>
                    <a:pt x="6865632" y="1666474"/>
                  </a:lnTo>
                  <a:lnTo>
                    <a:pt x="6855780" y="1615776"/>
                  </a:lnTo>
                  <a:lnTo>
                    <a:pt x="6844714" y="1565581"/>
                  </a:lnTo>
                  <a:lnTo>
                    <a:pt x="6832457" y="1515914"/>
                  </a:lnTo>
                  <a:lnTo>
                    <a:pt x="6819035" y="1466800"/>
                  </a:lnTo>
                  <a:lnTo>
                    <a:pt x="6804469" y="1418264"/>
                  </a:lnTo>
                  <a:lnTo>
                    <a:pt x="6788784" y="1370329"/>
                  </a:lnTo>
                  <a:lnTo>
                    <a:pt x="6786626" y="1365884"/>
                  </a:lnTo>
                  <a:lnTo>
                    <a:pt x="6786626" y="1361439"/>
                  </a:lnTo>
                  <a:lnTo>
                    <a:pt x="6784467" y="1357121"/>
                  </a:lnTo>
                  <a:lnTo>
                    <a:pt x="6767735" y="1312627"/>
                  </a:lnTo>
                  <a:lnTo>
                    <a:pt x="6749995" y="1268601"/>
                  </a:lnTo>
                  <a:lnTo>
                    <a:pt x="6731259" y="1225058"/>
                  </a:lnTo>
                  <a:lnTo>
                    <a:pt x="6711541" y="1182014"/>
                  </a:lnTo>
                  <a:lnTo>
                    <a:pt x="6690857" y="1139484"/>
                  </a:lnTo>
                  <a:lnTo>
                    <a:pt x="6669219" y="1097483"/>
                  </a:lnTo>
                  <a:lnTo>
                    <a:pt x="6646642" y="1056027"/>
                  </a:lnTo>
                  <a:lnTo>
                    <a:pt x="6623140" y="1015130"/>
                  </a:lnTo>
                  <a:lnTo>
                    <a:pt x="6598727" y="974807"/>
                  </a:lnTo>
                  <a:lnTo>
                    <a:pt x="6573417" y="935074"/>
                  </a:lnTo>
                  <a:lnTo>
                    <a:pt x="6547225" y="895946"/>
                  </a:lnTo>
                  <a:lnTo>
                    <a:pt x="6520163" y="857439"/>
                  </a:lnTo>
                  <a:lnTo>
                    <a:pt x="6492247" y="819566"/>
                  </a:lnTo>
                  <a:lnTo>
                    <a:pt x="6463491" y="782344"/>
                  </a:lnTo>
                  <a:lnTo>
                    <a:pt x="6433908" y="745788"/>
                  </a:lnTo>
                  <a:lnTo>
                    <a:pt x="6403512" y="709913"/>
                  </a:lnTo>
                  <a:lnTo>
                    <a:pt x="6372318" y="674734"/>
                  </a:lnTo>
                  <a:lnTo>
                    <a:pt x="6340339" y="640267"/>
                  </a:lnTo>
                  <a:lnTo>
                    <a:pt x="6307590" y="606525"/>
                  </a:lnTo>
                  <a:lnTo>
                    <a:pt x="6274085" y="573526"/>
                  </a:lnTo>
                  <a:lnTo>
                    <a:pt x="6239838" y="541283"/>
                  </a:lnTo>
                  <a:lnTo>
                    <a:pt x="6204863" y="509812"/>
                  </a:lnTo>
                  <a:lnTo>
                    <a:pt x="6169174" y="479129"/>
                  </a:lnTo>
                  <a:lnTo>
                    <a:pt x="6132785" y="449248"/>
                  </a:lnTo>
                  <a:lnTo>
                    <a:pt x="6095710" y="420184"/>
                  </a:lnTo>
                  <a:lnTo>
                    <a:pt x="6057963" y="391953"/>
                  </a:lnTo>
                  <a:lnTo>
                    <a:pt x="6019558" y="364570"/>
                  </a:lnTo>
                  <a:lnTo>
                    <a:pt x="5980510" y="338051"/>
                  </a:lnTo>
                  <a:lnTo>
                    <a:pt x="5940832" y="312409"/>
                  </a:lnTo>
                  <a:lnTo>
                    <a:pt x="5900539" y="287661"/>
                  </a:lnTo>
                  <a:lnTo>
                    <a:pt x="5859644" y="263822"/>
                  </a:lnTo>
                  <a:lnTo>
                    <a:pt x="5818162" y="240907"/>
                  </a:lnTo>
                  <a:lnTo>
                    <a:pt x="5776107" y="218931"/>
                  </a:lnTo>
                  <a:lnTo>
                    <a:pt x="5733492" y="197909"/>
                  </a:lnTo>
                  <a:lnTo>
                    <a:pt x="5690332" y="177856"/>
                  </a:lnTo>
                  <a:lnTo>
                    <a:pt x="5646641" y="158788"/>
                  </a:lnTo>
                  <a:lnTo>
                    <a:pt x="5602433" y="140720"/>
                  </a:lnTo>
                  <a:lnTo>
                    <a:pt x="5557722" y="123667"/>
                  </a:lnTo>
                  <a:lnTo>
                    <a:pt x="5512522" y="107644"/>
                  </a:lnTo>
                  <a:lnTo>
                    <a:pt x="5466847" y="92666"/>
                  </a:lnTo>
                  <a:lnTo>
                    <a:pt x="5420711" y="78749"/>
                  </a:lnTo>
                  <a:lnTo>
                    <a:pt x="5374129" y="65908"/>
                  </a:lnTo>
                  <a:lnTo>
                    <a:pt x="5327114" y="54157"/>
                  </a:lnTo>
                  <a:lnTo>
                    <a:pt x="5279681" y="43513"/>
                  </a:lnTo>
                  <a:lnTo>
                    <a:pt x="5231843" y="33990"/>
                  </a:lnTo>
                  <a:lnTo>
                    <a:pt x="5183614" y="25603"/>
                  </a:lnTo>
                  <a:lnTo>
                    <a:pt x="5135009" y="18368"/>
                  </a:lnTo>
                  <a:lnTo>
                    <a:pt x="5086042" y="12300"/>
                  </a:lnTo>
                  <a:lnTo>
                    <a:pt x="5036727" y="7414"/>
                  </a:lnTo>
                  <a:lnTo>
                    <a:pt x="4987078" y="3725"/>
                  </a:lnTo>
                  <a:lnTo>
                    <a:pt x="4937108" y="1248"/>
                  </a:lnTo>
                  <a:lnTo>
                    <a:pt x="4886833" y="0"/>
                  </a:lnTo>
                  <a:close/>
                </a:path>
              </a:pathLst>
            </a:custGeom>
            <a:solidFill>
              <a:srgbClr val="FFC3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5" name="Google Shape;855;p29"/>
            <p:cNvSpPr txBox="1"/>
            <p:nvPr/>
          </p:nvSpPr>
          <p:spPr>
            <a:xfrm>
              <a:off x="195326" y="6959476"/>
              <a:ext cx="6738874"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3344D"/>
                </a:buClr>
                <a:buSzPts val="9600"/>
                <a:buFont typeface="Corsiva"/>
                <a:buNone/>
              </a:pPr>
              <a:r>
                <a:rPr lang="en-GB" sz="9600" b="1">
                  <a:solidFill>
                    <a:srgbClr val="23344D"/>
                  </a:solidFill>
                  <a:latin typeface="Corsiva"/>
                  <a:ea typeface="Corsiva"/>
                  <a:cs typeface="Corsiva"/>
                  <a:sym typeface="Corsiva"/>
                </a:rPr>
                <a:t>Excellent</a:t>
              </a:r>
              <a:endParaRPr/>
            </a:p>
            <a:p>
              <a:pPr marL="0" marR="0" lvl="0" indent="0" algn="l" rtl="0">
                <a:spcBef>
                  <a:spcPts val="0"/>
                </a:spcBef>
                <a:spcAft>
                  <a:spcPts val="0"/>
                </a:spcAft>
                <a:buClr>
                  <a:srgbClr val="23344D"/>
                </a:buClr>
                <a:buSzPts val="9600"/>
                <a:buFont typeface="Corsiva"/>
                <a:buNone/>
              </a:pPr>
              <a:r>
                <a:rPr lang="en-GB" sz="9600" b="1">
                  <a:solidFill>
                    <a:srgbClr val="23344D"/>
                  </a:solidFill>
                  <a:latin typeface="Corsiva"/>
                  <a:ea typeface="Corsiva"/>
                  <a:cs typeface="Corsiva"/>
                  <a:sym typeface="Corsiva"/>
                </a:rPr>
                <a:t>Achievement</a:t>
              </a:r>
              <a:endParaRPr sz="9600" b="1">
                <a:solidFill>
                  <a:srgbClr val="23344D"/>
                </a:solidFill>
                <a:latin typeface="Corsiva"/>
                <a:ea typeface="Corsiva"/>
                <a:cs typeface="Corsiva"/>
                <a:sym typeface="Corsiva"/>
              </a:endParaRPr>
            </a:p>
          </p:txBody>
        </p:sp>
        <p:pic>
          <p:nvPicPr>
            <p:cNvPr id="856" name="Google Shape;856;p29"/>
            <p:cNvPicPr preferRelativeResize="0"/>
            <p:nvPr/>
          </p:nvPicPr>
          <p:blipFill rotWithShape="1">
            <a:blip r:embed="rId3">
              <a:alphaModFix/>
            </a:blip>
            <a:srcRect/>
            <a:stretch/>
          </p:blipFill>
          <p:spPr>
            <a:xfrm>
              <a:off x="457200" y="1951914"/>
              <a:ext cx="4278809" cy="4401941"/>
            </a:xfrm>
            <a:prstGeom prst="rect">
              <a:avLst/>
            </a:prstGeom>
            <a:noFill/>
            <a:ln>
              <a:noFill/>
            </a:ln>
          </p:spPr>
        </p:pic>
        <p:pic>
          <p:nvPicPr>
            <p:cNvPr id="857" name="Google Shape;857;p29"/>
            <p:cNvPicPr preferRelativeResize="0"/>
            <p:nvPr/>
          </p:nvPicPr>
          <p:blipFill rotWithShape="1">
            <a:blip r:embed="rId4">
              <a:alphaModFix/>
            </a:blip>
            <a:srcRect/>
            <a:stretch/>
          </p:blipFill>
          <p:spPr>
            <a:xfrm>
              <a:off x="535793" y="232807"/>
              <a:ext cx="2591987" cy="1027215"/>
            </a:xfrm>
            <a:prstGeom prst="rect">
              <a:avLst/>
            </a:prstGeom>
            <a:noFill/>
            <a:ln>
              <a:noFill/>
            </a:ln>
          </p:spPr>
        </p:pic>
      </p:grpSp>
      <p:pic>
        <p:nvPicPr>
          <p:cNvPr id="3" name="Picture 2">
            <a:extLst>
              <a:ext uri="{FF2B5EF4-FFF2-40B4-BE49-F238E27FC236}">
                <a16:creationId xmlns:a16="http://schemas.microsoft.com/office/drawing/2014/main" id="{B7632174-F38C-43CE-A376-BB36E44E8C97}"/>
              </a:ext>
            </a:extLst>
          </p:cNvPr>
          <p:cNvPicPr>
            <a:picLocks noChangeAspect="1"/>
          </p:cNvPicPr>
          <p:nvPr/>
        </p:nvPicPr>
        <p:blipFill rotWithShape="1">
          <a:blip r:embed="rId5"/>
          <a:srcRect l="58337" t="39550" r="8801" b="40738"/>
          <a:stretch/>
        </p:blipFill>
        <p:spPr>
          <a:xfrm>
            <a:off x="7469212" y="2753135"/>
            <a:ext cx="10161400" cy="342863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72">
          <a:extLst>
            <a:ext uri="{FF2B5EF4-FFF2-40B4-BE49-F238E27FC236}">
              <a16:creationId xmlns:a16="http://schemas.microsoft.com/office/drawing/2014/main" id="{9AF606D2-7C84-5A50-D7DE-F4C94D01ABAA}"/>
            </a:ext>
          </a:extLst>
        </p:cNvPr>
        <p:cNvGrpSpPr/>
        <p:nvPr/>
      </p:nvGrpSpPr>
      <p:grpSpPr>
        <a:xfrm>
          <a:off x="0" y="0"/>
          <a:ext cx="0" cy="0"/>
          <a:chOff x="0" y="0"/>
          <a:chExt cx="0" cy="0"/>
        </a:xfrm>
      </p:grpSpPr>
      <p:grpSp>
        <p:nvGrpSpPr>
          <p:cNvPr id="577" name="Google Shape;577;p15">
            <a:extLst>
              <a:ext uri="{FF2B5EF4-FFF2-40B4-BE49-F238E27FC236}">
                <a16:creationId xmlns:a16="http://schemas.microsoft.com/office/drawing/2014/main" id="{39D0DC0F-E2FE-73A7-3AC4-9DC1BB7F039D}"/>
              </a:ext>
            </a:extLst>
          </p:cNvPr>
          <p:cNvGrpSpPr/>
          <p:nvPr/>
        </p:nvGrpSpPr>
        <p:grpSpPr>
          <a:xfrm>
            <a:off x="-1057617" y="9639300"/>
            <a:ext cx="20499486" cy="1524000"/>
            <a:chOff x="-762000" y="8773026"/>
            <a:chExt cx="20499486" cy="1524000"/>
          </a:xfrm>
        </p:grpSpPr>
        <p:grpSp>
          <p:nvGrpSpPr>
            <p:cNvPr id="578" name="Google Shape;578;p15">
              <a:extLst>
                <a:ext uri="{FF2B5EF4-FFF2-40B4-BE49-F238E27FC236}">
                  <a16:creationId xmlns:a16="http://schemas.microsoft.com/office/drawing/2014/main" id="{034686E7-8BAF-BADE-35A8-6B5191D941F7}"/>
                </a:ext>
              </a:extLst>
            </p:cNvPr>
            <p:cNvGrpSpPr/>
            <p:nvPr/>
          </p:nvGrpSpPr>
          <p:grpSpPr>
            <a:xfrm>
              <a:off x="-762000" y="8773026"/>
              <a:ext cx="10287000" cy="1524000"/>
              <a:chOff x="-107950" y="7504113"/>
              <a:chExt cx="18395950" cy="2782887"/>
            </a:xfrm>
          </p:grpSpPr>
          <p:sp>
            <p:nvSpPr>
              <p:cNvPr id="579" name="Google Shape;579;p15">
                <a:extLst>
                  <a:ext uri="{FF2B5EF4-FFF2-40B4-BE49-F238E27FC236}">
                    <a16:creationId xmlns:a16="http://schemas.microsoft.com/office/drawing/2014/main" id="{A9C10CF4-ED57-C0F7-6DEB-EB2789D8A0C5}"/>
                  </a:ext>
                </a:extLst>
              </p:cNvPr>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0" name="Google Shape;580;p15">
                <a:extLst>
                  <a:ext uri="{FF2B5EF4-FFF2-40B4-BE49-F238E27FC236}">
                    <a16:creationId xmlns:a16="http://schemas.microsoft.com/office/drawing/2014/main" id="{40A053BD-8583-CC42-50FB-DE02900C5788}"/>
                  </a:ext>
                </a:extLst>
              </p:cNvPr>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81" name="Google Shape;581;p15">
                <a:extLst>
                  <a:ext uri="{FF2B5EF4-FFF2-40B4-BE49-F238E27FC236}">
                    <a16:creationId xmlns:a16="http://schemas.microsoft.com/office/drawing/2014/main" id="{1E65FFA0-A648-5CE8-54EE-9BE5DBA0EF3F}"/>
                  </a:ext>
                </a:extLst>
              </p:cNvPr>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582" name="Google Shape;582;p15">
                <a:extLst>
                  <a:ext uri="{FF2B5EF4-FFF2-40B4-BE49-F238E27FC236}">
                    <a16:creationId xmlns:a16="http://schemas.microsoft.com/office/drawing/2014/main" id="{7415AC08-9C1B-0608-A3FB-E6CDAC5C7EA5}"/>
                  </a:ext>
                </a:extLst>
              </p:cNvPr>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583" name="Google Shape;583;p15">
                <a:extLst>
                  <a:ext uri="{FF2B5EF4-FFF2-40B4-BE49-F238E27FC236}">
                    <a16:creationId xmlns:a16="http://schemas.microsoft.com/office/drawing/2014/main" id="{491AA407-EAC7-0227-E636-CA771D35B62D}"/>
                  </a:ext>
                </a:extLst>
              </p:cNvPr>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84" name="Google Shape;584;p15">
              <a:extLst>
                <a:ext uri="{FF2B5EF4-FFF2-40B4-BE49-F238E27FC236}">
                  <a16:creationId xmlns:a16="http://schemas.microsoft.com/office/drawing/2014/main" id="{7A93E53B-473D-009F-885C-5D331861761E}"/>
                </a:ext>
              </a:extLst>
            </p:cNvPr>
            <p:cNvGrpSpPr/>
            <p:nvPr/>
          </p:nvGrpSpPr>
          <p:grpSpPr>
            <a:xfrm>
              <a:off x="9450486" y="8773026"/>
              <a:ext cx="10287000" cy="1524000"/>
              <a:chOff x="-107950" y="7504113"/>
              <a:chExt cx="18395950" cy="2782887"/>
            </a:xfrm>
          </p:grpSpPr>
          <p:sp>
            <p:nvSpPr>
              <p:cNvPr id="585" name="Google Shape;585;p15">
                <a:extLst>
                  <a:ext uri="{FF2B5EF4-FFF2-40B4-BE49-F238E27FC236}">
                    <a16:creationId xmlns:a16="http://schemas.microsoft.com/office/drawing/2014/main" id="{C762BB2F-EF8B-3A72-6345-37302ACC2026}"/>
                  </a:ext>
                </a:extLst>
              </p:cNvPr>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6" name="Google Shape;586;p15">
                <a:extLst>
                  <a:ext uri="{FF2B5EF4-FFF2-40B4-BE49-F238E27FC236}">
                    <a16:creationId xmlns:a16="http://schemas.microsoft.com/office/drawing/2014/main" id="{C2C87B64-B32B-C6C9-CAA6-AFFED35833B7}"/>
                  </a:ext>
                </a:extLst>
              </p:cNvPr>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87" name="Google Shape;587;p15">
                <a:extLst>
                  <a:ext uri="{FF2B5EF4-FFF2-40B4-BE49-F238E27FC236}">
                    <a16:creationId xmlns:a16="http://schemas.microsoft.com/office/drawing/2014/main" id="{24631C99-E3C9-E98A-5F9C-D55B6B7D3771}"/>
                  </a:ext>
                </a:extLst>
              </p:cNvPr>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588" name="Google Shape;588;p15">
                <a:extLst>
                  <a:ext uri="{FF2B5EF4-FFF2-40B4-BE49-F238E27FC236}">
                    <a16:creationId xmlns:a16="http://schemas.microsoft.com/office/drawing/2014/main" id="{602587FD-4496-1618-0634-55ADA55CB534}"/>
                  </a:ext>
                </a:extLst>
              </p:cNvPr>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589" name="Google Shape;589;p15">
                <a:extLst>
                  <a:ext uri="{FF2B5EF4-FFF2-40B4-BE49-F238E27FC236}">
                    <a16:creationId xmlns:a16="http://schemas.microsoft.com/office/drawing/2014/main" id="{5A5AC050-07CC-9BAB-41B2-60D5D181C12A}"/>
                  </a:ext>
                </a:extLst>
              </p:cNvPr>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pic>
        <p:nvPicPr>
          <p:cNvPr id="3" name="Picture 2">
            <a:extLst>
              <a:ext uri="{FF2B5EF4-FFF2-40B4-BE49-F238E27FC236}">
                <a16:creationId xmlns:a16="http://schemas.microsoft.com/office/drawing/2014/main" id="{B7936261-D6E8-253C-604F-E221C4DD12AA}"/>
              </a:ext>
            </a:extLst>
          </p:cNvPr>
          <p:cNvPicPr>
            <a:picLocks noChangeAspect="1"/>
          </p:cNvPicPr>
          <p:nvPr/>
        </p:nvPicPr>
        <p:blipFill>
          <a:blip r:embed="rId5"/>
          <a:stretch>
            <a:fillRect/>
          </a:stretch>
        </p:blipFill>
        <p:spPr>
          <a:xfrm>
            <a:off x="1294573" y="1284051"/>
            <a:ext cx="6382093" cy="8315989"/>
          </a:xfrm>
          <a:prstGeom prst="rect">
            <a:avLst/>
          </a:prstGeom>
        </p:spPr>
      </p:pic>
      <p:pic>
        <p:nvPicPr>
          <p:cNvPr id="6" name="Picture 5">
            <a:extLst>
              <a:ext uri="{FF2B5EF4-FFF2-40B4-BE49-F238E27FC236}">
                <a16:creationId xmlns:a16="http://schemas.microsoft.com/office/drawing/2014/main" id="{4AA9B59E-3EF7-1391-30A5-78799264E80B}"/>
              </a:ext>
            </a:extLst>
          </p:cNvPr>
          <p:cNvPicPr>
            <a:picLocks noChangeAspect="1"/>
          </p:cNvPicPr>
          <p:nvPr/>
        </p:nvPicPr>
        <p:blipFill>
          <a:blip r:embed="rId6"/>
          <a:stretch>
            <a:fillRect/>
          </a:stretch>
        </p:blipFill>
        <p:spPr>
          <a:xfrm>
            <a:off x="8563174" y="1428427"/>
            <a:ext cx="6598577" cy="8171613"/>
          </a:xfrm>
          <a:prstGeom prst="rect">
            <a:avLst/>
          </a:prstGeom>
        </p:spPr>
      </p:pic>
    </p:spTree>
    <p:extLst>
      <p:ext uri="{BB962C8B-B14F-4D97-AF65-F5344CB8AC3E}">
        <p14:creationId xmlns:p14="http://schemas.microsoft.com/office/powerpoint/2010/main" val="42124633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30"/>
          <p:cNvSpPr txBox="1">
            <a:spLocks noGrp="1"/>
          </p:cNvSpPr>
          <p:nvPr>
            <p:ph type="title"/>
          </p:nvPr>
        </p:nvSpPr>
        <p:spPr>
          <a:xfrm>
            <a:off x="1981200" y="6546673"/>
            <a:ext cx="14859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23344D"/>
              </a:buClr>
              <a:buSzPts val="13800"/>
              <a:buFont typeface="Corsiva"/>
              <a:buNone/>
            </a:pPr>
            <a:r>
              <a:rPr lang="en-GB" sz="13800" b="1">
                <a:solidFill>
                  <a:srgbClr val="23344D"/>
                </a:solidFill>
                <a:latin typeface="Corsiva"/>
                <a:ea typeface="Corsiva"/>
                <a:cs typeface="Corsiva"/>
                <a:sym typeface="Corsiva"/>
              </a:rPr>
              <a:t>Synergy</a:t>
            </a:r>
            <a:endParaRPr sz="13800" b="1">
              <a:solidFill>
                <a:srgbClr val="23344D"/>
              </a:solidFill>
              <a:latin typeface="Corsiva"/>
              <a:ea typeface="Corsiva"/>
              <a:cs typeface="Corsiva"/>
              <a:sym typeface="Corsiva"/>
            </a:endParaRPr>
          </a:p>
        </p:txBody>
      </p:sp>
      <p:sp>
        <p:nvSpPr>
          <p:cNvPr id="863" name="Google Shape;863;p30"/>
          <p:cNvSpPr txBox="1"/>
          <p:nvPr/>
        </p:nvSpPr>
        <p:spPr>
          <a:xfrm>
            <a:off x="2203086" y="8238172"/>
            <a:ext cx="14484714" cy="1477328"/>
          </a:xfrm>
          <a:prstGeom prst="rect">
            <a:avLst/>
          </a:prstGeom>
          <a:noFill/>
          <a:ln>
            <a:noFill/>
          </a:ln>
        </p:spPr>
        <p:txBody>
          <a:bodyPr spcFirstLastPara="1" wrap="square" lIns="0" tIns="0" rIns="0" bIns="0" anchor="t" anchorCtr="0">
            <a:spAutoFit/>
          </a:bodyPr>
          <a:lstStyle/>
          <a:p>
            <a:pPr marL="12700" marR="0" lvl="0" indent="0" algn="just" rtl="0">
              <a:spcBef>
                <a:spcPts val="0"/>
              </a:spcBef>
              <a:spcAft>
                <a:spcPts val="0"/>
              </a:spcAft>
              <a:buNone/>
            </a:pPr>
            <a:r>
              <a:rPr lang="en-GB" sz="3200" b="0" i="1">
                <a:solidFill>
                  <a:srgbClr val="23344D"/>
                </a:solidFill>
                <a:latin typeface="Calibri"/>
                <a:ea typeface="Calibri"/>
                <a:cs typeface="Calibri"/>
                <a:sym typeface="Calibri"/>
              </a:rPr>
              <a:t>Saling membantu dalam membangun hubungan kerjasama yang produktif baik internal maupun eksternal, sebagai rekanan yang dapat diandalkan untuk dapat mencapai visi misi perusahaan.</a:t>
            </a:r>
            <a:endParaRPr/>
          </a:p>
        </p:txBody>
      </p:sp>
      <p:sp>
        <p:nvSpPr>
          <p:cNvPr id="864" name="Google Shape;864;p30"/>
          <p:cNvSpPr txBox="1"/>
          <p:nvPr/>
        </p:nvSpPr>
        <p:spPr>
          <a:xfrm>
            <a:off x="2590800" y="428056"/>
            <a:ext cx="229235" cy="1243930"/>
          </a:xfrm>
          <a:prstGeom prst="rect">
            <a:avLst/>
          </a:prstGeom>
          <a:noFill/>
          <a:ln>
            <a:noFill/>
          </a:ln>
        </p:spPr>
        <p:txBody>
          <a:bodyPr spcFirstLastPara="1" wrap="square" lIns="0" tIns="12700" rIns="0" bIns="0" anchor="ctr" anchorCtr="0">
            <a:spAutoFit/>
          </a:bodyPr>
          <a:lstStyle/>
          <a:p>
            <a:pPr marL="12700" marR="0" lvl="0" indent="0" algn="ctr" rtl="0">
              <a:spcBef>
                <a:spcPts val="0"/>
              </a:spcBef>
              <a:spcAft>
                <a:spcPts val="0"/>
              </a:spcAft>
              <a:buClr>
                <a:srgbClr val="FFFFFF"/>
              </a:buClr>
              <a:buSzPts val="8000"/>
              <a:buFont typeface="Calibri"/>
              <a:buNone/>
            </a:pPr>
            <a:r>
              <a:rPr lang="en-GB" sz="8000" b="1">
                <a:solidFill>
                  <a:srgbClr val="FFFFFF"/>
                </a:solidFill>
                <a:latin typeface="Calibri"/>
                <a:ea typeface="Calibri"/>
                <a:cs typeface="Calibri"/>
                <a:sym typeface="Calibri"/>
              </a:rPr>
              <a:t>I</a:t>
            </a:r>
            <a:endParaRPr sz="8000">
              <a:solidFill>
                <a:schemeClr val="dk1"/>
              </a:solidFill>
              <a:latin typeface="Calibri"/>
              <a:ea typeface="Calibri"/>
              <a:cs typeface="Calibri"/>
              <a:sym typeface="Calibri"/>
            </a:endParaRPr>
          </a:p>
        </p:txBody>
      </p:sp>
      <p:sp>
        <p:nvSpPr>
          <p:cNvPr id="865" name="Google Shape;865;p30"/>
          <p:cNvSpPr txBox="1"/>
          <p:nvPr/>
        </p:nvSpPr>
        <p:spPr>
          <a:xfrm>
            <a:off x="2856575" y="804660"/>
            <a:ext cx="693673" cy="136704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8800" b="1">
                <a:solidFill>
                  <a:srgbClr val="FFFFFF"/>
                </a:solidFill>
                <a:latin typeface="Calibri"/>
                <a:ea typeface="Calibri"/>
                <a:cs typeface="Calibri"/>
                <a:sym typeface="Calibri"/>
              </a:rPr>
              <a:t>C</a:t>
            </a:r>
            <a:endParaRPr sz="8800">
              <a:solidFill>
                <a:schemeClr val="dk1"/>
              </a:solidFill>
              <a:latin typeface="Calibri"/>
              <a:ea typeface="Calibri"/>
              <a:cs typeface="Calibri"/>
              <a:sym typeface="Calibri"/>
            </a:endParaRPr>
          </a:p>
        </p:txBody>
      </p:sp>
      <p:grpSp>
        <p:nvGrpSpPr>
          <p:cNvPr id="866" name="Google Shape;866;p30"/>
          <p:cNvGrpSpPr/>
          <p:nvPr/>
        </p:nvGrpSpPr>
        <p:grpSpPr>
          <a:xfrm rot="5400000">
            <a:off x="-5219700" y="4381500"/>
            <a:ext cx="10287000" cy="1524000"/>
            <a:chOff x="-107950" y="7504113"/>
            <a:chExt cx="18395950" cy="2782887"/>
          </a:xfrm>
        </p:grpSpPr>
        <p:sp>
          <p:nvSpPr>
            <p:cNvPr id="867" name="Google Shape;867;p30"/>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8" name="Google Shape;868;p30"/>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69" name="Google Shape;869;p30"/>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870" name="Google Shape;870;p30"/>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871" name="Google Shape;871;p30"/>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872" name="Google Shape;872;p30"/>
          <p:cNvPicPr preferRelativeResize="0"/>
          <p:nvPr/>
        </p:nvPicPr>
        <p:blipFill rotWithShape="1">
          <a:blip r:embed="rId5">
            <a:alphaModFix/>
          </a:blip>
          <a:srcRect/>
          <a:stretch/>
        </p:blipFill>
        <p:spPr>
          <a:xfrm>
            <a:off x="4343400" y="190500"/>
            <a:ext cx="9674996" cy="6043008"/>
          </a:xfrm>
          <a:prstGeom prst="rect">
            <a:avLst/>
          </a:prstGeom>
          <a:noFill/>
          <a:ln>
            <a:noFill/>
          </a:ln>
        </p:spPr>
      </p:pic>
      <p:pic>
        <p:nvPicPr>
          <p:cNvPr id="873" name="Google Shape;873;p30"/>
          <p:cNvPicPr preferRelativeResize="0"/>
          <p:nvPr/>
        </p:nvPicPr>
        <p:blipFill rotWithShape="1">
          <a:blip r:embed="rId6">
            <a:alphaModFix/>
          </a:blip>
          <a:srcRect/>
          <a:stretch/>
        </p:blipFill>
        <p:spPr>
          <a:xfrm>
            <a:off x="-36096" y="154480"/>
            <a:ext cx="3318704" cy="369362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cxnSp>
        <p:nvCxnSpPr>
          <p:cNvPr id="879" name="Google Shape;879;p31"/>
          <p:cNvCxnSpPr/>
          <p:nvPr/>
        </p:nvCxnSpPr>
        <p:spPr>
          <a:xfrm>
            <a:off x="9143996" y="5255476"/>
            <a:ext cx="0" cy="726224"/>
          </a:xfrm>
          <a:prstGeom prst="straightConnector1">
            <a:avLst/>
          </a:prstGeom>
          <a:noFill/>
          <a:ln w="25400" cap="flat" cmpd="sng">
            <a:solidFill>
              <a:srgbClr val="3F3F3F"/>
            </a:solidFill>
            <a:prstDash val="solid"/>
            <a:round/>
            <a:headEnd type="none" w="sm" len="sm"/>
            <a:tailEnd type="none" w="sm" len="sm"/>
          </a:ln>
        </p:spPr>
      </p:cxnSp>
      <p:cxnSp>
        <p:nvCxnSpPr>
          <p:cNvPr id="880" name="Google Shape;880;p31"/>
          <p:cNvCxnSpPr/>
          <p:nvPr/>
        </p:nvCxnSpPr>
        <p:spPr>
          <a:xfrm>
            <a:off x="2519264" y="5981700"/>
            <a:ext cx="13249472" cy="0"/>
          </a:xfrm>
          <a:prstGeom prst="straightConnector1">
            <a:avLst/>
          </a:prstGeom>
          <a:noFill/>
          <a:ln w="25400" cap="flat" cmpd="sng">
            <a:solidFill>
              <a:srgbClr val="3F3F3F"/>
            </a:solidFill>
            <a:prstDash val="solid"/>
            <a:round/>
            <a:headEnd type="none" w="sm" len="sm"/>
            <a:tailEnd type="none" w="sm" len="sm"/>
          </a:ln>
        </p:spPr>
      </p:cxnSp>
      <p:cxnSp>
        <p:nvCxnSpPr>
          <p:cNvPr id="881" name="Google Shape;881;p31"/>
          <p:cNvCxnSpPr/>
          <p:nvPr/>
        </p:nvCxnSpPr>
        <p:spPr>
          <a:xfrm>
            <a:off x="2519264" y="5981700"/>
            <a:ext cx="0" cy="726224"/>
          </a:xfrm>
          <a:prstGeom prst="straightConnector1">
            <a:avLst/>
          </a:prstGeom>
          <a:noFill/>
          <a:ln w="25400" cap="flat" cmpd="sng">
            <a:solidFill>
              <a:srgbClr val="3F3F3F"/>
            </a:solidFill>
            <a:prstDash val="solid"/>
            <a:round/>
            <a:headEnd type="oval" w="lg" len="lg"/>
            <a:tailEnd type="none" w="sm" len="sm"/>
          </a:ln>
        </p:spPr>
      </p:cxnSp>
      <p:cxnSp>
        <p:nvCxnSpPr>
          <p:cNvPr id="882" name="Google Shape;882;p31"/>
          <p:cNvCxnSpPr/>
          <p:nvPr/>
        </p:nvCxnSpPr>
        <p:spPr>
          <a:xfrm>
            <a:off x="5831632" y="5981700"/>
            <a:ext cx="0" cy="726224"/>
          </a:xfrm>
          <a:prstGeom prst="straightConnector1">
            <a:avLst/>
          </a:prstGeom>
          <a:noFill/>
          <a:ln w="25400" cap="flat" cmpd="sng">
            <a:solidFill>
              <a:srgbClr val="3F3F3F"/>
            </a:solidFill>
            <a:prstDash val="solid"/>
            <a:round/>
            <a:headEnd type="oval" w="lg" len="lg"/>
            <a:tailEnd type="none" w="sm" len="sm"/>
          </a:ln>
        </p:spPr>
      </p:cxnSp>
      <p:cxnSp>
        <p:nvCxnSpPr>
          <p:cNvPr id="883" name="Google Shape;883;p31"/>
          <p:cNvCxnSpPr/>
          <p:nvPr/>
        </p:nvCxnSpPr>
        <p:spPr>
          <a:xfrm>
            <a:off x="9144000" y="5981700"/>
            <a:ext cx="0" cy="726224"/>
          </a:xfrm>
          <a:prstGeom prst="straightConnector1">
            <a:avLst/>
          </a:prstGeom>
          <a:noFill/>
          <a:ln w="25400" cap="flat" cmpd="sng">
            <a:solidFill>
              <a:srgbClr val="3F3F3F"/>
            </a:solidFill>
            <a:prstDash val="solid"/>
            <a:round/>
            <a:headEnd type="oval" w="lg" len="lg"/>
            <a:tailEnd type="none" w="sm" len="sm"/>
          </a:ln>
        </p:spPr>
      </p:cxnSp>
      <p:cxnSp>
        <p:nvCxnSpPr>
          <p:cNvPr id="884" name="Google Shape;884;p31"/>
          <p:cNvCxnSpPr/>
          <p:nvPr/>
        </p:nvCxnSpPr>
        <p:spPr>
          <a:xfrm>
            <a:off x="12456368" y="5981700"/>
            <a:ext cx="0" cy="726224"/>
          </a:xfrm>
          <a:prstGeom prst="straightConnector1">
            <a:avLst/>
          </a:prstGeom>
          <a:noFill/>
          <a:ln w="25400" cap="flat" cmpd="sng">
            <a:solidFill>
              <a:srgbClr val="3F3F3F"/>
            </a:solidFill>
            <a:prstDash val="solid"/>
            <a:round/>
            <a:headEnd type="oval" w="lg" len="lg"/>
            <a:tailEnd type="none" w="sm" len="sm"/>
          </a:ln>
        </p:spPr>
      </p:cxnSp>
      <p:cxnSp>
        <p:nvCxnSpPr>
          <p:cNvPr id="885" name="Google Shape;885;p31"/>
          <p:cNvCxnSpPr/>
          <p:nvPr/>
        </p:nvCxnSpPr>
        <p:spPr>
          <a:xfrm>
            <a:off x="15785445" y="5981700"/>
            <a:ext cx="0" cy="726224"/>
          </a:xfrm>
          <a:prstGeom prst="straightConnector1">
            <a:avLst/>
          </a:prstGeom>
          <a:noFill/>
          <a:ln w="25400" cap="flat" cmpd="sng">
            <a:solidFill>
              <a:srgbClr val="3F3F3F"/>
            </a:solidFill>
            <a:prstDash val="solid"/>
            <a:round/>
            <a:headEnd type="oval" w="lg" len="lg"/>
            <a:tailEnd type="none" w="sm" len="sm"/>
          </a:ln>
        </p:spPr>
      </p:cxnSp>
      <p:sp>
        <p:nvSpPr>
          <p:cNvPr id="886" name="Google Shape;886;p31"/>
          <p:cNvSpPr/>
          <p:nvPr/>
        </p:nvSpPr>
        <p:spPr>
          <a:xfrm>
            <a:off x="1892594" y="6707924"/>
            <a:ext cx="1242200" cy="1242200"/>
          </a:xfrm>
          <a:prstGeom prst="ellipse">
            <a:avLst/>
          </a:prstGeom>
          <a:solidFill>
            <a:schemeClr val="accent2"/>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887" name="Google Shape;887;p31"/>
          <p:cNvSpPr/>
          <p:nvPr/>
        </p:nvSpPr>
        <p:spPr>
          <a:xfrm>
            <a:off x="5210532" y="6707924"/>
            <a:ext cx="1242200" cy="1242200"/>
          </a:xfrm>
          <a:prstGeom prst="ellipse">
            <a:avLst/>
          </a:prstGeom>
          <a:solidFill>
            <a:schemeClr val="accent5"/>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888" name="Google Shape;888;p31"/>
          <p:cNvSpPr/>
          <p:nvPr/>
        </p:nvSpPr>
        <p:spPr>
          <a:xfrm>
            <a:off x="8528470" y="6707924"/>
            <a:ext cx="1242200" cy="1242200"/>
          </a:xfrm>
          <a:prstGeom prst="ellipse">
            <a:avLst/>
          </a:prstGeom>
          <a:solidFill>
            <a:schemeClr val="accent6"/>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889" name="Google Shape;889;p31"/>
          <p:cNvSpPr/>
          <p:nvPr/>
        </p:nvSpPr>
        <p:spPr>
          <a:xfrm>
            <a:off x="11846408" y="6707924"/>
            <a:ext cx="1242200" cy="1242200"/>
          </a:xfrm>
          <a:prstGeom prst="ellipse">
            <a:avLst/>
          </a:prstGeom>
          <a:solidFill>
            <a:schemeClr val="accent3"/>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890" name="Google Shape;890;p31"/>
          <p:cNvSpPr/>
          <p:nvPr/>
        </p:nvSpPr>
        <p:spPr>
          <a:xfrm>
            <a:off x="15164345" y="6707924"/>
            <a:ext cx="1242200" cy="1242200"/>
          </a:xfrm>
          <a:prstGeom prst="ellipse">
            <a:avLst/>
          </a:prstGeom>
          <a:solidFill>
            <a:schemeClr val="accent4"/>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891" name="Google Shape;891;p31"/>
          <p:cNvSpPr txBox="1"/>
          <p:nvPr/>
        </p:nvSpPr>
        <p:spPr>
          <a:xfrm>
            <a:off x="982011" y="8058234"/>
            <a:ext cx="3108450" cy="95410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Kerja sama yang Produktif</a:t>
            </a:r>
            <a:endParaRPr sz="2800" b="1">
              <a:solidFill>
                <a:schemeClr val="dk1"/>
              </a:solidFill>
              <a:latin typeface="Calibri"/>
              <a:ea typeface="Calibri"/>
              <a:cs typeface="Calibri"/>
              <a:sym typeface="Calibri"/>
            </a:endParaRPr>
          </a:p>
        </p:txBody>
      </p:sp>
      <p:sp>
        <p:nvSpPr>
          <p:cNvPr id="892" name="Google Shape;892;p31"/>
          <p:cNvSpPr txBox="1"/>
          <p:nvPr/>
        </p:nvSpPr>
        <p:spPr>
          <a:xfrm>
            <a:off x="4399279" y="8256904"/>
            <a:ext cx="3108450" cy="95410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Pengembangan SDM</a:t>
            </a:r>
            <a:endParaRPr sz="2800" b="1">
              <a:solidFill>
                <a:schemeClr val="dk1"/>
              </a:solidFill>
              <a:latin typeface="Calibri"/>
              <a:ea typeface="Calibri"/>
              <a:cs typeface="Calibri"/>
              <a:sym typeface="Calibri"/>
            </a:endParaRPr>
          </a:p>
        </p:txBody>
      </p:sp>
      <p:sp>
        <p:nvSpPr>
          <p:cNvPr id="893" name="Google Shape;893;p31"/>
          <p:cNvSpPr txBox="1"/>
          <p:nvPr/>
        </p:nvSpPr>
        <p:spPr>
          <a:xfrm>
            <a:off x="7690029" y="8265108"/>
            <a:ext cx="3108450"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Teamwork</a:t>
            </a:r>
            <a:endParaRPr sz="2800" b="1">
              <a:solidFill>
                <a:schemeClr val="dk1"/>
              </a:solidFill>
              <a:latin typeface="Calibri"/>
              <a:ea typeface="Calibri"/>
              <a:cs typeface="Calibri"/>
              <a:sym typeface="Calibri"/>
            </a:endParaRPr>
          </a:p>
        </p:txBody>
      </p:sp>
      <p:sp>
        <p:nvSpPr>
          <p:cNvPr id="894" name="Google Shape;894;p31"/>
          <p:cNvSpPr txBox="1"/>
          <p:nvPr/>
        </p:nvSpPr>
        <p:spPr>
          <a:xfrm>
            <a:off x="10953121" y="8265108"/>
            <a:ext cx="3108450"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Peduli</a:t>
            </a:r>
            <a:endParaRPr sz="2800" b="1">
              <a:solidFill>
                <a:schemeClr val="dk1"/>
              </a:solidFill>
              <a:latin typeface="Calibri"/>
              <a:ea typeface="Calibri"/>
              <a:cs typeface="Calibri"/>
              <a:sym typeface="Calibri"/>
            </a:endParaRPr>
          </a:p>
        </p:txBody>
      </p:sp>
      <p:sp>
        <p:nvSpPr>
          <p:cNvPr id="895" name="Google Shape;895;p31"/>
          <p:cNvSpPr txBox="1"/>
          <p:nvPr/>
        </p:nvSpPr>
        <p:spPr>
          <a:xfrm>
            <a:off x="14214511" y="8265110"/>
            <a:ext cx="3108450"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800" b="1">
                <a:solidFill>
                  <a:schemeClr val="dk1"/>
                </a:solidFill>
                <a:latin typeface="Calibri"/>
                <a:ea typeface="Calibri"/>
                <a:cs typeface="Calibri"/>
                <a:sym typeface="Calibri"/>
              </a:rPr>
              <a:t>Kolaborasi</a:t>
            </a:r>
            <a:endParaRPr sz="2800" b="1">
              <a:solidFill>
                <a:schemeClr val="dk1"/>
              </a:solidFill>
              <a:latin typeface="Calibri"/>
              <a:ea typeface="Calibri"/>
              <a:cs typeface="Calibri"/>
              <a:sym typeface="Calibri"/>
            </a:endParaRPr>
          </a:p>
        </p:txBody>
      </p:sp>
      <p:sp>
        <p:nvSpPr>
          <p:cNvPr id="896" name="Google Shape;896;p31"/>
          <p:cNvSpPr txBox="1"/>
          <p:nvPr/>
        </p:nvSpPr>
        <p:spPr>
          <a:xfrm>
            <a:off x="8876259" y="3778003"/>
            <a:ext cx="2139950" cy="1415764"/>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GB" sz="8000" b="1">
                <a:solidFill>
                  <a:srgbClr val="FFFFFF"/>
                </a:solidFill>
                <a:latin typeface="Calibri"/>
                <a:ea typeface="Calibri"/>
                <a:cs typeface="Calibri"/>
                <a:sym typeface="Calibri"/>
              </a:rPr>
              <a:t>I 	   </a:t>
            </a:r>
            <a:endParaRPr sz="8000">
              <a:solidFill>
                <a:srgbClr val="000000"/>
              </a:solidFill>
              <a:latin typeface="Times New Roman"/>
              <a:ea typeface="Times New Roman"/>
              <a:cs typeface="Times New Roman"/>
              <a:sym typeface="Times New Roman"/>
            </a:endParaRPr>
          </a:p>
        </p:txBody>
      </p:sp>
      <p:sp>
        <p:nvSpPr>
          <p:cNvPr id="897" name="Google Shape;897;p31"/>
          <p:cNvSpPr/>
          <p:nvPr/>
        </p:nvSpPr>
        <p:spPr>
          <a:xfrm>
            <a:off x="15425936" y="6945878"/>
            <a:ext cx="719020" cy="720000"/>
          </a:xfrm>
          <a:custGeom>
            <a:avLst/>
            <a:gdLst/>
            <a:ahLst/>
            <a:cxnLst/>
            <a:rect l="l" t="t" r="r" b="b"/>
            <a:pathLst>
              <a:path w="3225370" h="3229762" extrusionOk="0">
                <a:moveTo>
                  <a:pt x="1355872" y="0"/>
                </a:moveTo>
                <a:cubicBezTo>
                  <a:pt x="1564636" y="0"/>
                  <a:pt x="1733872" y="169236"/>
                  <a:pt x="1733872" y="378000"/>
                </a:cubicBezTo>
                <a:cubicBezTo>
                  <a:pt x="1733872" y="530834"/>
                  <a:pt x="1643169" y="662483"/>
                  <a:pt x="1512292" y="721255"/>
                </a:cubicBezTo>
                <a:lnTo>
                  <a:pt x="1607042" y="1169019"/>
                </a:lnTo>
                <a:cubicBezTo>
                  <a:pt x="1611319" y="1167786"/>
                  <a:pt x="1615651" y="1167712"/>
                  <a:pt x="1620000" y="1167712"/>
                </a:cubicBezTo>
                <a:cubicBezTo>
                  <a:pt x="1828764" y="1167712"/>
                  <a:pt x="1998000" y="1336948"/>
                  <a:pt x="1998000" y="1545712"/>
                </a:cubicBezTo>
                <a:lnTo>
                  <a:pt x="1996362" y="1567711"/>
                </a:lnTo>
                <a:lnTo>
                  <a:pt x="2525816" y="1711728"/>
                </a:lnTo>
                <a:cubicBezTo>
                  <a:pt x="2591164" y="1602543"/>
                  <a:pt x="2710810" y="1530128"/>
                  <a:pt x="2847370" y="1530128"/>
                </a:cubicBezTo>
                <a:cubicBezTo>
                  <a:pt x="3056134" y="1530128"/>
                  <a:pt x="3225370" y="1699364"/>
                  <a:pt x="3225370" y="1908128"/>
                </a:cubicBezTo>
                <a:cubicBezTo>
                  <a:pt x="3225370" y="2116892"/>
                  <a:pt x="3056134" y="2286128"/>
                  <a:pt x="2847370" y="2286128"/>
                </a:cubicBezTo>
                <a:cubicBezTo>
                  <a:pt x="2638606" y="2286128"/>
                  <a:pt x="2469370" y="2116892"/>
                  <a:pt x="2469370" y="1908128"/>
                </a:cubicBezTo>
                <a:lnTo>
                  <a:pt x="2475505" y="1847275"/>
                </a:lnTo>
                <a:lnTo>
                  <a:pt x="1957861" y="1706471"/>
                </a:lnTo>
                <a:cubicBezTo>
                  <a:pt x="1922674" y="1789256"/>
                  <a:pt x="1855841" y="1854310"/>
                  <a:pt x="1773397" y="1890608"/>
                </a:cubicBezTo>
                <a:lnTo>
                  <a:pt x="1908290" y="2478637"/>
                </a:lnTo>
                <a:cubicBezTo>
                  <a:pt x="2094333" y="2500701"/>
                  <a:pt x="2237929" y="2659462"/>
                  <a:pt x="2237929" y="2851762"/>
                </a:cubicBezTo>
                <a:cubicBezTo>
                  <a:pt x="2237929" y="3060526"/>
                  <a:pt x="2068693" y="3229762"/>
                  <a:pt x="1859929" y="3229762"/>
                </a:cubicBezTo>
                <a:cubicBezTo>
                  <a:pt x="1651165" y="3229762"/>
                  <a:pt x="1481929" y="3060526"/>
                  <a:pt x="1481929" y="2851762"/>
                </a:cubicBezTo>
                <a:cubicBezTo>
                  <a:pt x="1481929" y="2676759"/>
                  <a:pt x="1600854" y="2529533"/>
                  <a:pt x="1762693" y="2487978"/>
                </a:cubicBezTo>
                <a:lnTo>
                  <a:pt x="1632951" y="1922407"/>
                </a:lnTo>
                <a:cubicBezTo>
                  <a:pt x="1628677" y="1923639"/>
                  <a:pt x="1624347" y="1923712"/>
                  <a:pt x="1620000" y="1923712"/>
                </a:cubicBezTo>
                <a:cubicBezTo>
                  <a:pt x="1474614" y="1923712"/>
                  <a:pt x="1348399" y="1841634"/>
                  <a:pt x="1286703" y="1720478"/>
                </a:cubicBezTo>
                <a:lnTo>
                  <a:pt x="726463" y="1950491"/>
                </a:lnTo>
                <a:cubicBezTo>
                  <a:pt x="745503" y="1995553"/>
                  <a:pt x="756000" y="2045092"/>
                  <a:pt x="756000" y="2097083"/>
                </a:cubicBezTo>
                <a:cubicBezTo>
                  <a:pt x="756000" y="2305847"/>
                  <a:pt x="586764" y="2475083"/>
                  <a:pt x="378000" y="2475083"/>
                </a:cubicBezTo>
                <a:cubicBezTo>
                  <a:pt x="169236" y="2475083"/>
                  <a:pt x="0" y="2305847"/>
                  <a:pt x="0" y="2097083"/>
                </a:cubicBezTo>
                <a:cubicBezTo>
                  <a:pt x="0" y="1888319"/>
                  <a:pt x="169236" y="1719083"/>
                  <a:pt x="378000" y="1719083"/>
                </a:cubicBezTo>
                <a:cubicBezTo>
                  <a:pt x="481765" y="1719083"/>
                  <a:pt x="575764" y="1760894"/>
                  <a:pt x="643957" y="1828700"/>
                </a:cubicBezTo>
                <a:lnTo>
                  <a:pt x="1245626" y="1581679"/>
                </a:lnTo>
                <a:cubicBezTo>
                  <a:pt x="1242578" y="1569964"/>
                  <a:pt x="1242000" y="1557905"/>
                  <a:pt x="1242000" y="1545712"/>
                </a:cubicBezTo>
                <a:cubicBezTo>
                  <a:pt x="1242000" y="1391666"/>
                  <a:pt x="1334148" y="1259142"/>
                  <a:pt x="1466584" y="1200827"/>
                </a:cubicBezTo>
                <a:lnTo>
                  <a:pt x="1372109" y="754363"/>
                </a:lnTo>
                <a:cubicBezTo>
                  <a:pt x="1366762" y="755885"/>
                  <a:pt x="1361331" y="756000"/>
                  <a:pt x="1355872" y="756000"/>
                </a:cubicBezTo>
                <a:cubicBezTo>
                  <a:pt x="1147108" y="756000"/>
                  <a:pt x="977872" y="586764"/>
                  <a:pt x="977872" y="378000"/>
                </a:cubicBezTo>
                <a:cubicBezTo>
                  <a:pt x="977872" y="169236"/>
                  <a:pt x="1147108" y="0"/>
                  <a:pt x="1355872"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898" name="Google Shape;898;p31"/>
          <p:cNvSpPr txBox="1"/>
          <p:nvPr/>
        </p:nvSpPr>
        <p:spPr>
          <a:xfrm>
            <a:off x="8814775" y="3879093"/>
            <a:ext cx="2139950" cy="1415764"/>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GB" sz="8000" b="1">
                <a:solidFill>
                  <a:srgbClr val="FFFFFF"/>
                </a:solidFill>
                <a:latin typeface="Calibri"/>
                <a:ea typeface="Calibri"/>
                <a:cs typeface="Calibri"/>
                <a:sym typeface="Calibri"/>
              </a:rPr>
              <a:t>S     </a:t>
            </a:r>
            <a:endParaRPr sz="8000">
              <a:solidFill>
                <a:srgbClr val="000000"/>
              </a:solidFill>
              <a:latin typeface="Times New Roman"/>
              <a:ea typeface="Times New Roman"/>
              <a:cs typeface="Times New Roman"/>
              <a:sym typeface="Times New Roman"/>
            </a:endParaRPr>
          </a:p>
        </p:txBody>
      </p:sp>
      <p:sp>
        <p:nvSpPr>
          <p:cNvPr id="899" name="Google Shape;899;p31"/>
          <p:cNvSpPr/>
          <p:nvPr/>
        </p:nvSpPr>
        <p:spPr>
          <a:xfrm>
            <a:off x="2173068" y="6952908"/>
            <a:ext cx="681252" cy="667944"/>
          </a:xfrm>
          <a:custGeom>
            <a:avLst/>
            <a:gdLst/>
            <a:ahLst/>
            <a:cxnLst/>
            <a:rect l="l" t="t" r="r" b="b"/>
            <a:pathLst>
              <a:path w="3263621" h="3199863" extrusionOk="0">
                <a:moveTo>
                  <a:pt x="1896188" y="786599"/>
                </a:moveTo>
                <a:cubicBezTo>
                  <a:pt x="1878938" y="786251"/>
                  <a:pt x="1861335" y="789280"/>
                  <a:pt x="1844305" y="796082"/>
                </a:cubicBezTo>
                <a:cubicBezTo>
                  <a:pt x="1792333" y="816839"/>
                  <a:pt x="1760707" y="866742"/>
                  <a:pt x="1761231" y="919486"/>
                </a:cubicBezTo>
                <a:lnTo>
                  <a:pt x="1573886" y="1618665"/>
                </a:lnTo>
                <a:lnTo>
                  <a:pt x="1438574" y="1113672"/>
                </a:lnTo>
                <a:cubicBezTo>
                  <a:pt x="1424335" y="1060531"/>
                  <a:pt x="1379808" y="1023594"/>
                  <a:pt x="1328543" y="1016456"/>
                </a:cubicBezTo>
                <a:cubicBezTo>
                  <a:pt x="1320071" y="1015276"/>
                  <a:pt x="1311415" y="1014911"/>
                  <a:pt x="1302836" y="1018067"/>
                </a:cubicBezTo>
                <a:lnTo>
                  <a:pt x="1300556" y="1017667"/>
                </a:lnTo>
                <a:cubicBezTo>
                  <a:pt x="1298914" y="1017711"/>
                  <a:pt x="1297275" y="1017786"/>
                  <a:pt x="1295680" y="1018515"/>
                </a:cubicBezTo>
                <a:lnTo>
                  <a:pt x="1275904" y="1019755"/>
                </a:lnTo>
                <a:cubicBezTo>
                  <a:pt x="1273459" y="1020410"/>
                  <a:pt x="1271049" y="1021129"/>
                  <a:pt x="1269080" y="1023145"/>
                </a:cubicBezTo>
                <a:cubicBezTo>
                  <a:pt x="1229892" y="1033156"/>
                  <a:pt x="1196286" y="1061513"/>
                  <a:pt x="1180414" y="1102068"/>
                </a:cubicBezTo>
                <a:lnTo>
                  <a:pt x="902406" y="1812437"/>
                </a:lnTo>
                <a:lnTo>
                  <a:pt x="612897" y="1812437"/>
                </a:lnTo>
                <a:cubicBezTo>
                  <a:pt x="539543" y="1812437"/>
                  <a:pt x="480078" y="1871902"/>
                  <a:pt x="480078" y="1945256"/>
                </a:cubicBezTo>
                <a:cubicBezTo>
                  <a:pt x="480078" y="2018610"/>
                  <a:pt x="539543" y="2078075"/>
                  <a:pt x="612897" y="2078075"/>
                </a:cubicBezTo>
                <a:lnTo>
                  <a:pt x="966673" y="2078075"/>
                </a:lnTo>
                <a:cubicBezTo>
                  <a:pt x="1008666" y="2088839"/>
                  <a:pt x="1051924" y="2075535"/>
                  <a:pt x="1081835" y="2045978"/>
                </a:cubicBezTo>
                <a:cubicBezTo>
                  <a:pt x="1105846" y="2028294"/>
                  <a:pt x="1122213" y="2001701"/>
                  <a:pt x="1125659" y="1970866"/>
                </a:cubicBezTo>
                <a:lnTo>
                  <a:pt x="1284498" y="1565001"/>
                </a:lnTo>
                <a:lnTo>
                  <a:pt x="1443089" y="2156868"/>
                </a:lnTo>
                <a:cubicBezTo>
                  <a:pt x="1455914" y="2204733"/>
                  <a:pt x="1493311" y="2239452"/>
                  <a:pt x="1538593" y="2249086"/>
                </a:cubicBezTo>
                <a:lnTo>
                  <a:pt x="1542015" y="2250785"/>
                </a:lnTo>
                <a:cubicBezTo>
                  <a:pt x="1542604" y="2250943"/>
                  <a:pt x="1543193" y="2251097"/>
                  <a:pt x="1543870" y="2250902"/>
                </a:cubicBezTo>
                <a:cubicBezTo>
                  <a:pt x="1553422" y="2254514"/>
                  <a:pt x="1563610" y="2255524"/>
                  <a:pt x="1573886" y="2252783"/>
                </a:cubicBezTo>
                <a:cubicBezTo>
                  <a:pt x="1584162" y="2255524"/>
                  <a:pt x="1594351" y="2254515"/>
                  <a:pt x="1603903" y="2250901"/>
                </a:cubicBezTo>
                <a:lnTo>
                  <a:pt x="1605758" y="2250785"/>
                </a:lnTo>
                <a:cubicBezTo>
                  <a:pt x="1606974" y="2250459"/>
                  <a:pt x="1608181" y="2250118"/>
                  <a:pt x="1609178" y="2249086"/>
                </a:cubicBezTo>
                <a:cubicBezTo>
                  <a:pt x="1654461" y="2239453"/>
                  <a:pt x="1691859" y="2204734"/>
                  <a:pt x="1704684" y="2156868"/>
                </a:cubicBezTo>
                <a:lnTo>
                  <a:pt x="1921541" y="1347547"/>
                </a:lnTo>
                <a:lnTo>
                  <a:pt x="2181705" y="1998928"/>
                </a:lnTo>
                <a:cubicBezTo>
                  <a:pt x="2205326" y="2058070"/>
                  <a:pt x="2266689" y="2090865"/>
                  <a:pt x="2326593" y="2078075"/>
                </a:cubicBezTo>
                <a:lnTo>
                  <a:pt x="2671200" y="2078075"/>
                </a:lnTo>
                <a:cubicBezTo>
                  <a:pt x="2744554" y="2078075"/>
                  <a:pt x="2804019" y="2018610"/>
                  <a:pt x="2804019" y="1945256"/>
                </a:cubicBezTo>
                <a:cubicBezTo>
                  <a:pt x="2804019" y="1871902"/>
                  <a:pt x="2744554" y="1812437"/>
                  <a:pt x="2671200" y="1812437"/>
                </a:cubicBezTo>
                <a:lnTo>
                  <a:pt x="2393261" y="1812437"/>
                </a:lnTo>
                <a:lnTo>
                  <a:pt x="2016914" y="870162"/>
                </a:lnTo>
                <a:cubicBezTo>
                  <a:pt x="1996508" y="819071"/>
                  <a:pt x="1947937" y="787642"/>
                  <a:pt x="1896188" y="786599"/>
                </a:cubicBezTo>
                <a:close/>
                <a:moveTo>
                  <a:pt x="773454" y="106"/>
                </a:moveTo>
                <a:cubicBezTo>
                  <a:pt x="1097282" y="5742"/>
                  <a:pt x="1441967" y="238301"/>
                  <a:pt x="1631811" y="769863"/>
                </a:cubicBezTo>
                <a:cubicBezTo>
                  <a:pt x="2306811" y="-1120137"/>
                  <a:pt x="4939311" y="769863"/>
                  <a:pt x="1631811" y="3199863"/>
                </a:cubicBezTo>
                <a:cubicBezTo>
                  <a:pt x="-745455" y="1453301"/>
                  <a:pt x="-54107" y="-14297"/>
                  <a:pt x="773454" y="106"/>
                </a:cubicBezTo>
                <a:close/>
              </a:path>
            </a:pathLst>
          </a:cu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900" name="Google Shape;900;p31"/>
          <p:cNvSpPr/>
          <p:nvPr/>
        </p:nvSpPr>
        <p:spPr>
          <a:xfrm>
            <a:off x="5532877" y="6885726"/>
            <a:ext cx="682010" cy="753624"/>
          </a:xfrm>
          <a:custGeom>
            <a:avLst/>
            <a:gdLst/>
            <a:ahLst/>
            <a:cxnLst/>
            <a:rect l="l" t="t" r="r" b="b"/>
            <a:pathLst>
              <a:path w="341005" h="376812" extrusionOk="0">
                <a:moveTo>
                  <a:pt x="179590" y="105941"/>
                </a:moveTo>
                <a:cubicBezTo>
                  <a:pt x="189466" y="103284"/>
                  <a:pt x="200229" y="106383"/>
                  <a:pt x="207502" y="113978"/>
                </a:cubicBezTo>
                <a:lnTo>
                  <a:pt x="205155" y="116193"/>
                </a:lnTo>
                <a:cubicBezTo>
                  <a:pt x="198727" y="109493"/>
                  <a:pt x="189244" y="106732"/>
                  <a:pt x="180543" y="109027"/>
                </a:cubicBezTo>
                <a:cubicBezTo>
                  <a:pt x="171284" y="111470"/>
                  <a:pt x="164597" y="119184"/>
                  <a:pt x="163491" y="128699"/>
                </a:cubicBezTo>
                <a:lnTo>
                  <a:pt x="160301" y="128192"/>
                </a:lnTo>
                <a:cubicBezTo>
                  <a:pt x="160626" y="125509"/>
                  <a:pt x="161343" y="122953"/>
                  <a:pt x="162397" y="120583"/>
                </a:cubicBezTo>
                <a:cubicBezTo>
                  <a:pt x="163188" y="118806"/>
                  <a:pt x="164168" y="117134"/>
                  <a:pt x="165317" y="115593"/>
                </a:cubicBezTo>
                <a:close/>
                <a:moveTo>
                  <a:pt x="184774" y="76800"/>
                </a:moveTo>
                <a:cubicBezTo>
                  <a:pt x="189722" y="75892"/>
                  <a:pt x="194950" y="76276"/>
                  <a:pt x="199898" y="78055"/>
                </a:cubicBezTo>
                <a:lnTo>
                  <a:pt x="198784" y="81085"/>
                </a:lnTo>
                <a:cubicBezTo>
                  <a:pt x="190044" y="77951"/>
                  <a:pt x="180324" y="79705"/>
                  <a:pt x="173557" y="85636"/>
                </a:cubicBezTo>
                <a:cubicBezTo>
                  <a:pt x="166357" y="91948"/>
                  <a:pt x="163808" y="101834"/>
                  <a:pt x="167057" y="110845"/>
                </a:cubicBezTo>
                <a:lnTo>
                  <a:pt x="163976" y="111813"/>
                </a:lnTo>
                <a:cubicBezTo>
                  <a:pt x="161264" y="104174"/>
                  <a:pt x="162206" y="95982"/>
                  <a:pt x="166259" y="89343"/>
                </a:cubicBezTo>
                <a:lnTo>
                  <a:pt x="171329" y="83298"/>
                </a:lnTo>
                <a:cubicBezTo>
                  <a:pt x="175158" y="79908"/>
                  <a:pt x="179826" y="77708"/>
                  <a:pt x="184774" y="76800"/>
                </a:cubicBezTo>
                <a:close/>
                <a:moveTo>
                  <a:pt x="179076" y="24908"/>
                </a:moveTo>
                <a:cubicBezTo>
                  <a:pt x="173882" y="25821"/>
                  <a:pt x="169065" y="28595"/>
                  <a:pt x="165693" y="33023"/>
                </a:cubicBezTo>
                <a:lnTo>
                  <a:pt x="165081" y="32645"/>
                </a:lnTo>
                <a:lnTo>
                  <a:pt x="164343" y="33841"/>
                </a:lnTo>
                <a:lnTo>
                  <a:pt x="159156" y="28989"/>
                </a:lnTo>
                <a:cubicBezTo>
                  <a:pt x="147650" y="21890"/>
                  <a:pt x="132568" y="25462"/>
                  <a:pt x="125468" y="36968"/>
                </a:cubicBezTo>
                <a:cubicBezTo>
                  <a:pt x="125028" y="37682"/>
                  <a:pt x="124628" y="38410"/>
                  <a:pt x="124607" y="39302"/>
                </a:cubicBezTo>
                <a:cubicBezTo>
                  <a:pt x="121192" y="53871"/>
                  <a:pt x="126621" y="67918"/>
                  <a:pt x="137512" y="72288"/>
                </a:cubicBezTo>
                <a:lnTo>
                  <a:pt x="136408" y="75373"/>
                </a:lnTo>
                <a:cubicBezTo>
                  <a:pt x="125065" y="70889"/>
                  <a:pt x="118824" y="57470"/>
                  <a:pt x="120792" y="42874"/>
                </a:cubicBezTo>
                <a:cubicBezTo>
                  <a:pt x="110219" y="38045"/>
                  <a:pt x="97555" y="41998"/>
                  <a:pt x="91229" y="52250"/>
                </a:cubicBezTo>
                <a:cubicBezTo>
                  <a:pt x="86215" y="60377"/>
                  <a:pt x="87164" y="68019"/>
                  <a:pt x="90995" y="75559"/>
                </a:cubicBezTo>
                <a:cubicBezTo>
                  <a:pt x="88405" y="77546"/>
                  <a:pt x="86197" y="80074"/>
                  <a:pt x="84391" y="83001"/>
                </a:cubicBezTo>
                <a:cubicBezTo>
                  <a:pt x="75261" y="97799"/>
                  <a:pt x="79855" y="117197"/>
                  <a:pt x="94653" y="126328"/>
                </a:cubicBezTo>
                <a:cubicBezTo>
                  <a:pt x="99603" y="129383"/>
                  <a:pt x="105068" y="130901"/>
                  <a:pt x="110449" y="130283"/>
                </a:cubicBezTo>
                <a:cubicBezTo>
                  <a:pt x="111461" y="121556"/>
                  <a:pt x="114239" y="112980"/>
                  <a:pt x="118788" y="105103"/>
                </a:cubicBezTo>
                <a:lnTo>
                  <a:pt x="122060" y="106993"/>
                </a:lnTo>
                <a:cubicBezTo>
                  <a:pt x="117549" y="114804"/>
                  <a:pt x="114885" y="123345"/>
                  <a:pt x="114602" y="132066"/>
                </a:cubicBezTo>
                <a:cubicBezTo>
                  <a:pt x="118189" y="142541"/>
                  <a:pt x="127538" y="149533"/>
                  <a:pt x="138054" y="150704"/>
                </a:cubicBezTo>
                <a:lnTo>
                  <a:pt x="138622" y="157584"/>
                </a:lnTo>
                <a:cubicBezTo>
                  <a:pt x="141809" y="168599"/>
                  <a:pt x="152592" y="175355"/>
                  <a:pt x="163536" y="173320"/>
                </a:cubicBezTo>
                <a:lnTo>
                  <a:pt x="163736" y="174011"/>
                </a:lnTo>
                <a:lnTo>
                  <a:pt x="165086" y="173621"/>
                </a:lnTo>
                <a:lnTo>
                  <a:pt x="165671" y="180699"/>
                </a:lnTo>
                <a:cubicBezTo>
                  <a:pt x="169429" y="193686"/>
                  <a:pt x="183003" y="201168"/>
                  <a:pt x="195990" y="197411"/>
                </a:cubicBezTo>
                <a:cubicBezTo>
                  <a:pt x="196796" y="197178"/>
                  <a:pt x="197581" y="196907"/>
                  <a:pt x="198196" y="196260"/>
                </a:cubicBezTo>
                <a:cubicBezTo>
                  <a:pt x="209934" y="188156"/>
                  <a:pt x="215400" y="175007"/>
                  <a:pt x="211155" y="164763"/>
                </a:cubicBezTo>
                <a:cubicBezTo>
                  <a:pt x="205121" y="170199"/>
                  <a:pt x="196738" y="172687"/>
                  <a:pt x="188343" y="171472"/>
                </a:cubicBezTo>
                <a:lnTo>
                  <a:pt x="188829" y="168281"/>
                </a:lnTo>
                <a:cubicBezTo>
                  <a:pt x="198020" y="169602"/>
                  <a:pt x="207192" y="165939"/>
                  <a:pt x="212635" y="158774"/>
                </a:cubicBezTo>
                <a:cubicBezTo>
                  <a:pt x="218427" y="151149"/>
                  <a:pt x="218946" y="140953"/>
                  <a:pt x="213960" y="132774"/>
                </a:cubicBezTo>
                <a:lnTo>
                  <a:pt x="216785" y="131210"/>
                </a:lnTo>
                <a:cubicBezTo>
                  <a:pt x="222366" y="140465"/>
                  <a:pt x="221779" y="151983"/>
                  <a:pt x="215286" y="160619"/>
                </a:cubicBezTo>
                <a:lnTo>
                  <a:pt x="213805" y="162105"/>
                </a:lnTo>
                <a:cubicBezTo>
                  <a:pt x="218946" y="172938"/>
                  <a:pt x="214526" y="186813"/>
                  <a:pt x="203421" y="196175"/>
                </a:cubicBezTo>
                <a:cubicBezTo>
                  <a:pt x="208012" y="206854"/>
                  <a:pt x="220050" y="212429"/>
                  <a:pt x="231622" y="209082"/>
                </a:cubicBezTo>
                <a:cubicBezTo>
                  <a:pt x="239377" y="206838"/>
                  <a:pt x="243741" y="201989"/>
                  <a:pt x="246092" y="195539"/>
                </a:cubicBezTo>
                <a:cubicBezTo>
                  <a:pt x="255042" y="199507"/>
                  <a:pt x="265290" y="198199"/>
                  <a:pt x="272958" y="192601"/>
                </a:cubicBezTo>
                <a:lnTo>
                  <a:pt x="276795" y="193971"/>
                </a:lnTo>
                <a:cubicBezTo>
                  <a:pt x="289009" y="194016"/>
                  <a:pt x="298363" y="193248"/>
                  <a:pt x="304258" y="183694"/>
                </a:cubicBezTo>
                <a:cubicBezTo>
                  <a:pt x="309343" y="175453"/>
                  <a:pt x="308953" y="165378"/>
                  <a:pt x="303795" y="157923"/>
                </a:cubicBezTo>
                <a:cubicBezTo>
                  <a:pt x="298315" y="164420"/>
                  <a:pt x="291041" y="168177"/>
                  <a:pt x="283702" y="168174"/>
                </a:cubicBezTo>
                <a:lnTo>
                  <a:pt x="283555" y="164527"/>
                </a:lnTo>
                <a:cubicBezTo>
                  <a:pt x="293404" y="164978"/>
                  <a:pt x="303289" y="157339"/>
                  <a:pt x="308110" y="145450"/>
                </a:cubicBezTo>
                <a:cubicBezTo>
                  <a:pt x="311022" y="136198"/>
                  <a:pt x="308752" y="126109"/>
                  <a:pt x="302169" y="119023"/>
                </a:cubicBezTo>
                <a:cubicBezTo>
                  <a:pt x="296249" y="127191"/>
                  <a:pt x="286098" y="131525"/>
                  <a:pt x="275782" y="130309"/>
                </a:cubicBezTo>
                <a:lnTo>
                  <a:pt x="276183" y="127106"/>
                </a:lnTo>
                <a:cubicBezTo>
                  <a:pt x="285405" y="128184"/>
                  <a:pt x="294478" y="124281"/>
                  <a:pt x="299730" y="116974"/>
                </a:cubicBezTo>
                <a:lnTo>
                  <a:pt x="300207" y="116045"/>
                </a:lnTo>
                <a:cubicBezTo>
                  <a:pt x="300079" y="107222"/>
                  <a:pt x="295342" y="98867"/>
                  <a:pt x="287259" y="93880"/>
                </a:cubicBezTo>
                <a:cubicBezTo>
                  <a:pt x="284295" y="92051"/>
                  <a:pt x="281129" y="90828"/>
                  <a:pt x="277855" y="90561"/>
                </a:cubicBezTo>
                <a:cubicBezTo>
                  <a:pt x="271916" y="104194"/>
                  <a:pt x="259881" y="112708"/>
                  <a:pt x="248172" y="111695"/>
                </a:cubicBezTo>
                <a:cubicBezTo>
                  <a:pt x="248002" y="114741"/>
                  <a:pt x="246936" y="117719"/>
                  <a:pt x="245089" y="120348"/>
                </a:cubicBezTo>
                <a:cubicBezTo>
                  <a:pt x="241307" y="125729"/>
                  <a:pt x="234825" y="128827"/>
                  <a:pt x="228007" y="128511"/>
                </a:cubicBezTo>
                <a:lnTo>
                  <a:pt x="228158" y="125380"/>
                </a:lnTo>
                <a:cubicBezTo>
                  <a:pt x="233848" y="125642"/>
                  <a:pt x="239262" y="123097"/>
                  <a:pt x="242439" y="118667"/>
                </a:cubicBezTo>
                <a:cubicBezTo>
                  <a:pt x="244071" y="116391"/>
                  <a:pt x="244987" y="113796"/>
                  <a:pt x="245116" y="111152"/>
                </a:cubicBezTo>
                <a:lnTo>
                  <a:pt x="243716" y="110904"/>
                </a:lnTo>
                <a:lnTo>
                  <a:pt x="244539" y="108155"/>
                </a:lnTo>
                <a:cubicBezTo>
                  <a:pt x="244792" y="106166"/>
                  <a:pt x="244131" y="104285"/>
                  <a:pt x="243078" y="102544"/>
                </a:cubicBezTo>
                <a:cubicBezTo>
                  <a:pt x="240257" y="97875"/>
                  <a:pt x="235048" y="94922"/>
                  <a:pt x="229344" y="94755"/>
                </a:cubicBezTo>
                <a:lnTo>
                  <a:pt x="229436" y="91621"/>
                </a:lnTo>
                <a:cubicBezTo>
                  <a:pt x="236268" y="91821"/>
                  <a:pt x="242499" y="95409"/>
                  <a:pt x="245850" y="101072"/>
                </a:cubicBezTo>
                <a:cubicBezTo>
                  <a:pt x="247129" y="103235"/>
                  <a:pt x="247915" y="105575"/>
                  <a:pt x="248037" y="107973"/>
                </a:cubicBezTo>
                <a:cubicBezTo>
                  <a:pt x="258268" y="109553"/>
                  <a:pt x="268981" y="102051"/>
                  <a:pt x="274232" y="89778"/>
                </a:cubicBezTo>
                <a:cubicBezTo>
                  <a:pt x="278708" y="77339"/>
                  <a:pt x="274020" y="63056"/>
                  <a:pt x="262316" y="55834"/>
                </a:cubicBezTo>
                <a:cubicBezTo>
                  <a:pt x="257734" y="53007"/>
                  <a:pt x="252666" y="51626"/>
                  <a:pt x="247691" y="52231"/>
                </a:cubicBezTo>
                <a:cubicBezTo>
                  <a:pt x="248705" y="60913"/>
                  <a:pt x="245967" y="69020"/>
                  <a:pt x="239739" y="74185"/>
                </a:cubicBezTo>
                <a:lnTo>
                  <a:pt x="237649" y="71664"/>
                </a:lnTo>
                <a:cubicBezTo>
                  <a:pt x="244579" y="65918"/>
                  <a:pt x="246481" y="55888"/>
                  <a:pt x="243151" y="45920"/>
                </a:cubicBezTo>
                <a:cubicBezTo>
                  <a:pt x="241194" y="40124"/>
                  <a:pt x="237183" y="35004"/>
                  <a:pt x="231542" y="31523"/>
                </a:cubicBezTo>
                <a:cubicBezTo>
                  <a:pt x="221392" y="25261"/>
                  <a:pt x="208864" y="26095"/>
                  <a:pt x="199763" y="32668"/>
                </a:cubicBezTo>
                <a:lnTo>
                  <a:pt x="194721" y="27952"/>
                </a:lnTo>
                <a:cubicBezTo>
                  <a:pt x="189842" y="24941"/>
                  <a:pt x="184271" y="23995"/>
                  <a:pt x="179076" y="24908"/>
                </a:cubicBezTo>
                <a:close/>
                <a:moveTo>
                  <a:pt x="190632" y="62"/>
                </a:moveTo>
                <a:cubicBezTo>
                  <a:pt x="300121" y="2329"/>
                  <a:pt x="391248" y="125645"/>
                  <a:pt x="309641" y="225160"/>
                </a:cubicBezTo>
                <a:cubicBezTo>
                  <a:pt x="282892" y="251229"/>
                  <a:pt x="279266" y="288859"/>
                  <a:pt x="302841" y="374772"/>
                </a:cubicBezTo>
                <a:lnTo>
                  <a:pt x="121266" y="376812"/>
                </a:lnTo>
                <a:lnTo>
                  <a:pt x="109025" y="322355"/>
                </a:lnTo>
                <a:cubicBezTo>
                  <a:pt x="76580" y="333165"/>
                  <a:pt x="40716" y="329924"/>
                  <a:pt x="28778" y="318327"/>
                </a:cubicBezTo>
                <a:cubicBezTo>
                  <a:pt x="22923" y="311868"/>
                  <a:pt x="25422" y="291738"/>
                  <a:pt x="32859" y="276164"/>
                </a:cubicBezTo>
                <a:cubicBezTo>
                  <a:pt x="35235" y="270344"/>
                  <a:pt x="23179" y="268321"/>
                  <a:pt x="20618" y="259843"/>
                </a:cubicBezTo>
                <a:cubicBezTo>
                  <a:pt x="19440" y="251965"/>
                  <a:pt x="27377" y="251682"/>
                  <a:pt x="30757" y="247602"/>
                </a:cubicBezTo>
                <a:lnTo>
                  <a:pt x="18516" y="238938"/>
                </a:lnTo>
                <a:cubicBezTo>
                  <a:pt x="12669" y="232923"/>
                  <a:pt x="25811" y="221592"/>
                  <a:pt x="29458" y="212919"/>
                </a:cubicBezTo>
                <a:cubicBezTo>
                  <a:pt x="16679" y="208924"/>
                  <a:pt x="7006" y="203466"/>
                  <a:pt x="307" y="196983"/>
                </a:cubicBezTo>
                <a:cubicBezTo>
                  <a:pt x="-2572" y="186228"/>
                  <a:pt x="15339" y="171234"/>
                  <a:pt x="31089" y="151672"/>
                </a:cubicBezTo>
                <a:cubicBezTo>
                  <a:pt x="47602" y="132201"/>
                  <a:pt x="33821" y="117353"/>
                  <a:pt x="46470" y="75544"/>
                </a:cubicBezTo>
                <a:cubicBezTo>
                  <a:pt x="66559" y="23813"/>
                  <a:pt x="114124" y="-1423"/>
                  <a:pt x="190632" y="6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901" name="Google Shape;901;p31"/>
          <p:cNvSpPr/>
          <p:nvPr/>
        </p:nvSpPr>
        <p:spPr>
          <a:xfrm>
            <a:off x="12168336" y="6789632"/>
            <a:ext cx="559624" cy="1064276"/>
          </a:xfrm>
          <a:custGeom>
            <a:avLst/>
            <a:gdLst/>
            <a:ahLst/>
            <a:cxnLst/>
            <a:rect l="l" t="t" r="r" b="b"/>
            <a:pathLst>
              <a:path w="1703664" h="3240001" extrusionOk="0">
                <a:moveTo>
                  <a:pt x="952533" y="2024463"/>
                </a:moveTo>
                <a:lnTo>
                  <a:pt x="856710" y="2024464"/>
                </a:lnTo>
                <a:lnTo>
                  <a:pt x="649879" y="2143878"/>
                </a:lnTo>
                <a:lnTo>
                  <a:pt x="728753" y="2280491"/>
                </a:lnTo>
                <a:lnTo>
                  <a:pt x="800462" y="2239090"/>
                </a:lnTo>
                <a:lnTo>
                  <a:pt x="800462" y="2476837"/>
                </a:lnTo>
                <a:lnTo>
                  <a:pt x="649878" y="2476837"/>
                </a:lnTo>
                <a:lnTo>
                  <a:pt x="649878" y="2634602"/>
                </a:lnTo>
                <a:lnTo>
                  <a:pt x="1067658" y="2634602"/>
                </a:lnTo>
                <a:lnTo>
                  <a:pt x="1067657" y="2476837"/>
                </a:lnTo>
                <a:lnTo>
                  <a:pt x="952532" y="2476837"/>
                </a:lnTo>
                <a:lnTo>
                  <a:pt x="952532" y="2151292"/>
                </a:lnTo>
                <a:lnTo>
                  <a:pt x="952534" y="2151291"/>
                </a:lnTo>
                <a:close/>
                <a:moveTo>
                  <a:pt x="851832" y="1776101"/>
                </a:moveTo>
                <a:cubicBezTo>
                  <a:pt x="1189868" y="1776101"/>
                  <a:pt x="1463900" y="2050133"/>
                  <a:pt x="1463900" y="2388169"/>
                </a:cubicBezTo>
                <a:cubicBezTo>
                  <a:pt x="1463900" y="2726205"/>
                  <a:pt x="1189868" y="3000237"/>
                  <a:pt x="851832" y="3000237"/>
                </a:cubicBezTo>
                <a:cubicBezTo>
                  <a:pt x="513796" y="3000237"/>
                  <a:pt x="239764" y="2726205"/>
                  <a:pt x="239764" y="2388169"/>
                </a:cubicBezTo>
                <a:cubicBezTo>
                  <a:pt x="239764" y="2050133"/>
                  <a:pt x="513796" y="1776101"/>
                  <a:pt x="851832" y="1776101"/>
                </a:cubicBezTo>
                <a:close/>
                <a:moveTo>
                  <a:pt x="851832" y="1689019"/>
                </a:moveTo>
                <a:cubicBezTo>
                  <a:pt x="465702" y="1689019"/>
                  <a:pt x="152682" y="2002039"/>
                  <a:pt x="152682" y="2388169"/>
                </a:cubicBezTo>
                <a:cubicBezTo>
                  <a:pt x="152682" y="2774299"/>
                  <a:pt x="465702" y="3087319"/>
                  <a:pt x="851832" y="3087319"/>
                </a:cubicBezTo>
                <a:cubicBezTo>
                  <a:pt x="1237962" y="3087319"/>
                  <a:pt x="1550982" y="2774299"/>
                  <a:pt x="1550982" y="2388169"/>
                </a:cubicBezTo>
                <a:cubicBezTo>
                  <a:pt x="1550982" y="2002039"/>
                  <a:pt x="1237962" y="1689019"/>
                  <a:pt x="851832" y="1689019"/>
                </a:cubicBezTo>
                <a:close/>
                <a:moveTo>
                  <a:pt x="851832" y="1536337"/>
                </a:moveTo>
                <a:cubicBezTo>
                  <a:pt x="1322286" y="1536337"/>
                  <a:pt x="1703664" y="1917715"/>
                  <a:pt x="1703664" y="2388169"/>
                </a:cubicBezTo>
                <a:cubicBezTo>
                  <a:pt x="1703664" y="2858623"/>
                  <a:pt x="1322286" y="3240001"/>
                  <a:pt x="851832" y="3240001"/>
                </a:cubicBezTo>
                <a:cubicBezTo>
                  <a:pt x="381378" y="3240001"/>
                  <a:pt x="0" y="2858623"/>
                  <a:pt x="0" y="2388169"/>
                </a:cubicBezTo>
                <a:cubicBezTo>
                  <a:pt x="0" y="1917715"/>
                  <a:pt x="381378" y="1536337"/>
                  <a:pt x="851832" y="1536337"/>
                </a:cubicBezTo>
                <a:close/>
                <a:moveTo>
                  <a:pt x="1173126" y="1"/>
                </a:moveTo>
                <a:lnTo>
                  <a:pt x="1383673" y="1"/>
                </a:lnTo>
                <a:lnTo>
                  <a:pt x="1383673" y="954514"/>
                </a:lnTo>
                <a:lnTo>
                  <a:pt x="1173126" y="1187717"/>
                </a:lnTo>
                <a:close/>
                <a:moveTo>
                  <a:pt x="619488" y="0"/>
                </a:moveTo>
                <a:lnTo>
                  <a:pt x="1099698" y="0"/>
                </a:lnTo>
                <a:lnTo>
                  <a:pt x="1099698" y="1265464"/>
                </a:lnTo>
                <a:lnTo>
                  <a:pt x="859593" y="1532640"/>
                </a:lnTo>
                <a:lnTo>
                  <a:pt x="619488" y="1265464"/>
                </a:lnTo>
                <a:close/>
                <a:moveTo>
                  <a:pt x="335512" y="0"/>
                </a:moveTo>
                <a:lnTo>
                  <a:pt x="546059" y="0"/>
                </a:lnTo>
                <a:lnTo>
                  <a:pt x="546059" y="1166181"/>
                </a:lnTo>
                <a:lnTo>
                  <a:pt x="335512" y="927455"/>
                </a:lnTo>
                <a:close/>
              </a:path>
            </a:pathLst>
          </a:custGeom>
          <a:solidFill>
            <a:schemeClr val="dk1"/>
          </a:solidFill>
          <a:ln>
            <a:noFill/>
          </a:ln>
        </p:spPr>
        <p:txBody>
          <a:bodyPr spcFirstLastPara="1" wrap="square" lIns="182875" tIns="91425" rIns="182875" bIns="91425"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902" name="Google Shape;902;p31"/>
          <p:cNvSpPr/>
          <p:nvPr/>
        </p:nvSpPr>
        <p:spPr>
          <a:xfrm>
            <a:off x="9388062" y="7109399"/>
            <a:ext cx="354992" cy="456478"/>
          </a:xfrm>
          <a:custGeom>
            <a:avLst/>
            <a:gdLst/>
            <a:ahLst/>
            <a:cxnLst/>
            <a:rect l="l" t="t" r="r" b="b"/>
            <a:pathLst>
              <a:path w="3197597" h="3202496" extrusionOk="0">
                <a:moveTo>
                  <a:pt x="601421" y="1611393"/>
                </a:moveTo>
                <a:lnTo>
                  <a:pt x="2596176" y="1611393"/>
                </a:lnTo>
                <a:cubicBezTo>
                  <a:pt x="2928331" y="1611393"/>
                  <a:pt x="3197594" y="1880656"/>
                  <a:pt x="3197594" y="2212811"/>
                </a:cubicBezTo>
                <a:lnTo>
                  <a:pt x="3197594" y="2776360"/>
                </a:lnTo>
                <a:lnTo>
                  <a:pt x="3197597" y="2776360"/>
                </a:lnTo>
                <a:lnTo>
                  <a:pt x="3197597" y="2914824"/>
                </a:lnTo>
                <a:lnTo>
                  <a:pt x="3197198" y="2914824"/>
                </a:lnTo>
                <a:lnTo>
                  <a:pt x="3197198" y="3202496"/>
                </a:lnTo>
                <a:lnTo>
                  <a:pt x="398" y="3202496"/>
                </a:lnTo>
                <a:lnTo>
                  <a:pt x="398" y="2914824"/>
                </a:lnTo>
                <a:lnTo>
                  <a:pt x="0" y="2914824"/>
                </a:lnTo>
                <a:lnTo>
                  <a:pt x="0" y="2212811"/>
                </a:lnTo>
                <a:cubicBezTo>
                  <a:pt x="0" y="1880656"/>
                  <a:pt x="269266" y="1611393"/>
                  <a:pt x="601421" y="1611393"/>
                </a:cubicBezTo>
                <a:close/>
                <a:moveTo>
                  <a:pt x="1598801" y="0"/>
                </a:moveTo>
                <a:cubicBezTo>
                  <a:pt x="1998649" y="0"/>
                  <a:pt x="2322791" y="324142"/>
                  <a:pt x="2322791" y="723993"/>
                </a:cubicBezTo>
                <a:cubicBezTo>
                  <a:pt x="2322791" y="1123843"/>
                  <a:pt x="1998649" y="1447985"/>
                  <a:pt x="1598801" y="1447985"/>
                </a:cubicBezTo>
                <a:cubicBezTo>
                  <a:pt x="1198951" y="1447985"/>
                  <a:pt x="874809" y="1123843"/>
                  <a:pt x="874809" y="723993"/>
                </a:cubicBezTo>
                <a:cubicBezTo>
                  <a:pt x="874809" y="324142"/>
                  <a:pt x="1198951" y="0"/>
                  <a:pt x="1598801" y="0"/>
                </a:cubicBezTo>
                <a:close/>
              </a:path>
            </a:pathLst>
          </a:cu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903" name="Google Shape;903;p31"/>
          <p:cNvSpPr/>
          <p:nvPr/>
        </p:nvSpPr>
        <p:spPr>
          <a:xfrm>
            <a:off x="8583890" y="7109399"/>
            <a:ext cx="354992" cy="456478"/>
          </a:xfrm>
          <a:custGeom>
            <a:avLst/>
            <a:gdLst/>
            <a:ahLst/>
            <a:cxnLst/>
            <a:rect l="l" t="t" r="r" b="b"/>
            <a:pathLst>
              <a:path w="3197597" h="3202496" extrusionOk="0">
                <a:moveTo>
                  <a:pt x="601421" y="1611393"/>
                </a:moveTo>
                <a:lnTo>
                  <a:pt x="2596176" y="1611393"/>
                </a:lnTo>
                <a:cubicBezTo>
                  <a:pt x="2928331" y="1611393"/>
                  <a:pt x="3197594" y="1880656"/>
                  <a:pt x="3197594" y="2212811"/>
                </a:cubicBezTo>
                <a:lnTo>
                  <a:pt x="3197594" y="2776360"/>
                </a:lnTo>
                <a:lnTo>
                  <a:pt x="3197597" y="2776360"/>
                </a:lnTo>
                <a:lnTo>
                  <a:pt x="3197597" y="2914824"/>
                </a:lnTo>
                <a:lnTo>
                  <a:pt x="3197198" y="2914824"/>
                </a:lnTo>
                <a:lnTo>
                  <a:pt x="3197198" y="3202496"/>
                </a:lnTo>
                <a:lnTo>
                  <a:pt x="398" y="3202496"/>
                </a:lnTo>
                <a:lnTo>
                  <a:pt x="398" y="2914824"/>
                </a:lnTo>
                <a:lnTo>
                  <a:pt x="0" y="2914824"/>
                </a:lnTo>
                <a:lnTo>
                  <a:pt x="0" y="2212811"/>
                </a:lnTo>
                <a:cubicBezTo>
                  <a:pt x="0" y="1880656"/>
                  <a:pt x="269266" y="1611393"/>
                  <a:pt x="601421" y="1611393"/>
                </a:cubicBezTo>
                <a:close/>
                <a:moveTo>
                  <a:pt x="1598801" y="0"/>
                </a:moveTo>
                <a:cubicBezTo>
                  <a:pt x="1998649" y="0"/>
                  <a:pt x="2322791" y="324142"/>
                  <a:pt x="2322791" y="723993"/>
                </a:cubicBezTo>
                <a:cubicBezTo>
                  <a:pt x="2322791" y="1123843"/>
                  <a:pt x="1998649" y="1447985"/>
                  <a:pt x="1598801" y="1447985"/>
                </a:cubicBezTo>
                <a:cubicBezTo>
                  <a:pt x="1198951" y="1447985"/>
                  <a:pt x="874809" y="1123843"/>
                  <a:pt x="874809" y="723993"/>
                </a:cubicBezTo>
                <a:cubicBezTo>
                  <a:pt x="874809" y="324142"/>
                  <a:pt x="1198951" y="0"/>
                  <a:pt x="1598801" y="0"/>
                </a:cubicBezTo>
                <a:close/>
              </a:path>
            </a:pathLst>
          </a:cu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sp>
        <p:nvSpPr>
          <p:cNvPr id="904" name="Google Shape;904;p31"/>
          <p:cNvSpPr/>
          <p:nvPr/>
        </p:nvSpPr>
        <p:spPr>
          <a:xfrm>
            <a:off x="8999984" y="7109399"/>
            <a:ext cx="354992" cy="456478"/>
          </a:xfrm>
          <a:custGeom>
            <a:avLst/>
            <a:gdLst/>
            <a:ahLst/>
            <a:cxnLst/>
            <a:rect l="l" t="t" r="r" b="b"/>
            <a:pathLst>
              <a:path w="3197597" h="3202496" extrusionOk="0">
                <a:moveTo>
                  <a:pt x="601421" y="1611393"/>
                </a:moveTo>
                <a:lnTo>
                  <a:pt x="2596176" y="1611393"/>
                </a:lnTo>
                <a:cubicBezTo>
                  <a:pt x="2928331" y="1611393"/>
                  <a:pt x="3197594" y="1880656"/>
                  <a:pt x="3197594" y="2212811"/>
                </a:cubicBezTo>
                <a:lnTo>
                  <a:pt x="3197594" y="2776360"/>
                </a:lnTo>
                <a:lnTo>
                  <a:pt x="3197597" y="2776360"/>
                </a:lnTo>
                <a:lnTo>
                  <a:pt x="3197597" y="2914824"/>
                </a:lnTo>
                <a:lnTo>
                  <a:pt x="3197198" y="2914824"/>
                </a:lnTo>
                <a:lnTo>
                  <a:pt x="3197198" y="3202496"/>
                </a:lnTo>
                <a:lnTo>
                  <a:pt x="398" y="3202496"/>
                </a:lnTo>
                <a:lnTo>
                  <a:pt x="398" y="2914824"/>
                </a:lnTo>
                <a:lnTo>
                  <a:pt x="0" y="2914824"/>
                </a:lnTo>
                <a:lnTo>
                  <a:pt x="0" y="2212811"/>
                </a:lnTo>
                <a:cubicBezTo>
                  <a:pt x="0" y="1880656"/>
                  <a:pt x="269266" y="1611393"/>
                  <a:pt x="601421" y="1611393"/>
                </a:cubicBezTo>
                <a:close/>
                <a:moveTo>
                  <a:pt x="1598801" y="0"/>
                </a:moveTo>
                <a:cubicBezTo>
                  <a:pt x="1998649" y="0"/>
                  <a:pt x="2322791" y="324142"/>
                  <a:pt x="2322791" y="723993"/>
                </a:cubicBezTo>
                <a:cubicBezTo>
                  <a:pt x="2322791" y="1123843"/>
                  <a:pt x="1998649" y="1447985"/>
                  <a:pt x="1598801" y="1447985"/>
                </a:cubicBezTo>
                <a:cubicBezTo>
                  <a:pt x="1198951" y="1447985"/>
                  <a:pt x="874809" y="1123843"/>
                  <a:pt x="874809" y="723993"/>
                </a:cubicBezTo>
                <a:cubicBezTo>
                  <a:pt x="874809" y="324142"/>
                  <a:pt x="1198951" y="0"/>
                  <a:pt x="1598801" y="0"/>
                </a:cubicBezTo>
                <a:close/>
              </a:path>
            </a:pathLst>
          </a:cu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rgbClr val="FFFFFF"/>
              </a:solidFill>
              <a:latin typeface="Calibri"/>
              <a:ea typeface="Calibri"/>
              <a:cs typeface="Calibri"/>
              <a:sym typeface="Calibri"/>
            </a:endParaRPr>
          </a:p>
        </p:txBody>
      </p:sp>
      <p:grpSp>
        <p:nvGrpSpPr>
          <p:cNvPr id="905" name="Google Shape;905;p31"/>
          <p:cNvGrpSpPr/>
          <p:nvPr/>
        </p:nvGrpSpPr>
        <p:grpSpPr>
          <a:xfrm>
            <a:off x="-1057617" y="9639300"/>
            <a:ext cx="20499486" cy="1524000"/>
            <a:chOff x="-762000" y="8773026"/>
            <a:chExt cx="20499486" cy="1524000"/>
          </a:xfrm>
        </p:grpSpPr>
        <p:grpSp>
          <p:nvGrpSpPr>
            <p:cNvPr id="906" name="Google Shape;906;p31"/>
            <p:cNvGrpSpPr/>
            <p:nvPr/>
          </p:nvGrpSpPr>
          <p:grpSpPr>
            <a:xfrm>
              <a:off x="-762000" y="8773026"/>
              <a:ext cx="10287000" cy="1524000"/>
              <a:chOff x="-107950" y="7504113"/>
              <a:chExt cx="18395950" cy="2782887"/>
            </a:xfrm>
          </p:grpSpPr>
          <p:sp>
            <p:nvSpPr>
              <p:cNvPr id="907" name="Google Shape;907;p31"/>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8" name="Google Shape;908;p31"/>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09" name="Google Shape;909;p31"/>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910" name="Google Shape;910;p31"/>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911" name="Google Shape;911;p31"/>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912" name="Google Shape;912;p31"/>
            <p:cNvGrpSpPr/>
            <p:nvPr/>
          </p:nvGrpSpPr>
          <p:grpSpPr>
            <a:xfrm>
              <a:off x="9450486" y="8773026"/>
              <a:ext cx="10287000" cy="1524000"/>
              <a:chOff x="-107950" y="7504113"/>
              <a:chExt cx="18395950" cy="2782887"/>
            </a:xfrm>
          </p:grpSpPr>
          <p:sp>
            <p:nvSpPr>
              <p:cNvPr id="913" name="Google Shape;913;p31"/>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4" name="Google Shape;914;p31"/>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15" name="Google Shape;915;p31"/>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916" name="Google Shape;916;p31"/>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917" name="Google Shape;917;p31"/>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
        <p:nvSpPr>
          <p:cNvPr id="918" name="Google Shape;918;p31"/>
          <p:cNvSpPr/>
          <p:nvPr/>
        </p:nvSpPr>
        <p:spPr>
          <a:xfrm>
            <a:off x="7297953" y="1027122"/>
            <a:ext cx="3655168"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0800" b="1">
                <a:solidFill>
                  <a:srgbClr val="FF0000"/>
                </a:solidFill>
                <a:latin typeface="Federo"/>
                <a:ea typeface="Federo"/>
                <a:cs typeface="Federo"/>
                <a:sym typeface="Federo"/>
              </a:rPr>
              <a:t>S</a:t>
            </a:r>
            <a:r>
              <a:rPr lang="en-GB" sz="7200" b="1">
                <a:solidFill>
                  <a:srgbClr val="000000"/>
                </a:solidFill>
                <a:latin typeface="Federo"/>
                <a:ea typeface="Federo"/>
                <a:cs typeface="Federo"/>
                <a:sym typeface="Federo"/>
              </a:rPr>
              <a:t>ynergy</a:t>
            </a:r>
            <a:endParaRPr sz="7200" b="1">
              <a:solidFill>
                <a:srgbClr val="000000"/>
              </a:solidFill>
              <a:latin typeface="Federo"/>
              <a:ea typeface="Federo"/>
              <a:cs typeface="Federo"/>
              <a:sym typeface="Federo"/>
            </a:endParaRPr>
          </a:p>
        </p:txBody>
      </p:sp>
      <p:pic>
        <p:nvPicPr>
          <p:cNvPr id="919" name="Google Shape;919;p31"/>
          <p:cNvPicPr preferRelativeResize="0"/>
          <p:nvPr/>
        </p:nvPicPr>
        <p:blipFill rotWithShape="1">
          <a:blip r:embed="rId5">
            <a:alphaModFix/>
          </a:blip>
          <a:srcRect/>
          <a:stretch/>
        </p:blipFill>
        <p:spPr>
          <a:xfrm>
            <a:off x="7676667" y="2512726"/>
            <a:ext cx="3004774" cy="33442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32"/>
          <p:cNvSpPr txBox="1"/>
          <p:nvPr/>
        </p:nvSpPr>
        <p:spPr>
          <a:xfrm>
            <a:off x="1229039" y="1404448"/>
            <a:ext cx="9362761" cy="1143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3A719A"/>
              </a:buClr>
              <a:buSzPts val="9600"/>
              <a:buFont typeface="Federo"/>
              <a:buNone/>
            </a:pPr>
            <a:r>
              <a:rPr lang="en-GB" sz="9600" b="1" dirty="0" err="1">
                <a:solidFill>
                  <a:srgbClr val="3A719A"/>
                </a:solidFill>
                <a:latin typeface="Federo"/>
                <a:ea typeface="Federo"/>
                <a:cs typeface="Federo"/>
                <a:sym typeface="Federo"/>
              </a:rPr>
              <a:t>Contoh</a:t>
            </a:r>
            <a:r>
              <a:rPr lang="en-GB" sz="9600" b="1" dirty="0">
                <a:solidFill>
                  <a:srgbClr val="3A719A"/>
                </a:solidFill>
                <a:latin typeface="Federo"/>
                <a:ea typeface="Federo"/>
                <a:cs typeface="Federo"/>
                <a:sym typeface="Federo"/>
              </a:rPr>
              <a:t> </a:t>
            </a:r>
            <a:r>
              <a:rPr lang="en-GB" sz="9600" b="1" dirty="0" err="1">
                <a:solidFill>
                  <a:srgbClr val="3A719A"/>
                </a:solidFill>
                <a:latin typeface="Federo"/>
                <a:ea typeface="Federo"/>
                <a:cs typeface="Federo"/>
                <a:sym typeface="Federo"/>
              </a:rPr>
              <a:t>Perilaku</a:t>
            </a:r>
            <a:endParaRPr sz="9600" b="1" dirty="0">
              <a:solidFill>
                <a:srgbClr val="3A719A"/>
              </a:solidFill>
              <a:latin typeface="Federo"/>
              <a:ea typeface="Federo"/>
              <a:cs typeface="Federo"/>
              <a:sym typeface="Federo"/>
            </a:endParaRPr>
          </a:p>
        </p:txBody>
      </p:sp>
      <p:sp>
        <p:nvSpPr>
          <p:cNvPr id="925" name="Google Shape;925;p32"/>
          <p:cNvSpPr txBox="1"/>
          <p:nvPr/>
        </p:nvSpPr>
        <p:spPr>
          <a:xfrm>
            <a:off x="7315200" y="3852722"/>
            <a:ext cx="10591800" cy="2894703"/>
          </a:xfrm>
          <a:prstGeom prst="rect">
            <a:avLst/>
          </a:prstGeom>
          <a:noFill/>
          <a:ln>
            <a:noFill/>
          </a:ln>
        </p:spPr>
        <p:txBody>
          <a:bodyPr spcFirstLastPara="1" wrap="square" lIns="0" tIns="0" rIns="0" bIns="0" anchor="t" anchorCtr="0">
            <a:spAutoFit/>
          </a:bodyPr>
          <a:lstStyle/>
          <a:p>
            <a:pPr marL="469900" marR="5080" lvl="0" indent="-457200" algn="l" rtl="0">
              <a:lnSpc>
                <a:spcPct val="116100"/>
              </a:lnSpc>
              <a:spcBef>
                <a:spcPts val="0"/>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Membangun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kerjasama</a:t>
            </a:r>
            <a:r>
              <a:rPr lang="en-GB" sz="3200" b="0" i="0" dirty="0">
                <a:solidFill>
                  <a:srgbClr val="23344D"/>
                </a:solidFill>
                <a:latin typeface="Arial"/>
                <a:ea typeface="Arial"/>
                <a:cs typeface="Arial"/>
                <a:sym typeface="Arial"/>
              </a:rPr>
              <a:t> yang </a:t>
            </a:r>
            <a:r>
              <a:rPr lang="en-GB" sz="3200" b="0" i="0" dirty="0" err="1">
                <a:solidFill>
                  <a:srgbClr val="23344D"/>
                </a:solidFill>
                <a:latin typeface="Arial"/>
                <a:ea typeface="Arial"/>
                <a:cs typeface="Arial"/>
                <a:sym typeface="Arial"/>
              </a:rPr>
              <a:t>produktif</a:t>
            </a:r>
            <a:endParaRPr sz="3200" b="0" i="0" dirty="0">
              <a:solidFill>
                <a:srgbClr val="23344D"/>
              </a:solidFill>
              <a:latin typeface="Arial"/>
              <a:ea typeface="Arial"/>
              <a:cs typeface="Arial"/>
              <a:sym typeface="Arial"/>
            </a:endParaRPr>
          </a:p>
          <a:p>
            <a:pPr marL="469900" marR="5080" lvl="0" indent="-457200" algn="l" rtl="0">
              <a:lnSpc>
                <a:spcPct val="116100"/>
              </a:lnSpc>
              <a:spcBef>
                <a:spcPts val="100"/>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Lebih</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banyak</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mendengar</a:t>
            </a:r>
            <a:r>
              <a:rPr lang="en-GB" sz="3200" b="0" i="0" dirty="0">
                <a:solidFill>
                  <a:srgbClr val="23344D"/>
                </a:solidFill>
                <a:latin typeface="Arial"/>
                <a:ea typeface="Arial"/>
                <a:cs typeface="Arial"/>
                <a:sym typeface="Arial"/>
              </a:rPr>
              <a:t> saran/</a:t>
            </a:r>
            <a:r>
              <a:rPr lang="en-GB" sz="3200" b="0" i="0" dirty="0" err="1">
                <a:solidFill>
                  <a:srgbClr val="23344D"/>
                </a:solidFill>
                <a:latin typeface="Arial"/>
                <a:ea typeface="Arial"/>
                <a:cs typeface="Arial"/>
                <a:sym typeface="Arial"/>
              </a:rPr>
              <a:t>masukan</a:t>
            </a:r>
            <a:r>
              <a:rPr lang="en-GB" sz="3200" b="0" i="0" dirty="0">
                <a:solidFill>
                  <a:srgbClr val="23344D"/>
                </a:solidFill>
                <a:latin typeface="Arial"/>
                <a:ea typeface="Arial"/>
                <a:cs typeface="Arial"/>
                <a:sym typeface="Arial"/>
              </a:rPr>
              <a:t> orang lain</a:t>
            </a:r>
            <a:endParaRPr dirty="0"/>
          </a:p>
          <a:p>
            <a:pPr marL="469900" marR="5080" lvl="0" indent="-457200" algn="l" rtl="0">
              <a:lnSpc>
                <a:spcPct val="116100"/>
              </a:lnSpc>
              <a:spcBef>
                <a:spcPts val="100"/>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Memberikan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umpan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balik</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untuk</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mendukung</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pengembangan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tim</a:t>
            </a:r>
            <a:endParaRPr sz="3200" b="0" i="0" dirty="0">
              <a:solidFill>
                <a:srgbClr val="23344D"/>
              </a:solidFill>
              <a:latin typeface="Arial"/>
              <a:ea typeface="Arial"/>
              <a:cs typeface="Arial"/>
              <a:sym typeface="Arial"/>
            </a:endParaRPr>
          </a:p>
          <a:p>
            <a:pPr marL="469900" marR="5080" lvl="0" indent="-457200" algn="l" rtl="0">
              <a:lnSpc>
                <a:spcPct val="116100"/>
              </a:lnSpc>
              <a:spcBef>
                <a:spcPts val="100"/>
              </a:spcBef>
              <a:spcAft>
                <a:spcPts val="0"/>
              </a:spcAft>
              <a:buClr>
                <a:srgbClr val="23344D"/>
              </a:buClr>
              <a:buSzPts val="3200"/>
              <a:buFont typeface="Arial"/>
              <a:buChar char="•"/>
            </a:pPr>
            <a:r>
              <a:rPr lang="en-GB" sz="3200" b="0" i="0" dirty="0" err="1">
                <a:solidFill>
                  <a:srgbClr val="23344D"/>
                </a:solidFill>
                <a:latin typeface="Arial"/>
                <a:ea typeface="Arial"/>
                <a:cs typeface="Arial"/>
                <a:sym typeface="Arial"/>
              </a:rPr>
              <a:t>Menjalin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hubungan</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kerjasama</a:t>
            </a:r>
            <a:r>
              <a:rPr lang="en-GB" sz="3200" b="0" i="0" dirty="0">
                <a:solidFill>
                  <a:srgbClr val="23344D"/>
                </a:solidFill>
                <a:latin typeface="Arial"/>
                <a:ea typeface="Arial"/>
                <a:cs typeface="Arial"/>
                <a:sym typeface="Arial"/>
              </a:rPr>
              <a:t> yang </a:t>
            </a:r>
            <a:r>
              <a:rPr lang="en-GB" sz="3200" b="0" i="0" dirty="0" err="1">
                <a:solidFill>
                  <a:srgbClr val="23344D"/>
                </a:solidFill>
                <a:latin typeface="Arial"/>
                <a:ea typeface="Arial"/>
                <a:cs typeface="Arial"/>
                <a:sym typeface="Arial"/>
              </a:rPr>
              <a:t>baik</a:t>
            </a:r>
            <a:r>
              <a:rPr lang="en-GB" sz="3200" b="0" i="0" dirty="0">
                <a:solidFill>
                  <a:srgbClr val="23344D"/>
                </a:solidFill>
                <a:latin typeface="Arial"/>
                <a:ea typeface="Arial"/>
                <a:cs typeface="Arial"/>
                <a:sym typeface="Arial"/>
              </a:rPr>
              <a:t> </a:t>
            </a:r>
            <a:r>
              <a:rPr lang="en-GB" sz="3200" b="0" i="0" dirty="0" err="1">
                <a:solidFill>
                  <a:srgbClr val="23344D"/>
                </a:solidFill>
                <a:latin typeface="Arial"/>
                <a:ea typeface="Arial"/>
                <a:cs typeface="Arial"/>
                <a:sym typeface="Arial"/>
              </a:rPr>
              <a:t>antar</a:t>
            </a:r>
            <a:r>
              <a:rPr lang="en-GB" sz="3200" b="0" i="0" dirty="0">
                <a:solidFill>
                  <a:srgbClr val="23344D"/>
                </a:solidFill>
                <a:latin typeface="Arial"/>
                <a:ea typeface="Arial"/>
                <a:cs typeface="Arial"/>
                <a:sym typeface="Arial"/>
              </a:rPr>
              <a:t> divisi</a:t>
            </a:r>
            <a:endParaRPr sz="3200" b="0" i="0" dirty="0">
              <a:solidFill>
                <a:srgbClr val="23344D"/>
              </a:solidFill>
              <a:latin typeface="Arial"/>
              <a:ea typeface="Arial"/>
              <a:cs typeface="Arial"/>
              <a:sym typeface="Arial"/>
            </a:endParaRPr>
          </a:p>
        </p:txBody>
      </p:sp>
      <p:sp>
        <p:nvSpPr>
          <p:cNvPr id="926" name="Google Shape;926;p32"/>
          <p:cNvSpPr/>
          <p:nvPr/>
        </p:nvSpPr>
        <p:spPr>
          <a:xfrm>
            <a:off x="1218153" y="4517111"/>
            <a:ext cx="5491480" cy="3655060"/>
          </a:xfrm>
          <a:prstGeom prst="roundRect">
            <a:avLst>
              <a:gd name="adj" fmla="val 16667"/>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7" name="Google Shape;927;p32"/>
          <p:cNvSpPr/>
          <p:nvPr/>
        </p:nvSpPr>
        <p:spPr>
          <a:xfrm>
            <a:off x="2041650" y="7682375"/>
            <a:ext cx="11176184" cy="1328023"/>
          </a:xfrm>
          <a:prstGeom prst="roundRect">
            <a:avLst>
              <a:gd name="adj" fmla="val 16667"/>
            </a:avLst>
          </a:prstGeom>
          <a:solidFill>
            <a:srgbClr val="A4B8C3"/>
          </a:solid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i="1">
                <a:solidFill>
                  <a:schemeClr val="dk1"/>
                </a:solidFill>
                <a:latin typeface="Calibri"/>
                <a:ea typeface="Calibri"/>
                <a:cs typeface="Calibri"/>
                <a:sym typeface="Calibri"/>
              </a:rPr>
              <a:t>“Jika kita adalah salah satu tim yang baik dan tahu apa yang ingin kita lakukan, satu orang saja dari kita bisa mengalahkan sepuluh competitor kita.” </a:t>
            </a:r>
            <a:r>
              <a:rPr lang="en-GB" sz="2400">
                <a:solidFill>
                  <a:schemeClr val="dk1"/>
                </a:solidFill>
                <a:latin typeface="Calibri"/>
                <a:ea typeface="Calibri"/>
                <a:cs typeface="Calibri"/>
                <a:sym typeface="Calibri"/>
              </a:rPr>
              <a:t>–Jack Ma.</a:t>
            </a:r>
            <a:endParaRPr sz="2400" i="1">
              <a:solidFill>
                <a:schemeClr val="dk1"/>
              </a:solidFill>
              <a:latin typeface="Calibri"/>
              <a:ea typeface="Calibri"/>
              <a:cs typeface="Calibri"/>
              <a:sym typeface="Calibri"/>
            </a:endParaRPr>
          </a:p>
        </p:txBody>
      </p:sp>
      <p:grpSp>
        <p:nvGrpSpPr>
          <p:cNvPr id="928" name="Google Shape;928;p32"/>
          <p:cNvGrpSpPr/>
          <p:nvPr/>
        </p:nvGrpSpPr>
        <p:grpSpPr>
          <a:xfrm>
            <a:off x="-1057617" y="9639300"/>
            <a:ext cx="20499486" cy="1524000"/>
            <a:chOff x="-762000" y="8773026"/>
            <a:chExt cx="20499486" cy="1524000"/>
          </a:xfrm>
        </p:grpSpPr>
        <p:grpSp>
          <p:nvGrpSpPr>
            <p:cNvPr id="929" name="Google Shape;929;p32"/>
            <p:cNvGrpSpPr/>
            <p:nvPr/>
          </p:nvGrpSpPr>
          <p:grpSpPr>
            <a:xfrm>
              <a:off x="-762000" y="8773026"/>
              <a:ext cx="10287000" cy="1524000"/>
              <a:chOff x="-107950" y="7504113"/>
              <a:chExt cx="18395950" cy="2782887"/>
            </a:xfrm>
          </p:grpSpPr>
          <p:sp>
            <p:nvSpPr>
              <p:cNvPr id="930" name="Google Shape;930;p32"/>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1" name="Google Shape;931;p32"/>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32" name="Google Shape;932;p32"/>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933" name="Google Shape;933;p32"/>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934" name="Google Shape;934;p32"/>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935" name="Google Shape;935;p32"/>
            <p:cNvGrpSpPr/>
            <p:nvPr/>
          </p:nvGrpSpPr>
          <p:grpSpPr>
            <a:xfrm>
              <a:off x="9450486" y="8773026"/>
              <a:ext cx="10287000" cy="1524000"/>
              <a:chOff x="-107950" y="7504113"/>
              <a:chExt cx="18395950" cy="2782887"/>
            </a:xfrm>
          </p:grpSpPr>
          <p:sp>
            <p:nvSpPr>
              <p:cNvPr id="936" name="Google Shape;936;p32"/>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7" name="Google Shape;937;p32"/>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38" name="Google Shape;938;p32"/>
              <p:cNvPicPr preferRelativeResize="0"/>
              <p:nvPr/>
            </p:nvPicPr>
            <p:blipFill rotWithShape="1">
              <a:blip r:embed="rId4">
                <a:alphaModFix/>
              </a:blip>
              <a:srcRect/>
              <a:stretch/>
            </p:blipFill>
            <p:spPr>
              <a:xfrm>
                <a:off x="6361113" y="7504113"/>
                <a:ext cx="2782887" cy="2782887"/>
              </a:xfrm>
              <a:prstGeom prst="rect">
                <a:avLst/>
              </a:prstGeom>
              <a:noFill/>
              <a:ln>
                <a:noFill/>
              </a:ln>
            </p:spPr>
          </p:pic>
          <p:pic>
            <p:nvPicPr>
              <p:cNvPr id="939" name="Google Shape;939;p32"/>
              <p:cNvPicPr preferRelativeResize="0"/>
              <p:nvPr/>
            </p:nvPicPr>
            <p:blipFill rotWithShape="1">
              <a:blip r:embed="rId5">
                <a:alphaModFix/>
              </a:blip>
              <a:srcRect/>
              <a:stretch/>
            </p:blipFill>
            <p:spPr>
              <a:xfrm>
                <a:off x="9144000" y="7504113"/>
                <a:ext cx="2782888" cy="2782887"/>
              </a:xfrm>
              <a:prstGeom prst="rect">
                <a:avLst/>
              </a:prstGeom>
              <a:noFill/>
              <a:ln>
                <a:noFill/>
              </a:ln>
            </p:spPr>
          </p:pic>
          <p:sp>
            <p:nvSpPr>
              <p:cNvPr id="940" name="Google Shape;940;p32"/>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33"/>
          <p:cNvSpPr txBox="1"/>
          <p:nvPr/>
        </p:nvSpPr>
        <p:spPr>
          <a:xfrm>
            <a:off x="6739933" y="2171700"/>
            <a:ext cx="11017706" cy="7904728"/>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400" b="1" u="sng">
                <a:solidFill>
                  <a:srgbClr val="E05A47"/>
                </a:solidFill>
                <a:latin typeface="Calibri"/>
                <a:ea typeface="Calibri"/>
                <a:cs typeface="Calibri"/>
                <a:sym typeface="Calibri"/>
              </a:rPr>
              <a:t>INTERNAL </a:t>
            </a:r>
            <a:endParaRPr sz="4000" b="1" u="sng">
              <a:solidFill>
                <a:srgbClr val="E05A47"/>
              </a:solidFill>
              <a:latin typeface="Calibri"/>
              <a:ea typeface="Calibri"/>
              <a:cs typeface="Calibri"/>
              <a:sym typeface="Calibri"/>
            </a:endParaRPr>
          </a:p>
          <a:p>
            <a:pPr marL="299720" marR="0" lvl="0" indent="-287655" algn="just" rtl="0">
              <a:lnSpc>
                <a:spcPct val="100000"/>
              </a:lnSpc>
              <a:spcBef>
                <a:spcPts val="100"/>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Membangun kerja sama yang baik dengan rekan kerja, atasan, dan</a:t>
            </a:r>
            <a:endParaRPr sz="2600">
              <a:solidFill>
                <a:schemeClr val="dk1"/>
              </a:solidFill>
              <a:latin typeface="Calibri"/>
              <a:ea typeface="Calibri"/>
              <a:cs typeface="Calibri"/>
              <a:sym typeface="Calibri"/>
            </a:endParaRPr>
          </a:p>
          <a:p>
            <a:pPr marL="299720" marR="0" lvl="0" indent="0" algn="just" rtl="0">
              <a:lnSpc>
                <a:spcPct val="100000"/>
              </a:lnSpc>
              <a:spcBef>
                <a:spcPts val="0"/>
              </a:spcBef>
              <a:spcAft>
                <a:spcPts val="0"/>
              </a:spcAft>
              <a:buNone/>
            </a:pPr>
            <a:r>
              <a:rPr lang="en-GB" sz="2600">
                <a:solidFill>
                  <a:schemeClr val="dk1"/>
                </a:solidFill>
                <a:latin typeface="Calibri"/>
                <a:ea typeface="Calibri"/>
                <a:cs typeface="Calibri"/>
                <a:sym typeface="Calibri"/>
              </a:rPr>
              <a:t>bawahan (Teamwork)</a:t>
            </a:r>
            <a:endParaRPr/>
          </a:p>
          <a:p>
            <a:pPr marL="299720" marR="6350" lvl="0" indent="-287655" algn="just" rtl="0">
              <a:lnSpc>
                <a:spcPct val="100000"/>
              </a:lnSpc>
              <a:spcBef>
                <a:spcPts val="0"/>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Bersikap positif dan proaktif dengan rekan kerja, atasan, dan bawahan  (Teamwork)</a:t>
            </a:r>
            <a:endParaRPr/>
          </a:p>
          <a:p>
            <a:pPr marL="299720" marR="0" lvl="0" indent="-287655" algn="just" rtl="0">
              <a:lnSpc>
                <a:spcPct val="100000"/>
              </a:lnSpc>
              <a:spcBef>
                <a:spcPts val="0"/>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Menjalin komunikasi yang efektif dan produktif dengan atasan, rekan</a:t>
            </a:r>
            <a:endParaRPr sz="2600">
              <a:solidFill>
                <a:schemeClr val="dk1"/>
              </a:solidFill>
              <a:latin typeface="Calibri"/>
              <a:ea typeface="Calibri"/>
              <a:cs typeface="Calibri"/>
              <a:sym typeface="Calibri"/>
            </a:endParaRPr>
          </a:p>
          <a:p>
            <a:pPr marL="299720" marR="0" lvl="0" indent="0" algn="just" rtl="0">
              <a:lnSpc>
                <a:spcPct val="100000"/>
              </a:lnSpc>
              <a:spcBef>
                <a:spcPts val="0"/>
              </a:spcBef>
              <a:spcAft>
                <a:spcPts val="0"/>
              </a:spcAft>
              <a:buNone/>
            </a:pPr>
            <a:r>
              <a:rPr lang="en-GB" sz="2600">
                <a:solidFill>
                  <a:schemeClr val="dk1"/>
                </a:solidFill>
                <a:latin typeface="Calibri"/>
                <a:ea typeface="Calibri"/>
                <a:cs typeface="Calibri"/>
                <a:sym typeface="Calibri"/>
              </a:rPr>
              <a:t>kerja, dan bawahan (Teamwork)</a:t>
            </a:r>
            <a:endParaRPr/>
          </a:p>
          <a:p>
            <a:pPr marL="299720" marR="7620" lvl="0" indent="-287655" algn="just" rtl="0">
              <a:lnSpc>
                <a:spcPct val="100000"/>
              </a:lnSpc>
              <a:spcBef>
                <a:spcPts val="5"/>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Bersedia menerima kritik atau masukan dari atasan, rekan kerja, dan  bawahan (Reliable partner)</a:t>
            </a:r>
            <a:endParaRPr/>
          </a:p>
          <a:p>
            <a:pPr marL="299720" marR="0" lvl="0" indent="-287655" algn="just" rtl="0">
              <a:lnSpc>
                <a:spcPct val="100000"/>
              </a:lnSpc>
              <a:spcBef>
                <a:spcPts val="0"/>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Ikut serta dalam kegiatan yang dilakukan Perusahaan di luar dari</a:t>
            </a:r>
            <a:endParaRPr sz="2600">
              <a:solidFill>
                <a:schemeClr val="dk1"/>
              </a:solidFill>
              <a:latin typeface="Calibri"/>
              <a:ea typeface="Calibri"/>
              <a:cs typeface="Calibri"/>
              <a:sym typeface="Calibri"/>
            </a:endParaRPr>
          </a:p>
          <a:p>
            <a:pPr marL="299720" marR="0" lvl="0" indent="0" algn="just" rtl="0">
              <a:lnSpc>
                <a:spcPct val="100000"/>
              </a:lnSpc>
              <a:spcBef>
                <a:spcPts val="0"/>
              </a:spcBef>
              <a:spcAft>
                <a:spcPts val="0"/>
              </a:spcAft>
              <a:buNone/>
            </a:pPr>
            <a:r>
              <a:rPr lang="en-GB" sz="2600">
                <a:solidFill>
                  <a:schemeClr val="dk1"/>
                </a:solidFill>
                <a:latin typeface="Calibri"/>
                <a:ea typeface="Calibri"/>
                <a:cs typeface="Calibri"/>
                <a:sym typeface="Calibri"/>
              </a:rPr>
              <a:t>kegiatan bekerja</a:t>
            </a:r>
            <a:endParaRPr sz="2600">
              <a:solidFill>
                <a:schemeClr val="dk1"/>
              </a:solidFill>
              <a:latin typeface="Calibri"/>
              <a:ea typeface="Calibri"/>
              <a:cs typeface="Calibri"/>
              <a:sym typeface="Calibri"/>
            </a:endParaRPr>
          </a:p>
          <a:p>
            <a:pPr marL="299720" marR="6350" lvl="0" indent="-287655" algn="just" rtl="0">
              <a:lnSpc>
                <a:spcPct val="100000"/>
              </a:lnSpc>
              <a:spcBef>
                <a:spcPts val="0"/>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Memberikan saran serta masukan yang membangun serta  meningkatkan performa kerja untuk atasan, bawahan serta rekan kerja  (Developing Others)</a:t>
            </a:r>
            <a:endParaRPr/>
          </a:p>
          <a:p>
            <a:pPr marL="299720" marR="5715" lvl="0" indent="-287655" algn="just" rtl="0">
              <a:lnSpc>
                <a:spcPct val="100000"/>
              </a:lnSpc>
              <a:spcBef>
                <a:spcPts val="5"/>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Memberi kesempatan kepada rekan kerja ataupun bawahan untuk  mengutarakan pendapat dan ide ketika diskusi berlangsung</a:t>
            </a:r>
            <a:endParaRPr sz="2600">
              <a:solidFill>
                <a:schemeClr val="dk1"/>
              </a:solidFill>
              <a:latin typeface="Calibri"/>
              <a:ea typeface="Calibri"/>
              <a:cs typeface="Calibri"/>
              <a:sym typeface="Calibri"/>
            </a:endParaRPr>
          </a:p>
          <a:p>
            <a:pPr marL="299720" marR="5715" lvl="0" indent="-287655" algn="just" rtl="0">
              <a:lnSpc>
                <a:spcPct val="100000"/>
              </a:lnSpc>
              <a:spcBef>
                <a:spcPts val="5"/>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Membantu rekan kerja yang melakukan kesahalah serta memberi semangat dan bantuan agar mampu memperbaiki kesalahan tersebut</a:t>
            </a:r>
            <a:endParaRPr sz="2600">
              <a:solidFill>
                <a:schemeClr val="dk1"/>
              </a:solidFill>
              <a:latin typeface="Calibri"/>
              <a:ea typeface="Calibri"/>
              <a:cs typeface="Calibri"/>
              <a:sym typeface="Calibri"/>
            </a:endParaRPr>
          </a:p>
          <a:p>
            <a:pPr marL="299720" marR="5715" lvl="0" indent="-287655" algn="just" rtl="0">
              <a:spcBef>
                <a:spcPts val="5"/>
              </a:spcBef>
              <a:spcAft>
                <a:spcPts val="0"/>
              </a:spcAft>
              <a:buClr>
                <a:schemeClr val="dk1"/>
              </a:buClr>
              <a:buSzPts val="2600"/>
              <a:buFont typeface="Arial"/>
              <a:buChar char="•"/>
            </a:pPr>
            <a:r>
              <a:rPr lang="en-GB" sz="2600">
                <a:solidFill>
                  <a:schemeClr val="dk1"/>
                </a:solidFill>
                <a:latin typeface="Calibri"/>
                <a:ea typeface="Calibri"/>
                <a:cs typeface="Calibri"/>
                <a:sym typeface="Calibri"/>
              </a:rPr>
              <a:t>Menyampaikan kesulitan kepada atasan atau rekan kerja agar mampu  mencari jalan keluar bersama</a:t>
            </a:r>
            <a:endParaRPr sz="2600">
              <a:solidFill>
                <a:schemeClr val="dk1"/>
              </a:solidFill>
              <a:latin typeface="Calibri"/>
              <a:ea typeface="Calibri"/>
              <a:cs typeface="Calibri"/>
              <a:sym typeface="Calibri"/>
            </a:endParaRPr>
          </a:p>
        </p:txBody>
      </p:sp>
      <p:sp>
        <p:nvSpPr>
          <p:cNvPr id="946" name="Google Shape;946;p33"/>
          <p:cNvSpPr txBox="1"/>
          <p:nvPr/>
        </p:nvSpPr>
        <p:spPr>
          <a:xfrm>
            <a:off x="-158707" y="648494"/>
            <a:ext cx="15978124" cy="1367041"/>
          </a:xfrm>
          <a:prstGeom prst="rect">
            <a:avLst/>
          </a:prstGeom>
          <a:noFill/>
          <a:ln>
            <a:noFill/>
          </a:ln>
        </p:spPr>
        <p:txBody>
          <a:bodyPr spcFirstLastPara="1" wrap="square" lIns="0" tIns="12700" rIns="0" bIns="0" anchor="ctr" anchorCtr="0">
            <a:spAutoFit/>
          </a:bodyPr>
          <a:lstStyle/>
          <a:p>
            <a:pPr marL="12700" marR="0" lvl="0" indent="0" algn="ctr" rtl="0">
              <a:spcBef>
                <a:spcPts val="0"/>
              </a:spcBef>
              <a:spcAft>
                <a:spcPts val="0"/>
              </a:spcAft>
              <a:buClr>
                <a:srgbClr val="23344D"/>
              </a:buClr>
              <a:buSzPts val="8800"/>
              <a:buFont typeface="Corsiva"/>
              <a:buNone/>
            </a:pPr>
            <a:r>
              <a:rPr lang="en-GB" sz="8800" b="1">
                <a:solidFill>
                  <a:srgbClr val="23344D"/>
                </a:solidFill>
                <a:latin typeface="Corsiva"/>
                <a:ea typeface="Corsiva"/>
                <a:cs typeface="Corsiva"/>
                <a:sym typeface="Corsiva"/>
              </a:rPr>
              <a:t>Nilai perilaku Do</a:t>
            </a:r>
            <a:endParaRPr sz="8800" b="1">
              <a:solidFill>
                <a:srgbClr val="23344D"/>
              </a:solidFill>
              <a:latin typeface="Corsiva"/>
              <a:ea typeface="Corsiva"/>
              <a:cs typeface="Corsiva"/>
              <a:sym typeface="Corsiva"/>
            </a:endParaRPr>
          </a:p>
        </p:txBody>
      </p:sp>
      <p:grpSp>
        <p:nvGrpSpPr>
          <p:cNvPr id="947" name="Google Shape;947;p33"/>
          <p:cNvGrpSpPr/>
          <p:nvPr/>
        </p:nvGrpSpPr>
        <p:grpSpPr>
          <a:xfrm>
            <a:off x="-5069588" y="-36633"/>
            <a:ext cx="12079988" cy="10287000"/>
            <a:chOff x="-5069588" y="-36633"/>
            <a:chExt cx="12079988" cy="10287000"/>
          </a:xfrm>
        </p:grpSpPr>
        <p:grpSp>
          <p:nvGrpSpPr>
            <p:cNvPr id="948" name="Google Shape;948;p33"/>
            <p:cNvGrpSpPr/>
            <p:nvPr/>
          </p:nvGrpSpPr>
          <p:grpSpPr>
            <a:xfrm>
              <a:off x="-5069588" y="-36633"/>
              <a:ext cx="12079988" cy="10287000"/>
              <a:chOff x="-5069588" y="-15240"/>
              <a:chExt cx="12079988" cy="10287000"/>
            </a:xfrm>
          </p:grpSpPr>
          <p:sp>
            <p:nvSpPr>
              <p:cNvPr id="949" name="Google Shape;949;p33"/>
              <p:cNvSpPr/>
              <p:nvPr/>
            </p:nvSpPr>
            <p:spPr>
              <a:xfrm>
                <a:off x="-5069588" y="-15240"/>
                <a:ext cx="8216900" cy="10287000"/>
              </a:xfrm>
              <a:custGeom>
                <a:avLst/>
                <a:gdLst/>
                <a:ahLst/>
                <a:cxnLst/>
                <a:rect l="l" t="t" r="r" b="b"/>
                <a:pathLst>
                  <a:path w="8216900" h="10287000" extrusionOk="0">
                    <a:moveTo>
                      <a:pt x="8216900" y="10286997"/>
                    </a:moveTo>
                    <a:lnTo>
                      <a:pt x="8216900" y="0"/>
                    </a:lnTo>
                    <a:lnTo>
                      <a:pt x="0" y="0"/>
                    </a:lnTo>
                    <a:lnTo>
                      <a:pt x="0" y="10286997"/>
                    </a:lnTo>
                    <a:lnTo>
                      <a:pt x="8216900" y="10286997"/>
                    </a:lnTo>
                    <a:close/>
                  </a:path>
                </a:pathLst>
              </a:custGeom>
              <a:solidFill>
                <a:srgbClr val="9BD7D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0" name="Google Shape;950;p33"/>
              <p:cNvSpPr/>
              <p:nvPr/>
            </p:nvSpPr>
            <p:spPr>
              <a:xfrm>
                <a:off x="-762000" y="6210662"/>
                <a:ext cx="6898640" cy="1744980"/>
              </a:xfrm>
              <a:custGeom>
                <a:avLst/>
                <a:gdLst/>
                <a:ahLst/>
                <a:cxnLst/>
                <a:rect l="l" t="t" r="r" b="b"/>
                <a:pathLst>
                  <a:path w="6898640" h="4069079" extrusionOk="0">
                    <a:moveTo>
                      <a:pt x="4886833" y="0"/>
                    </a:moveTo>
                    <a:lnTo>
                      <a:pt x="0" y="0"/>
                    </a:lnTo>
                    <a:lnTo>
                      <a:pt x="0" y="4069079"/>
                    </a:lnTo>
                    <a:lnTo>
                      <a:pt x="4883023" y="4069079"/>
                    </a:lnTo>
                    <a:lnTo>
                      <a:pt x="4933758" y="4067837"/>
                    </a:lnTo>
                    <a:lnTo>
                      <a:pt x="4984169" y="4065385"/>
                    </a:lnTo>
                    <a:lnTo>
                      <a:pt x="5034243" y="4061739"/>
                    </a:lnTo>
                    <a:lnTo>
                      <a:pt x="5083964" y="4056911"/>
                    </a:lnTo>
                    <a:lnTo>
                      <a:pt x="5133320" y="4050917"/>
                    </a:lnTo>
                    <a:lnTo>
                      <a:pt x="5182295" y="4043770"/>
                    </a:lnTo>
                    <a:lnTo>
                      <a:pt x="5230877" y="4035485"/>
                    </a:lnTo>
                    <a:lnTo>
                      <a:pt x="5279050" y="4026074"/>
                    </a:lnTo>
                    <a:lnTo>
                      <a:pt x="5326802" y="4015553"/>
                    </a:lnTo>
                    <a:lnTo>
                      <a:pt x="5374117" y="4003936"/>
                    </a:lnTo>
                    <a:lnTo>
                      <a:pt x="5420983" y="3991236"/>
                    </a:lnTo>
                    <a:lnTo>
                      <a:pt x="5467384" y="3977468"/>
                    </a:lnTo>
                    <a:lnTo>
                      <a:pt x="5513308" y="3962645"/>
                    </a:lnTo>
                    <a:lnTo>
                      <a:pt x="5558739" y="3946782"/>
                    </a:lnTo>
                    <a:lnTo>
                      <a:pt x="5603664" y="3929892"/>
                    </a:lnTo>
                    <a:lnTo>
                      <a:pt x="5648070" y="3911991"/>
                    </a:lnTo>
                    <a:lnTo>
                      <a:pt x="5691941" y="3893091"/>
                    </a:lnTo>
                    <a:lnTo>
                      <a:pt x="5735264" y="3873207"/>
                    </a:lnTo>
                    <a:lnTo>
                      <a:pt x="5778025" y="3852353"/>
                    </a:lnTo>
                    <a:lnTo>
                      <a:pt x="5820210" y="3830543"/>
                    </a:lnTo>
                    <a:lnTo>
                      <a:pt x="5861805" y="3807791"/>
                    </a:lnTo>
                    <a:lnTo>
                      <a:pt x="5902796" y="3784112"/>
                    </a:lnTo>
                    <a:lnTo>
                      <a:pt x="5943169" y="3759518"/>
                    </a:lnTo>
                    <a:lnTo>
                      <a:pt x="5982910" y="3734025"/>
                    </a:lnTo>
                    <a:lnTo>
                      <a:pt x="6022005" y="3707646"/>
                    </a:lnTo>
                    <a:lnTo>
                      <a:pt x="6060439" y="3680395"/>
                    </a:lnTo>
                    <a:lnTo>
                      <a:pt x="6098200" y="3652287"/>
                    </a:lnTo>
                    <a:lnTo>
                      <a:pt x="6135273" y="3623335"/>
                    </a:lnTo>
                    <a:lnTo>
                      <a:pt x="6171643" y="3593553"/>
                    </a:lnTo>
                    <a:lnTo>
                      <a:pt x="6207298" y="3562956"/>
                    </a:lnTo>
                    <a:lnTo>
                      <a:pt x="6242222" y="3531558"/>
                    </a:lnTo>
                    <a:lnTo>
                      <a:pt x="6276402" y="3499372"/>
                    </a:lnTo>
                    <a:lnTo>
                      <a:pt x="6309824" y="3466413"/>
                    </a:lnTo>
                    <a:lnTo>
                      <a:pt x="6342474" y="3432695"/>
                    </a:lnTo>
                    <a:lnTo>
                      <a:pt x="6374338" y="3398231"/>
                    </a:lnTo>
                    <a:lnTo>
                      <a:pt x="6405402" y="3363037"/>
                    </a:lnTo>
                    <a:lnTo>
                      <a:pt x="6435651" y="3327125"/>
                    </a:lnTo>
                    <a:lnTo>
                      <a:pt x="6465073" y="3290511"/>
                    </a:lnTo>
                    <a:lnTo>
                      <a:pt x="6493652" y="3253207"/>
                    </a:lnTo>
                    <a:lnTo>
                      <a:pt x="6521376" y="3215228"/>
                    </a:lnTo>
                    <a:lnTo>
                      <a:pt x="6548229" y="3176589"/>
                    </a:lnTo>
                    <a:lnTo>
                      <a:pt x="6574198" y="3137303"/>
                    </a:lnTo>
                    <a:lnTo>
                      <a:pt x="6599269" y="3097384"/>
                    </a:lnTo>
                    <a:lnTo>
                      <a:pt x="6623428" y="3056846"/>
                    </a:lnTo>
                    <a:lnTo>
                      <a:pt x="6646660" y="3015704"/>
                    </a:lnTo>
                    <a:lnTo>
                      <a:pt x="6668953" y="2973971"/>
                    </a:lnTo>
                    <a:lnTo>
                      <a:pt x="6690291" y="2931661"/>
                    </a:lnTo>
                    <a:lnTo>
                      <a:pt x="6710661" y="2888789"/>
                    </a:lnTo>
                    <a:lnTo>
                      <a:pt x="6730049" y="2845369"/>
                    </a:lnTo>
                    <a:lnTo>
                      <a:pt x="6748441" y="2801414"/>
                    </a:lnTo>
                    <a:lnTo>
                      <a:pt x="6765823" y="2756939"/>
                    </a:lnTo>
                    <a:lnTo>
                      <a:pt x="6782181" y="2711957"/>
                    </a:lnTo>
                    <a:lnTo>
                      <a:pt x="6796878" y="2666844"/>
                    </a:lnTo>
                    <a:lnTo>
                      <a:pt x="6810785" y="2620925"/>
                    </a:lnTo>
                    <a:lnTo>
                      <a:pt x="6823854" y="2574272"/>
                    </a:lnTo>
                    <a:lnTo>
                      <a:pt x="6836037" y="2526958"/>
                    </a:lnTo>
                    <a:lnTo>
                      <a:pt x="6847287" y="2479055"/>
                    </a:lnTo>
                    <a:lnTo>
                      <a:pt x="6857555" y="2430636"/>
                    </a:lnTo>
                    <a:lnTo>
                      <a:pt x="6866794" y="2381773"/>
                    </a:lnTo>
                    <a:lnTo>
                      <a:pt x="6874956" y="2332539"/>
                    </a:lnTo>
                    <a:lnTo>
                      <a:pt x="6881994" y="2283006"/>
                    </a:lnTo>
                    <a:lnTo>
                      <a:pt x="6887859" y="2233247"/>
                    </a:lnTo>
                    <a:lnTo>
                      <a:pt x="6892504" y="2183334"/>
                    </a:lnTo>
                    <a:lnTo>
                      <a:pt x="6895881" y="2133340"/>
                    </a:lnTo>
                    <a:lnTo>
                      <a:pt x="6897942" y="2083336"/>
                    </a:lnTo>
                    <a:lnTo>
                      <a:pt x="6898640" y="2033396"/>
                    </a:lnTo>
                    <a:lnTo>
                      <a:pt x="6897942" y="1979862"/>
                    </a:lnTo>
                    <a:lnTo>
                      <a:pt x="6895866" y="1926659"/>
                    </a:lnTo>
                    <a:lnTo>
                      <a:pt x="6892435" y="1873812"/>
                    </a:lnTo>
                    <a:lnTo>
                      <a:pt x="6887673" y="1821345"/>
                    </a:lnTo>
                    <a:lnTo>
                      <a:pt x="6881603" y="1769284"/>
                    </a:lnTo>
                    <a:lnTo>
                      <a:pt x="6874248" y="1717652"/>
                    </a:lnTo>
                    <a:lnTo>
                      <a:pt x="6865632" y="1666474"/>
                    </a:lnTo>
                    <a:lnTo>
                      <a:pt x="6855780" y="1615776"/>
                    </a:lnTo>
                    <a:lnTo>
                      <a:pt x="6844714" y="1565581"/>
                    </a:lnTo>
                    <a:lnTo>
                      <a:pt x="6832457" y="1515914"/>
                    </a:lnTo>
                    <a:lnTo>
                      <a:pt x="6819035" y="1466800"/>
                    </a:lnTo>
                    <a:lnTo>
                      <a:pt x="6804469" y="1418264"/>
                    </a:lnTo>
                    <a:lnTo>
                      <a:pt x="6788784" y="1370329"/>
                    </a:lnTo>
                    <a:lnTo>
                      <a:pt x="6786626" y="1365884"/>
                    </a:lnTo>
                    <a:lnTo>
                      <a:pt x="6786626" y="1361439"/>
                    </a:lnTo>
                    <a:lnTo>
                      <a:pt x="6784467" y="1357121"/>
                    </a:lnTo>
                    <a:lnTo>
                      <a:pt x="6767735" y="1312627"/>
                    </a:lnTo>
                    <a:lnTo>
                      <a:pt x="6749995" y="1268601"/>
                    </a:lnTo>
                    <a:lnTo>
                      <a:pt x="6731259" y="1225058"/>
                    </a:lnTo>
                    <a:lnTo>
                      <a:pt x="6711541" y="1182014"/>
                    </a:lnTo>
                    <a:lnTo>
                      <a:pt x="6690857" y="1139484"/>
                    </a:lnTo>
                    <a:lnTo>
                      <a:pt x="6669219" y="1097483"/>
                    </a:lnTo>
                    <a:lnTo>
                      <a:pt x="6646642" y="1056027"/>
                    </a:lnTo>
                    <a:lnTo>
                      <a:pt x="6623140" y="1015130"/>
                    </a:lnTo>
                    <a:lnTo>
                      <a:pt x="6598727" y="974807"/>
                    </a:lnTo>
                    <a:lnTo>
                      <a:pt x="6573417" y="935074"/>
                    </a:lnTo>
                    <a:lnTo>
                      <a:pt x="6547225" y="895946"/>
                    </a:lnTo>
                    <a:lnTo>
                      <a:pt x="6520163" y="857439"/>
                    </a:lnTo>
                    <a:lnTo>
                      <a:pt x="6492247" y="819566"/>
                    </a:lnTo>
                    <a:lnTo>
                      <a:pt x="6463491" y="782344"/>
                    </a:lnTo>
                    <a:lnTo>
                      <a:pt x="6433908" y="745788"/>
                    </a:lnTo>
                    <a:lnTo>
                      <a:pt x="6403512" y="709913"/>
                    </a:lnTo>
                    <a:lnTo>
                      <a:pt x="6372318" y="674734"/>
                    </a:lnTo>
                    <a:lnTo>
                      <a:pt x="6340339" y="640267"/>
                    </a:lnTo>
                    <a:lnTo>
                      <a:pt x="6307590" y="606525"/>
                    </a:lnTo>
                    <a:lnTo>
                      <a:pt x="6274085" y="573526"/>
                    </a:lnTo>
                    <a:lnTo>
                      <a:pt x="6239838" y="541283"/>
                    </a:lnTo>
                    <a:lnTo>
                      <a:pt x="6204863" y="509812"/>
                    </a:lnTo>
                    <a:lnTo>
                      <a:pt x="6169174" y="479129"/>
                    </a:lnTo>
                    <a:lnTo>
                      <a:pt x="6132785" y="449248"/>
                    </a:lnTo>
                    <a:lnTo>
                      <a:pt x="6095710" y="420184"/>
                    </a:lnTo>
                    <a:lnTo>
                      <a:pt x="6057963" y="391953"/>
                    </a:lnTo>
                    <a:lnTo>
                      <a:pt x="6019558" y="364570"/>
                    </a:lnTo>
                    <a:lnTo>
                      <a:pt x="5980510" y="338051"/>
                    </a:lnTo>
                    <a:lnTo>
                      <a:pt x="5940832" y="312409"/>
                    </a:lnTo>
                    <a:lnTo>
                      <a:pt x="5900539" y="287661"/>
                    </a:lnTo>
                    <a:lnTo>
                      <a:pt x="5859644" y="263822"/>
                    </a:lnTo>
                    <a:lnTo>
                      <a:pt x="5818162" y="240907"/>
                    </a:lnTo>
                    <a:lnTo>
                      <a:pt x="5776107" y="218931"/>
                    </a:lnTo>
                    <a:lnTo>
                      <a:pt x="5733492" y="197909"/>
                    </a:lnTo>
                    <a:lnTo>
                      <a:pt x="5690332" y="177856"/>
                    </a:lnTo>
                    <a:lnTo>
                      <a:pt x="5646641" y="158788"/>
                    </a:lnTo>
                    <a:lnTo>
                      <a:pt x="5602433" y="140720"/>
                    </a:lnTo>
                    <a:lnTo>
                      <a:pt x="5557722" y="123667"/>
                    </a:lnTo>
                    <a:lnTo>
                      <a:pt x="5512522" y="107644"/>
                    </a:lnTo>
                    <a:lnTo>
                      <a:pt x="5466847" y="92666"/>
                    </a:lnTo>
                    <a:lnTo>
                      <a:pt x="5420711" y="78749"/>
                    </a:lnTo>
                    <a:lnTo>
                      <a:pt x="5374129" y="65908"/>
                    </a:lnTo>
                    <a:lnTo>
                      <a:pt x="5327114" y="54157"/>
                    </a:lnTo>
                    <a:lnTo>
                      <a:pt x="5279681" y="43513"/>
                    </a:lnTo>
                    <a:lnTo>
                      <a:pt x="5231843" y="33990"/>
                    </a:lnTo>
                    <a:lnTo>
                      <a:pt x="5183614" y="25603"/>
                    </a:lnTo>
                    <a:lnTo>
                      <a:pt x="5135009" y="18368"/>
                    </a:lnTo>
                    <a:lnTo>
                      <a:pt x="5086042" y="12300"/>
                    </a:lnTo>
                    <a:lnTo>
                      <a:pt x="5036727" y="7414"/>
                    </a:lnTo>
                    <a:lnTo>
                      <a:pt x="4987078" y="3725"/>
                    </a:lnTo>
                    <a:lnTo>
                      <a:pt x="4937108" y="1248"/>
                    </a:lnTo>
                    <a:lnTo>
                      <a:pt x="4886833" y="0"/>
                    </a:lnTo>
                    <a:close/>
                  </a:path>
                </a:pathLst>
              </a:custGeom>
              <a:solidFill>
                <a:srgbClr val="FFC3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1" name="Google Shape;951;p33"/>
              <p:cNvSpPr txBox="1"/>
              <p:nvPr/>
            </p:nvSpPr>
            <p:spPr>
              <a:xfrm>
                <a:off x="271526" y="6515100"/>
                <a:ext cx="6738874"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3344D"/>
                  </a:buClr>
                  <a:buSzPts val="11500"/>
                  <a:buFont typeface="Corsiva"/>
                  <a:buNone/>
                </a:pPr>
                <a:r>
                  <a:rPr lang="en-GB" sz="11500" b="1">
                    <a:solidFill>
                      <a:srgbClr val="23344D"/>
                    </a:solidFill>
                    <a:latin typeface="Corsiva"/>
                    <a:ea typeface="Corsiva"/>
                    <a:cs typeface="Corsiva"/>
                    <a:sym typeface="Corsiva"/>
                  </a:rPr>
                  <a:t>Synergy</a:t>
                </a:r>
                <a:endParaRPr sz="11500" b="1">
                  <a:solidFill>
                    <a:srgbClr val="23344D"/>
                  </a:solidFill>
                  <a:latin typeface="Corsiva"/>
                  <a:ea typeface="Corsiva"/>
                  <a:cs typeface="Corsiva"/>
                  <a:sym typeface="Corsiva"/>
                </a:endParaRPr>
              </a:p>
            </p:txBody>
          </p:sp>
          <p:sp>
            <p:nvSpPr>
              <p:cNvPr id="952" name="Google Shape;952;p33"/>
              <p:cNvSpPr txBox="1"/>
              <p:nvPr/>
            </p:nvSpPr>
            <p:spPr>
              <a:xfrm>
                <a:off x="1142999" y="108679"/>
                <a:ext cx="293800" cy="936154"/>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endParaRPr sz="6000">
                  <a:solidFill>
                    <a:schemeClr val="dk1"/>
                  </a:solidFill>
                  <a:latin typeface="Calibri"/>
                  <a:ea typeface="Calibri"/>
                  <a:cs typeface="Calibri"/>
                  <a:sym typeface="Calibri"/>
                </a:endParaRPr>
              </a:p>
            </p:txBody>
          </p:sp>
        </p:grpSp>
        <p:pic>
          <p:nvPicPr>
            <p:cNvPr id="953" name="Google Shape;953;p33"/>
            <p:cNvPicPr preferRelativeResize="0"/>
            <p:nvPr/>
          </p:nvPicPr>
          <p:blipFill rotWithShape="1">
            <a:blip r:embed="rId3">
              <a:alphaModFix/>
            </a:blip>
            <a:srcRect/>
            <a:stretch/>
          </p:blipFill>
          <p:spPr>
            <a:xfrm>
              <a:off x="535793" y="232807"/>
              <a:ext cx="2591987" cy="1027215"/>
            </a:xfrm>
            <a:prstGeom prst="rect">
              <a:avLst/>
            </a:prstGeom>
            <a:noFill/>
            <a:ln>
              <a:noFill/>
            </a:ln>
          </p:spPr>
        </p:pic>
        <p:pic>
          <p:nvPicPr>
            <p:cNvPr id="954" name="Google Shape;954;p33"/>
            <p:cNvPicPr preferRelativeResize="0"/>
            <p:nvPr/>
          </p:nvPicPr>
          <p:blipFill rotWithShape="1">
            <a:blip r:embed="rId4">
              <a:alphaModFix/>
            </a:blip>
            <a:srcRect/>
            <a:stretch/>
          </p:blipFill>
          <p:spPr>
            <a:xfrm>
              <a:off x="271526" y="2160490"/>
              <a:ext cx="4597255" cy="5116610"/>
            </a:xfrm>
            <a:prstGeom prst="rect">
              <a:avLst/>
            </a:prstGeom>
            <a:noFill/>
            <a:ln>
              <a:noFill/>
            </a:ln>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p34"/>
          <p:cNvSpPr txBox="1"/>
          <p:nvPr/>
        </p:nvSpPr>
        <p:spPr>
          <a:xfrm>
            <a:off x="4648200" y="1289267"/>
            <a:ext cx="8797287" cy="1367041"/>
          </a:xfrm>
          <a:prstGeom prst="rect">
            <a:avLst/>
          </a:prstGeom>
          <a:noFill/>
          <a:ln>
            <a:noFill/>
          </a:ln>
        </p:spPr>
        <p:txBody>
          <a:bodyPr spcFirstLastPara="1" wrap="square" lIns="0" tIns="12700" rIns="0" bIns="0" anchor="ctr" anchorCtr="0">
            <a:spAutoFit/>
          </a:bodyPr>
          <a:lstStyle/>
          <a:p>
            <a:pPr marL="12700" marR="0" lvl="0" indent="0" algn="ctr" rtl="0">
              <a:spcBef>
                <a:spcPts val="0"/>
              </a:spcBef>
              <a:spcAft>
                <a:spcPts val="0"/>
              </a:spcAft>
              <a:buClr>
                <a:srgbClr val="23344D"/>
              </a:buClr>
              <a:buSzPts val="8800"/>
              <a:buFont typeface="Corsiva"/>
              <a:buNone/>
            </a:pPr>
            <a:r>
              <a:rPr lang="en-GB" sz="8800" b="1">
                <a:solidFill>
                  <a:srgbClr val="23344D"/>
                </a:solidFill>
                <a:latin typeface="Corsiva"/>
                <a:ea typeface="Corsiva"/>
                <a:cs typeface="Corsiva"/>
                <a:sym typeface="Corsiva"/>
              </a:rPr>
              <a:t>Nilai perilaku Don’t</a:t>
            </a:r>
            <a:endParaRPr sz="8800" b="1">
              <a:solidFill>
                <a:srgbClr val="23344D"/>
              </a:solidFill>
              <a:latin typeface="Corsiva"/>
              <a:ea typeface="Corsiva"/>
              <a:cs typeface="Corsiva"/>
              <a:sym typeface="Corsiva"/>
            </a:endParaRPr>
          </a:p>
        </p:txBody>
      </p:sp>
      <p:sp>
        <p:nvSpPr>
          <p:cNvPr id="960" name="Google Shape;960;p34"/>
          <p:cNvSpPr txBox="1"/>
          <p:nvPr/>
        </p:nvSpPr>
        <p:spPr>
          <a:xfrm>
            <a:off x="6919204" y="3110322"/>
            <a:ext cx="10260688" cy="68095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400" b="1" u="sng" dirty="0">
                <a:solidFill>
                  <a:srgbClr val="E05A47"/>
                </a:solidFill>
                <a:latin typeface="Calibri"/>
                <a:ea typeface="Calibri"/>
                <a:cs typeface="Calibri"/>
                <a:sym typeface="Calibri"/>
              </a:rPr>
              <a:t>INTERNAL </a:t>
            </a:r>
            <a:endParaRPr sz="4000" b="1" u="sng" dirty="0">
              <a:solidFill>
                <a:srgbClr val="E05A47"/>
              </a:solidFill>
              <a:latin typeface="Calibri"/>
              <a:ea typeface="Calibri"/>
              <a:cs typeface="Calibri"/>
              <a:sym typeface="Calibri"/>
            </a:endParaRPr>
          </a:p>
          <a:p>
            <a:pPr marL="12700" marR="0" lvl="0" indent="0" algn="l" rtl="0">
              <a:lnSpc>
                <a:spcPct val="100000"/>
              </a:lnSpc>
              <a:spcBef>
                <a:spcPts val="100"/>
              </a:spcBef>
              <a:spcAft>
                <a:spcPts val="0"/>
              </a:spcAft>
              <a:buNone/>
            </a:pPr>
            <a:endParaRPr sz="1200" b="1" u="sng" dirty="0">
              <a:solidFill>
                <a:srgbClr val="E05A47"/>
              </a:solidFill>
              <a:latin typeface="Calibri"/>
              <a:ea typeface="Calibri"/>
              <a:cs typeface="Calibri"/>
              <a:sym typeface="Calibri"/>
            </a:endParaRPr>
          </a:p>
          <a:p>
            <a:pPr marL="299720" marR="0" lvl="0" indent="-287020" algn="just" rtl="0">
              <a:lnSpc>
                <a:spcPct val="100000"/>
              </a:lnSpc>
              <a:spcBef>
                <a:spcPts val="100"/>
              </a:spcBef>
              <a:spcAft>
                <a:spcPts val="0"/>
              </a:spcAft>
              <a:buClr>
                <a:schemeClr val="dk1"/>
              </a:buClr>
              <a:buSzPts val="3200"/>
              <a:buFont typeface="Arial"/>
              <a:buChar char="•"/>
            </a:pPr>
            <a:r>
              <a:rPr lang="en-GB" sz="3200" dirty="0" err="1">
                <a:solidFill>
                  <a:schemeClr val="dk1"/>
                </a:solidFill>
                <a:latin typeface="Calibri"/>
                <a:ea typeface="Calibri"/>
                <a:cs typeface="Calibri"/>
                <a:sym typeface="Calibri"/>
              </a:rPr>
              <a:t>Merasa</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diri</a:t>
            </a:r>
            <a:r>
              <a:rPr lang="en-GB" sz="3200" dirty="0">
                <a:solidFill>
                  <a:schemeClr val="dk1"/>
                </a:solidFill>
                <a:latin typeface="Calibri"/>
                <a:ea typeface="Calibri"/>
                <a:cs typeface="Calibri"/>
                <a:sym typeface="Calibri"/>
              </a:rPr>
              <a:t> paling </a:t>
            </a:r>
            <a:r>
              <a:rPr lang="en-GB" sz="3200" dirty="0" err="1">
                <a:solidFill>
                  <a:schemeClr val="dk1"/>
                </a:solidFill>
                <a:latin typeface="Calibri"/>
                <a:ea typeface="Calibri"/>
                <a:cs typeface="Calibri"/>
                <a:sym typeface="Calibri"/>
              </a:rPr>
              <a:t>benar</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dengan</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tidak</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menerima</a:t>
            </a:r>
            <a:endParaRPr sz="3200" dirty="0">
              <a:solidFill>
                <a:schemeClr val="dk1"/>
              </a:solidFill>
              <a:latin typeface="Calibri"/>
              <a:ea typeface="Calibri"/>
              <a:cs typeface="Calibri"/>
              <a:sym typeface="Calibri"/>
            </a:endParaRPr>
          </a:p>
          <a:p>
            <a:pPr marL="299085" marR="0" lvl="0" indent="0" algn="just" rtl="0">
              <a:lnSpc>
                <a:spcPct val="100000"/>
              </a:lnSpc>
              <a:spcBef>
                <a:spcPts val="5"/>
              </a:spcBef>
              <a:spcAft>
                <a:spcPts val="0"/>
              </a:spcAft>
              <a:buNone/>
            </a:pPr>
            <a:r>
              <a:rPr lang="en-GB" sz="3200" dirty="0" err="1">
                <a:solidFill>
                  <a:schemeClr val="dk1"/>
                </a:solidFill>
                <a:latin typeface="Calibri"/>
                <a:ea typeface="Calibri"/>
                <a:cs typeface="Calibri"/>
                <a:sym typeface="Calibri"/>
              </a:rPr>
              <a:t>masukan</a:t>
            </a:r>
            <a:r>
              <a:rPr lang="en-GB" sz="3200" dirty="0">
                <a:solidFill>
                  <a:schemeClr val="dk1"/>
                </a:solidFill>
                <a:latin typeface="Calibri"/>
                <a:ea typeface="Calibri"/>
                <a:cs typeface="Calibri"/>
                <a:sym typeface="Calibri"/>
              </a:rPr>
              <a:t>/</a:t>
            </a:r>
            <a:r>
              <a:rPr lang="en-GB" sz="3200" dirty="0" err="1">
                <a:solidFill>
                  <a:schemeClr val="dk1"/>
                </a:solidFill>
                <a:latin typeface="Calibri"/>
                <a:ea typeface="Calibri"/>
                <a:cs typeface="Calibri"/>
                <a:sym typeface="Calibri"/>
              </a:rPr>
              <a:t>kritikan</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dari</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atasan</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rekan</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kerja</a:t>
            </a:r>
            <a:r>
              <a:rPr lang="en-GB" sz="3200" dirty="0">
                <a:solidFill>
                  <a:schemeClr val="dk1"/>
                </a:solidFill>
                <a:latin typeface="Calibri"/>
                <a:ea typeface="Calibri"/>
                <a:cs typeface="Calibri"/>
                <a:sym typeface="Calibri"/>
              </a:rPr>
              <a:t> dan </a:t>
            </a:r>
            <a:r>
              <a:rPr lang="en-GB" sz="3200" dirty="0" err="1">
                <a:solidFill>
                  <a:schemeClr val="dk1"/>
                </a:solidFill>
                <a:latin typeface="Calibri"/>
                <a:ea typeface="Calibri"/>
                <a:cs typeface="Calibri"/>
                <a:sym typeface="Calibri"/>
              </a:rPr>
              <a:t>bawahan</a:t>
            </a:r>
            <a:endParaRPr sz="3200" dirty="0">
              <a:solidFill>
                <a:schemeClr val="dk1"/>
              </a:solidFill>
              <a:latin typeface="Calibri"/>
              <a:ea typeface="Calibri"/>
              <a:cs typeface="Calibri"/>
              <a:sym typeface="Calibri"/>
            </a:endParaRPr>
          </a:p>
          <a:p>
            <a:pPr marL="299720" marR="0" lvl="0" indent="-287020" algn="just" rtl="0">
              <a:lnSpc>
                <a:spcPct val="100000"/>
              </a:lnSpc>
              <a:spcBef>
                <a:spcPts val="0"/>
              </a:spcBef>
              <a:spcAft>
                <a:spcPts val="0"/>
              </a:spcAft>
              <a:buClr>
                <a:schemeClr val="dk1"/>
              </a:buClr>
              <a:buSzPts val="3200"/>
              <a:buFont typeface="Arial"/>
              <a:buChar char="•"/>
            </a:pPr>
            <a:r>
              <a:rPr lang="en-GB" sz="3200" dirty="0" err="1">
                <a:solidFill>
                  <a:schemeClr val="dk1"/>
                </a:solidFill>
                <a:latin typeface="Calibri"/>
                <a:ea typeface="Calibri"/>
                <a:cs typeface="Calibri"/>
                <a:sym typeface="Calibri"/>
              </a:rPr>
              <a:t>Tidak</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mau</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ikut</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terlibat</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jika</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tidak</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berhubungan</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dengan</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divisinya</a:t>
            </a:r>
            <a:endParaRPr sz="3200" dirty="0">
              <a:solidFill>
                <a:schemeClr val="dk1"/>
              </a:solidFill>
              <a:latin typeface="Calibri"/>
              <a:ea typeface="Calibri"/>
              <a:cs typeface="Calibri"/>
              <a:sym typeface="Calibri"/>
            </a:endParaRPr>
          </a:p>
          <a:p>
            <a:pPr marL="299085" marR="5080" lvl="0" indent="-287019" algn="just" rtl="0">
              <a:lnSpc>
                <a:spcPct val="100000"/>
              </a:lnSpc>
              <a:spcBef>
                <a:spcPts val="0"/>
              </a:spcBef>
              <a:spcAft>
                <a:spcPts val="0"/>
              </a:spcAft>
              <a:buClr>
                <a:schemeClr val="dk1"/>
              </a:buClr>
              <a:buSzPts val="3200"/>
              <a:buFont typeface="Arial"/>
              <a:buChar char="•"/>
            </a:pPr>
            <a:r>
              <a:rPr lang="en-GB" sz="3200" dirty="0" err="1">
                <a:solidFill>
                  <a:schemeClr val="dk1"/>
                </a:solidFill>
                <a:latin typeface="Calibri"/>
                <a:ea typeface="Calibri"/>
                <a:cs typeface="Calibri"/>
                <a:sym typeface="Calibri"/>
              </a:rPr>
              <a:t>Bersikap</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menggurui</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menonjolkan</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diri</a:t>
            </a:r>
            <a:r>
              <a:rPr lang="en-GB" sz="3200" dirty="0">
                <a:solidFill>
                  <a:schemeClr val="dk1"/>
                </a:solidFill>
                <a:latin typeface="Calibri"/>
                <a:ea typeface="Calibri"/>
                <a:cs typeface="Calibri"/>
                <a:sym typeface="Calibri"/>
              </a:rPr>
              <a:t> dan </a:t>
            </a:r>
            <a:r>
              <a:rPr lang="en-GB" sz="3200" dirty="0" err="1">
                <a:solidFill>
                  <a:schemeClr val="dk1"/>
                </a:solidFill>
                <a:latin typeface="Calibri"/>
                <a:ea typeface="Calibri"/>
                <a:cs typeface="Calibri"/>
                <a:sym typeface="Calibri"/>
              </a:rPr>
              <a:t>arogan</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memandang</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rendah</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keputusan-keputusan</a:t>
            </a:r>
            <a:r>
              <a:rPr lang="en-GB" sz="3200" dirty="0">
                <a:solidFill>
                  <a:schemeClr val="dk1"/>
                </a:solidFill>
                <a:latin typeface="Calibri"/>
                <a:ea typeface="Calibri"/>
                <a:cs typeface="Calibri"/>
                <a:sym typeface="Calibri"/>
              </a:rPr>
              <a:t> yang </a:t>
            </a:r>
            <a:r>
              <a:rPr lang="en-GB" sz="3200" dirty="0" err="1">
                <a:solidFill>
                  <a:schemeClr val="dk1"/>
                </a:solidFill>
                <a:latin typeface="Calibri"/>
                <a:ea typeface="Calibri"/>
                <a:cs typeface="Calibri"/>
                <a:sym typeface="Calibri"/>
              </a:rPr>
              <a:t>diberikan</a:t>
            </a:r>
            <a:r>
              <a:rPr lang="en-GB" sz="3200" dirty="0">
                <a:solidFill>
                  <a:schemeClr val="dk1"/>
                </a:solidFill>
                <a:latin typeface="Calibri"/>
                <a:ea typeface="Calibri"/>
                <a:cs typeface="Calibri"/>
                <a:sym typeface="Calibri"/>
              </a:rPr>
              <a:t> oleh </a:t>
            </a:r>
            <a:r>
              <a:rPr lang="en-GB" sz="3200" dirty="0" err="1">
                <a:solidFill>
                  <a:schemeClr val="dk1"/>
                </a:solidFill>
                <a:latin typeface="Calibri"/>
                <a:ea typeface="Calibri"/>
                <a:cs typeface="Calibri"/>
                <a:sym typeface="Calibri"/>
              </a:rPr>
              <a:t>atasan</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rekan</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kerja</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atau</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bawahan</a:t>
            </a:r>
            <a:endParaRPr sz="3200" dirty="0">
              <a:solidFill>
                <a:schemeClr val="dk1"/>
              </a:solidFill>
              <a:latin typeface="Calibri"/>
              <a:ea typeface="Calibri"/>
              <a:cs typeface="Calibri"/>
              <a:sym typeface="Calibri"/>
            </a:endParaRPr>
          </a:p>
          <a:p>
            <a:pPr marL="299720" marR="0" lvl="0" indent="-287020" algn="just" rtl="0">
              <a:lnSpc>
                <a:spcPct val="100000"/>
              </a:lnSpc>
              <a:spcBef>
                <a:spcPts val="0"/>
              </a:spcBef>
              <a:spcAft>
                <a:spcPts val="0"/>
              </a:spcAft>
              <a:buClr>
                <a:schemeClr val="dk1"/>
              </a:buClr>
              <a:buSzPts val="3200"/>
              <a:buFont typeface="Arial"/>
              <a:buChar char="•"/>
            </a:pPr>
            <a:r>
              <a:rPr lang="en-GB" sz="3200" dirty="0" err="1">
                <a:solidFill>
                  <a:schemeClr val="dk1"/>
                </a:solidFill>
                <a:latin typeface="Calibri"/>
                <a:ea typeface="Calibri"/>
                <a:cs typeface="Calibri"/>
                <a:sym typeface="Calibri"/>
              </a:rPr>
              <a:t>Bersikap</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pasif</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dalam</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semua</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kegiatan</a:t>
            </a:r>
            <a:r>
              <a:rPr lang="en-GB" sz="3200" dirty="0">
                <a:solidFill>
                  <a:schemeClr val="dk1"/>
                </a:solidFill>
                <a:latin typeface="Calibri"/>
                <a:ea typeface="Calibri"/>
                <a:cs typeface="Calibri"/>
                <a:sym typeface="Calibri"/>
              </a:rPr>
              <a:t> yang </a:t>
            </a:r>
            <a:r>
              <a:rPr lang="en-GB" sz="3200" dirty="0" err="1">
                <a:solidFill>
                  <a:schemeClr val="dk1"/>
                </a:solidFill>
                <a:latin typeface="Calibri"/>
                <a:ea typeface="Calibri"/>
                <a:cs typeface="Calibri"/>
                <a:sym typeface="Calibri"/>
              </a:rPr>
              <a:t>diselenggarakan</a:t>
            </a:r>
            <a:r>
              <a:rPr lang="en-GB" sz="3200" dirty="0">
                <a:solidFill>
                  <a:schemeClr val="dk1"/>
                </a:solidFill>
                <a:latin typeface="Calibri"/>
                <a:ea typeface="Calibri"/>
                <a:cs typeface="Calibri"/>
                <a:sym typeface="Calibri"/>
              </a:rPr>
              <a:t> oleh</a:t>
            </a:r>
            <a:endParaRPr sz="3200" dirty="0">
              <a:solidFill>
                <a:schemeClr val="dk1"/>
              </a:solidFill>
              <a:latin typeface="Calibri"/>
              <a:ea typeface="Calibri"/>
              <a:cs typeface="Calibri"/>
              <a:sym typeface="Calibri"/>
            </a:endParaRPr>
          </a:p>
          <a:p>
            <a:pPr marL="299085" marR="0" lvl="0" indent="0" algn="l" rtl="0">
              <a:lnSpc>
                <a:spcPct val="100000"/>
              </a:lnSpc>
              <a:spcBef>
                <a:spcPts val="0"/>
              </a:spcBef>
              <a:spcAft>
                <a:spcPts val="0"/>
              </a:spcAft>
              <a:buNone/>
            </a:pPr>
            <a:r>
              <a:rPr lang="en-GB" sz="3200" dirty="0" err="1">
                <a:solidFill>
                  <a:schemeClr val="dk1"/>
                </a:solidFill>
                <a:latin typeface="Calibri"/>
                <a:ea typeface="Calibri"/>
                <a:cs typeface="Calibri"/>
                <a:sym typeface="Calibri"/>
              </a:rPr>
              <a:t>perusahaan</a:t>
            </a:r>
            <a:endParaRPr sz="3200" dirty="0">
              <a:solidFill>
                <a:schemeClr val="dk1"/>
              </a:solidFill>
              <a:latin typeface="Calibri"/>
              <a:ea typeface="Calibri"/>
              <a:cs typeface="Calibri"/>
              <a:sym typeface="Calibri"/>
            </a:endParaRPr>
          </a:p>
          <a:p>
            <a:pPr marL="299085" marR="248284" lvl="0" indent="-287019" algn="l" rtl="0">
              <a:lnSpc>
                <a:spcPct val="100000"/>
              </a:lnSpc>
              <a:spcBef>
                <a:spcPts val="5"/>
              </a:spcBef>
              <a:spcAft>
                <a:spcPts val="0"/>
              </a:spcAft>
              <a:buClr>
                <a:schemeClr val="dk1"/>
              </a:buClr>
              <a:buSzPts val="3200"/>
              <a:buFont typeface="Arial"/>
              <a:buChar char="•"/>
            </a:pPr>
            <a:r>
              <a:rPr lang="en-GB" sz="3200" dirty="0" err="1">
                <a:solidFill>
                  <a:schemeClr val="dk1"/>
                </a:solidFill>
                <a:latin typeface="Calibri"/>
                <a:ea typeface="Calibri"/>
                <a:cs typeface="Calibri"/>
                <a:sym typeface="Calibri"/>
              </a:rPr>
              <a:t>Melakukan</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diskriminasi</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kepada</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rekan</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kerja</a:t>
            </a:r>
            <a:r>
              <a:rPr lang="en-GB" sz="3200" dirty="0">
                <a:solidFill>
                  <a:schemeClr val="dk1"/>
                </a:solidFill>
                <a:latin typeface="Calibri"/>
                <a:ea typeface="Calibri"/>
                <a:cs typeface="Calibri"/>
                <a:sym typeface="Calibri"/>
              </a:rPr>
              <a:t> </a:t>
            </a:r>
            <a:r>
              <a:rPr lang="en-GB" sz="3200" dirty="0" err="1">
                <a:solidFill>
                  <a:schemeClr val="dk1"/>
                </a:solidFill>
                <a:latin typeface="Calibri"/>
                <a:ea typeface="Calibri"/>
                <a:cs typeface="Calibri"/>
                <a:sym typeface="Calibri"/>
              </a:rPr>
              <a:t>satu</a:t>
            </a:r>
            <a:r>
              <a:rPr lang="en-GB" sz="3200" dirty="0">
                <a:solidFill>
                  <a:schemeClr val="dk1"/>
                </a:solidFill>
                <a:latin typeface="Calibri"/>
                <a:ea typeface="Calibri"/>
                <a:cs typeface="Calibri"/>
                <a:sym typeface="Calibri"/>
              </a:rPr>
              <a:t> divisi </a:t>
            </a:r>
            <a:r>
              <a:rPr lang="en-GB" sz="3200" dirty="0" err="1">
                <a:solidFill>
                  <a:schemeClr val="dk1"/>
                </a:solidFill>
                <a:latin typeface="Calibri"/>
                <a:ea typeface="Calibri"/>
                <a:cs typeface="Calibri"/>
                <a:sym typeface="Calibri"/>
              </a:rPr>
              <a:t>ataupun</a:t>
            </a:r>
            <a:r>
              <a:rPr lang="en-GB" sz="3200" dirty="0">
                <a:solidFill>
                  <a:schemeClr val="dk1"/>
                </a:solidFill>
                <a:latin typeface="Calibri"/>
                <a:ea typeface="Calibri"/>
                <a:cs typeface="Calibri"/>
                <a:sym typeface="Calibri"/>
              </a:rPr>
              <a:t>  lain divisi</a:t>
            </a:r>
            <a:endParaRPr sz="3200" dirty="0">
              <a:solidFill>
                <a:schemeClr val="dk1"/>
              </a:solidFill>
              <a:latin typeface="Calibri"/>
              <a:ea typeface="Calibri"/>
              <a:cs typeface="Calibri"/>
              <a:sym typeface="Calibri"/>
            </a:endParaRPr>
          </a:p>
        </p:txBody>
      </p:sp>
      <p:grpSp>
        <p:nvGrpSpPr>
          <p:cNvPr id="961" name="Google Shape;961;p34"/>
          <p:cNvGrpSpPr/>
          <p:nvPr/>
        </p:nvGrpSpPr>
        <p:grpSpPr>
          <a:xfrm>
            <a:off x="-5069588" y="-36633"/>
            <a:ext cx="12079988" cy="10287000"/>
            <a:chOff x="-5069588" y="-36633"/>
            <a:chExt cx="12079988" cy="10287000"/>
          </a:xfrm>
        </p:grpSpPr>
        <p:grpSp>
          <p:nvGrpSpPr>
            <p:cNvPr id="962" name="Google Shape;962;p34"/>
            <p:cNvGrpSpPr/>
            <p:nvPr/>
          </p:nvGrpSpPr>
          <p:grpSpPr>
            <a:xfrm>
              <a:off x="-5069588" y="-36633"/>
              <a:ext cx="12079988" cy="10287000"/>
              <a:chOff x="-5069588" y="-15240"/>
              <a:chExt cx="12079988" cy="10287000"/>
            </a:xfrm>
          </p:grpSpPr>
          <p:sp>
            <p:nvSpPr>
              <p:cNvPr id="963" name="Google Shape;963;p34"/>
              <p:cNvSpPr/>
              <p:nvPr/>
            </p:nvSpPr>
            <p:spPr>
              <a:xfrm>
                <a:off x="-5069588" y="-15240"/>
                <a:ext cx="8216900" cy="10287000"/>
              </a:xfrm>
              <a:custGeom>
                <a:avLst/>
                <a:gdLst/>
                <a:ahLst/>
                <a:cxnLst/>
                <a:rect l="l" t="t" r="r" b="b"/>
                <a:pathLst>
                  <a:path w="8216900" h="10287000" extrusionOk="0">
                    <a:moveTo>
                      <a:pt x="8216900" y="10286997"/>
                    </a:moveTo>
                    <a:lnTo>
                      <a:pt x="8216900" y="0"/>
                    </a:lnTo>
                    <a:lnTo>
                      <a:pt x="0" y="0"/>
                    </a:lnTo>
                    <a:lnTo>
                      <a:pt x="0" y="10286997"/>
                    </a:lnTo>
                    <a:lnTo>
                      <a:pt x="8216900" y="10286997"/>
                    </a:lnTo>
                    <a:close/>
                  </a:path>
                </a:pathLst>
              </a:custGeom>
              <a:solidFill>
                <a:srgbClr val="9BD7D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4" name="Google Shape;964;p34"/>
              <p:cNvSpPr/>
              <p:nvPr/>
            </p:nvSpPr>
            <p:spPr>
              <a:xfrm>
                <a:off x="-762000" y="6210662"/>
                <a:ext cx="6898640" cy="1744980"/>
              </a:xfrm>
              <a:custGeom>
                <a:avLst/>
                <a:gdLst/>
                <a:ahLst/>
                <a:cxnLst/>
                <a:rect l="l" t="t" r="r" b="b"/>
                <a:pathLst>
                  <a:path w="6898640" h="4069079" extrusionOk="0">
                    <a:moveTo>
                      <a:pt x="4886833" y="0"/>
                    </a:moveTo>
                    <a:lnTo>
                      <a:pt x="0" y="0"/>
                    </a:lnTo>
                    <a:lnTo>
                      <a:pt x="0" y="4069079"/>
                    </a:lnTo>
                    <a:lnTo>
                      <a:pt x="4883023" y="4069079"/>
                    </a:lnTo>
                    <a:lnTo>
                      <a:pt x="4933758" y="4067837"/>
                    </a:lnTo>
                    <a:lnTo>
                      <a:pt x="4984169" y="4065385"/>
                    </a:lnTo>
                    <a:lnTo>
                      <a:pt x="5034243" y="4061739"/>
                    </a:lnTo>
                    <a:lnTo>
                      <a:pt x="5083964" y="4056911"/>
                    </a:lnTo>
                    <a:lnTo>
                      <a:pt x="5133320" y="4050917"/>
                    </a:lnTo>
                    <a:lnTo>
                      <a:pt x="5182295" y="4043770"/>
                    </a:lnTo>
                    <a:lnTo>
                      <a:pt x="5230877" y="4035485"/>
                    </a:lnTo>
                    <a:lnTo>
                      <a:pt x="5279050" y="4026074"/>
                    </a:lnTo>
                    <a:lnTo>
                      <a:pt x="5326802" y="4015553"/>
                    </a:lnTo>
                    <a:lnTo>
                      <a:pt x="5374117" y="4003936"/>
                    </a:lnTo>
                    <a:lnTo>
                      <a:pt x="5420983" y="3991236"/>
                    </a:lnTo>
                    <a:lnTo>
                      <a:pt x="5467384" y="3977468"/>
                    </a:lnTo>
                    <a:lnTo>
                      <a:pt x="5513308" y="3962645"/>
                    </a:lnTo>
                    <a:lnTo>
                      <a:pt x="5558739" y="3946782"/>
                    </a:lnTo>
                    <a:lnTo>
                      <a:pt x="5603664" y="3929892"/>
                    </a:lnTo>
                    <a:lnTo>
                      <a:pt x="5648070" y="3911991"/>
                    </a:lnTo>
                    <a:lnTo>
                      <a:pt x="5691941" y="3893091"/>
                    </a:lnTo>
                    <a:lnTo>
                      <a:pt x="5735264" y="3873207"/>
                    </a:lnTo>
                    <a:lnTo>
                      <a:pt x="5778025" y="3852353"/>
                    </a:lnTo>
                    <a:lnTo>
                      <a:pt x="5820210" y="3830543"/>
                    </a:lnTo>
                    <a:lnTo>
                      <a:pt x="5861805" y="3807791"/>
                    </a:lnTo>
                    <a:lnTo>
                      <a:pt x="5902796" y="3784112"/>
                    </a:lnTo>
                    <a:lnTo>
                      <a:pt x="5943169" y="3759518"/>
                    </a:lnTo>
                    <a:lnTo>
                      <a:pt x="5982910" y="3734025"/>
                    </a:lnTo>
                    <a:lnTo>
                      <a:pt x="6022005" y="3707646"/>
                    </a:lnTo>
                    <a:lnTo>
                      <a:pt x="6060439" y="3680395"/>
                    </a:lnTo>
                    <a:lnTo>
                      <a:pt x="6098200" y="3652287"/>
                    </a:lnTo>
                    <a:lnTo>
                      <a:pt x="6135273" y="3623335"/>
                    </a:lnTo>
                    <a:lnTo>
                      <a:pt x="6171643" y="3593553"/>
                    </a:lnTo>
                    <a:lnTo>
                      <a:pt x="6207298" y="3562956"/>
                    </a:lnTo>
                    <a:lnTo>
                      <a:pt x="6242222" y="3531558"/>
                    </a:lnTo>
                    <a:lnTo>
                      <a:pt x="6276402" y="3499372"/>
                    </a:lnTo>
                    <a:lnTo>
                      <a:pt x="6309824" y="3466413"/>
                    </a:lnTo>
                    <a:lnTo>
                      <a:pt x="6342474" y="3432695"/>
                    </a:lnTo>
                    <a:lnTo>
                      <a:pt x="6374338" y="3398231"/>
                    </a:lnTo>
                    <a:lnTo>
                      <a:pt x="6405402" y="3363037"/>
                    </a:lnTo>
                    <a:lnTo>
                      <a:pt x="6435651" y="3327125"/>
                    </a:lnTo>
                    <a:lnTo>
                      <a:pt x="6465073" y="3290511"/>
                    </a:lnTo>
                    <a:lnTo>
                      <a:pt x="6493652" y="3253207"/>
                    </a:lnTo>
                    <a:lnTo>
                      <a:pt x="6521376" y="3215228"/>
                    </a:lnTo>
                    <a:lnTo>
                      <a:pt x="6548229" y="3176589"/>
                    </a:lnTo>
                    <a:lnTo>
                      <a:pt x="6574198" y="3137303"/>
                    </a:lnTo>
                    <a:lnTo>
                      <a:pt x="6599269" y="3097384"/>
                    </a:lnTo>
                    <a:lnTo>
                      <a:pt x="6623428" y="3056846"/>
                    </a:lnTo>
                    <a:lnTo>
                      <a:pt x="6646660" y="3015704"/>
                    </a:lnTo>
                    <a:lnTo>
                      <a:pt x="6668953" y="2973971"/>
                    </a:lnTo>
                    <a:lnTo>
                      <a:pt x="6690291" y="2931661"/>
                    </a:lnTo>
                    <a:lnTo>
                      <a:pt x="6710661" y="2888789"/>
                    </a:lnTo>
                    <a:lnTo>
                      <a:pt x="6730049" y="2845369"/>
                    </a:lnTo>
                    <a:lnTo>
                      <a:pt x="6748441" y="2801414"/>
                    </a:lnTo>
                    <a:lnTo>
                      <a:pt x="6765823" y="2756939"/>
                    </a:lnTo>
                    <a:lnTo>
                      <a:pt x="6782181" y="2711957"/>
                    </a:lnTo>
                    <a:lnTo>
                      <a:pt x="6796878" y="2666844"/>
                    </a:lnTo>
                    <a:lnTo>
                      <a:pt x="6810785" y="2620925"/>
                    </a:lnTo>
                    <a:lnTo>
                      <a:pt x="6823854" y="2574272"/>
                    </a:lnTo>
                    <a:lnTo>
                      <a:pt x="6836037" y="2526958"/>
                    </a:lnTo>
                    <a:lnTo>
                      <a:pt x="6847287" y="2479055"/>
                    </a:lnTo>
                    <a:lnTo>
                      <a:pt x="6857555" y="2430636"/>
                    </a:lnTo>
                    <a:lnTo>
                      <a:pt x="6866794" y="2381773"/>
                    </a:lnTo>
                    <a:lnTo>
                      <a:pt x="6874956" y="2332539"/>
                    </a:lnTo>
                    <a:lnTo>
                      <a:pt x="6881994" y="2283006"/>
                    </a:lnTo>
                    <a:lnTo>
                      <a:pt x="6887859" y="2233247"/>
                    </a:lnTo>
                    <a:lnTo>
                      <a:pt x="6892504" y="2183334"/>
                    </a:lnTo>
                    <a:lnTo>
                      <a:pt x="6895881" y="2133340"/>
                    </a:lnTo>
                    <a:lnTo>
                      <a:pt x="6897942" y="2083336"/>
                    </a:lnTo>
                    <a:lnTo>
                      <a:pt x="6898640" y="2033396"/>
                    </a:lnTo>
                    <a:lnTo>
                      <a:pt x="6897942" y="1979862"/>
                    </a:lnTo>
                    <a:lnTo>
                      <a:pt x="6895866" y="1926659"/>
                    </a:lnTo>
                    <a:lnTo>
                      <a:pt x="6892435" y="1873812"/>
                    </a:lnTo>
                    <a:lnTo>
                      <a:pt x="6887673" y="1821345"/>
                    </a:lnTo>
                    <a:lnTo>
                      <a:pt x="6881603" y="1769284"/>
                    </a:lnTo>
                    <a:lnTo>
                      <a:pt x="6874248" y="1717652"/>
                    </a:lnTo>
                    <a:lnTo>
                      <a:pt x="6865632" y="1666474"/>
                    </a:lnTo>
                    <a:lnTo>
                      <a:pt x="6855780" y="1615776"/>
                    </a:lnTo>
                    <a:lnTo>
                      <a:pt x="6844714" y="1565581"/>
                    </a:lnTo>
                    <a:lnTo>
                      <a:pt x="6832457" y="1515914"/>
                    </a:lnTo>
                    <a:lnTo>
                      <a:pt x="6819035" y="1466800"/>
                    </a:lnTo>
                    <a:lnTo>
                      <a:pt x="6804469" y="1418264"/>
                    </a:lnTo>
                    <a:lnTo>
                      <a:pt x="6788784" y="1370329"/>
                    </a:lnTo>
                    <a:lnTo>
                      <a:pt x="6786626" y="1365884"/>
                    </a:lnTo>
                    <a:lnTo>
                      <a:pt x="6786626" y="1361439"/>
                    </a:lnTo>
                    <a:lnTo>
                      <a:pt x="6784467" y="1357121"/>
                    </a:lnTo>
                    <a:lnTo>
                      <a:pt x="6767735" y="1312627"/>
                    </a:lnTo>
                    <a:lnTo>
                      <a:pt x="6749995" y="1268601"/>
                    </a:lnTo>
                    <a:lnTo>
                      <a:pt x="6731259" y="1225058"/>
                    </a:lnTo>
                    <a:lnTo>
                      <a:pt x="6711541" y="1182014"/>
                    </a:lnTo>
                    <a:lnTo>
                      <a:pt x="6690857" y="1139484"/>
                    </a:lnTo>
                    <a:lnTo>
                      <a:pt x="6669219" y="1097483"/>
                    </a:lnTo>
                    <a:lnTo>
                      <a:pt x="6646642" y="1056027"/>
                    </a:lnTo>
                    <a:lnTo>
                      <a:pt x="6623140" y="1015130"/>
                    </a:lnTo>
                    <a:lnTo>
                      <a:pt x="6598727" y="974807"/>
                    </a:lnTo>
                    <a:lnTo>
                      <a:pt x="6573417" y="935074"/>
                    </a:lnTo>
                    <a:lnTo>
                      <a:pt x="6547225" y="895946"/>
                    </a:lnTo>
                    <a:lnTo>
                      <a:pt x="6520163" y="857439"/>
                    </a:lnTo>
                    <a:lnTo>
                      <a:pt x="6492247" y="819566"/>
                    </a:lnTo>
                    <a:lnTo>
                      <a:pt x="6463491" y="782344"/>
                    </a:lnTo>
                    <a:lnTo>
                      <a:pt x="6433908" y="745788"/>
                    </a:lnTo>
                    <a:lnTo>
                      <a:pt x="6403512" y="709913"/>
                    </a:lnTo>
                    <a:lnTo>
                      <a:pt x="6372318" y="674734"/>
                    </a:lnTo>
                    <a:lnTo>
                      <a:pt x="6340339" y="640267"/>
                    </a:lnTo>
                    <a:lnTo>
                      <a:pt x="6307590" y="606525"/>
                    </a:lnTo>
                    <a:lnTo>
                      <a:pt x="6274085" y="573526"/>
                    </a:lnTo>
                    <a:lnTo>
                      <a:pt x="6239838" y="541283"/>
                    </a:lnTo>
                    <a:lnTo>
                      <a:pt x="6204863" y="509812"/>
                    </a:lnTo>
                    <a:lnTo>
                      <a:pt x="6169174" y="479129"/>
                    </a:lnTo>
                    <a:lnTo>
                      <a:pt x="6132785" y="449248"/>
                    </a:lnTo>
                    <a:lnTo>
                      <a:pt x="6095710" y="420184"/>
                    </a:lnTo>
                    <a:lnTo>
                      <a:pt x="6057963" y="391953"/>
                    </a:lnTo>
                    <a:lnTo>
                      <a:pt x="6019558" y="364570"/>
                    </a:lnTo>
                    <a:lnTo>
                      <a:pt x="5980510" y="338051"/>
                    </a:lnTo>
                    <a:lnTo>
                      <a:pt x="5940832" y="312409"/>
                    </a:lnTo>
                    <a:lnTo>
                      <a:pt x="5900539" y="287661"/>
                    </a:lnTo>
                    <a:lnTo>
                      <a:pt x="5859644" y="263822"/>
                    </a:lnTo>
                    <a:lnTo>
                      <a:pt x="5818162" y="240907"/>
                    </a:lnTo>
                    <a:lnTo>
                      <a:pt x="5776107" y="218931"/>
                    </a:lnTo>
                    <a:lnTo>
                      <a:pt x="5733492" y="197909"/>
                    </a:lnTo>
                    <a:lnTo>
                      <a:pt x="5690332" y="177856"/>
                    </a:lnTo>
                    <a:lnTo>
                      <a:pt x="5646641" y="158788"/>
                    </a:lnTo>
                    <a:lnTo>
                      <a:pt x="5602433" y="140720"/>
                    </a:lnTo>
                    <a:lnTo>
                      <a:pt x="5557722" y="123667"/>
                    </a:lnTo>
                    <a:lnTo>
                      <a:pt x="5512522" y="107644"/>
                    </a:lnTo>
                    <a:lnTo>
                      <a:pt x="5466847" y="92666"/>
                    </a:lnTo>
                    <a:lnTo>
                      <a:pt x="5420711" y="78749"/>
                    </a:lnTo>
                    <a:lnTo>
                      <a:pt x="5374129" y="65908"/>
                    </a:lnTo>
                    <a:lnTo>
                      <a:pt x="5327114" y="54157"/>
                    </a:lnTo>
                    <a:lnTo>
                      <a:pt x="5279681" y="43513"/>
                    </a:lnTo>
                    <a:lnTo>
                      <a:pt x="5231843" y="33990"/>
                    </a:lnTo>
                    <a:lnTo>
                      <a:pt x="5183614" y="25603"/>
                    </a:lnTo>
                    <a:lnTo>
                      <a:pt x="5135009" y="18368"/>
                    </a:lnTo>
                    <a:lnTo>
                      <a:pt x="5086042" y="12300"/>
                    </a:lnTo>
                    <a:lnTo>
                      <a:pt x="5036727" y="7414"/>
                    </a:lnTo>
                    <a:lnTo>
                      <a:pt x="4987078" y="3725"/>
                    </a:lnTo>
                    <a:lnTo>
                      <a:pt x="4937108" y="1248"/>
                    </a:lnTo>
                    <a:lnTo>
                      <a:pt x="4886833" y="0"/>
                    </a:lnTo>
                    <a:close/>
                  </a:path>
                </a:pathLst>
              </a:custGeom>
              <a:solidFill>
                <a:srgbClr val="FFC3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5" name="Google Shape;965;p34"/>
              <p:cNvSpPr txBox="1"/>
              <p:nvPr/>
            </p:nvSpPr>
            <p:spPr>
              <a:xfrm>
                <a:off x="271526" y="6515100"/>
                <a:ext cx="6738874"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3344D"/>
                  </a:buClr>
                  <a:buSzPts val="11500"/>
                  <a:buFont typeface="Corsiva"/>
                  <a:buNone/>
                </a:pPr>
                <a:r>
                  <a:rPr lang="en-GB" sz="11500" b="1">
                    <a:solidFill>
                      <a:srgbClr val="23344D"/>
                    </a:solidFill>
                    <a:latin typeface="Corsiva"/>
                    <a:ea typeface="Corsiva"/>
                    <a:cs typeface="Corsiva"/>
                    <a:sym typeface="Corsiva"/>
                  </a:rPr>
                  <a:t>Synergy</a:t>
                </a:r>
                <a:endParaRPr sz="11500" b="1">
                  <a:solidFill>
                    <a:srgbClr val="23344D"/>
                  </a:solidFill>
                  <a:latin typeface="Corsiva"/>
                  <a:ea typeface="Corsiva"/>
                  <a:cs typeface="Corsiva"/>
                  <a:sym typeface="Corsiva"/>
                </a:endParaRPr>
              </a:p>
            </p:txBody>
          </p:sp>
          <p:sp>
            <p:nvSpPr>
              <p:cNvPr id="966" name="Google Shape;966;p34"/>
              <p:cNvSpPr txBox="1"/>
              <p:nvPr/>
            </p:nvSpPr>
            <p:spPr>
              <a:xfrm>
                <a:off x="1142999" y="108679"/>
                <a:ext cx="293800" cy="936154"/>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endParaRPr sz="6000">
                  <a:solidFill>
                    <a:schemeClr val="dk1"/>
                  </a:solidFill>
                  <a:latin typeface="Calibri"/>
                  <a:ea typeface="Calibri"/>
                  <a:cs typeface="Calibri"/>
                  <a:sym typeface="Calibri"/>
                </a:endParaRPr>
              </a:p>
            </p:txBody>
          </p:sp>
        </p:grpSp>
        <p:pic>
          <p:nvPicPr>
            <p:cNvPr id="967" name="Google Shape;967;p34"/>
            <p:cNvPicPr preferRelativeResize="0"/>
            <p:nvPr/>
          </p:nvPicPr>
          <p:blipFill rotWithShape="1">
            <a:blip r:embed="rId3">
              <a:alphaModFix/>
            </a:blip>
            <a:srcRect/>
            <a:stretch/>
          </p:blipFill>
          <p:spPr>
            <a:xfrm>
              <a:off x="535793" y="232807"/>
              <a:ext cx="2591987" cy="1027215"/>
            </a:xfrm>
            <a:prstGeom prst="rect">
              <a:avLst/>
            </a:prstGeom>
            <a:noFill/>
            <a:ln>
              <a:noFill/>
            </a:ln>
          </p:spPr>
        </p:pic>
        <p:pic>
          <p:nvPicPr>
            <p:cNvPr id="968" name="Google Shape;968;p34"/>
            <p:cNvPicPr preferRelativeResize="0"/>
            <p:nvPr/>
          </p:nvPicPr>
          <p:blipFill rotWithShape="1">
            <a:blip r:embed="rId4">
              <a:alphaModFix/>
            </a:blip>
            <a:srcRect/>
            <a:stretch/>
          </p:blipFill>
          <p:spPr>
            <a:xfrm>
              <a:off x="271526" y="2160490"/>
              <a:ext cx="4597255" cy="5116610"/>
            </a:xfrm>
            <a:prstGeom prst="rect">
              <a:avLst/>
            </a:prstGeom>
            <a:noFill/>
            <a:ln>
              <a:noFill/>
            </a:ln>
          </p:spPr>
        </p:pic>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p35"/>
          <p:cNvSpPr txBox="1">
            <a:spLocks noGrp="1"/>
          </p:cNvSpPr>
          <p:nvPr>
            <p:ph type="title"/>
          </p:nvPr>
        </p:nvSpPr>
        <p:spPr>
          <a:xfrm>
            <a:off x="4206243" y="685000"/>
            <a:ext cx="7346286" cy="1120820"/>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rgbClr val="23344D"/>
              </a:buClr>
              <a:buSzPts val="7200"/>
              <a:buFont typeface="Corsiva"/>
              <a:buNone/>
            </a:pPr>
            <a:r>
              <a:rPr lang="en-GB" sz="7200" b="1">
                <a:solidFill>
                  <a:srgbClr val="23344D"/>
                </a:solidFill>
                <a:latin typeface="Corsiva"/>
                <a:ea typeface="Corsiva"/>
                <a:cs typeface="Corsiva"/>
                <a:sym typeface="Corsiva"/>
              </a:rPr>
              <a:t>Nilai perilaku Do</a:t>
            </a:r>
            <a:endParaRPr/>
          </a:p>
        </p:txBody>
      </p:sp>
      <p:sp>
        <p:nvSpPr>
          <p:cNvPr id="974" name="Google Shape;974;p35"/>
          <p:cNvSpPr txBox="1"/>
          <p:nvPr/>
        </p:nvSpPr>
        <p:spPr>
          <a:xfrm>
            <a:off x="7010400" y="1841810"/>
            <a:ext cx="9359787" cy="288284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400" b="1" u="sng">
                <a:solidFill>
                  <a:srgbClr val="E05A47"/>
                </a:solidFill>
                <a:latin typeface="Calibri"/>
                <a:ea typeface="Calibri"/>
                <a:cs typeface="Calibri"/>
                <a:sym typeface="Calibri"/>
              </a:rPr>
              <a:t>EKSTERNAL</a:t>
            </a:r>
            <a:endParaRPr sz="4000" b="1" u="sng">
              <a:solidFill>
                <a:srgbClr val="E05A47"/>
              </a:solidFill>
              <a:latin typeface="Calibri"/>
              <a:ea typeface="Calibri"/>
              <a:cs typeface="Calibri"/>
              <a:sym typeface="Calibri"/>
            </a:endParaRPr>
          </a:p>
          <a:p>
            <a:pPr marL="12700" marR="0" lvl="0" indent="0" algn="l" rtl="0">
              <a:lnSpc>
                <a:spcPct val="100000"/>
              </a:lnSpc>
              <a:spcBef>
                <a:spcPts val="100"/>
              </a:spcBef>
              <a:spcAft>
                <a:spcPts val="0"/>
              </a:spcAft>
              <a:buNone/>
            </a:pPr>
            <a:endParaRPr sz="1200" b="1" u="sng">
              <a:solidFill>
                <a:srgbClr val="E05A47"/>
              </a:solidFill>
              <a:latin typeface="Calibri"/>
              <a:ea typeface="Calibri"/>
              <a:cs typeface="Calibri"/>
              <a:sym typeface="Calibri"/>
            </a:endParaRPr>
          </a:p>
          <a:p>
            <a:pPr marL="355600" marR="8890" lvl="0" indent="-342900" algn="l" rtl="0">
              <a:lnSpc>
                <a:spcPct val="100000"/>
              </a:lnSpc>
              <a:spcBef>
                <a:spcPts val="100"/>
              </a:spcBef>
              <a:spcAft>
                <a:spcPts val="0"/>
              </a:spcAft>
              <a:buClr>
                <a:schemeClr val="dk1"/>
              </a:buClr>
              <a:buSzPts val="3200"/>
              <a:buFont typeface="Arial"/>
              <a:buChar char="•"/>
            </a:pPr>
            <a:r>
              <a:rPr lang="en-GB" sz="3200">
                <a:solidFill>
                  <a:schemeClr val="dk1"/>
                </a:solidFill>
                <a:latin typeface="Calibri"/>
                <a:ea typeface="Calibri"/>
                <a:cs typeface="Calibri"/>
                <a:sym typeface="Calibri"/>
              </a:rPr>
              <a:t>Membangun hubungan kerjasama yang produktif dengan pihak eksternal</a:t>
            </a:r>
            <a:endParaRPr sz="3200">
              <a:solidFill>
                <a:schemeClr val="dk1"/>
              </a:solidFill>
              <a:latin typeface="Calibri"/>
              <a:ea typeface="Calibri"/>
              <a:cs typeface="Calibri"/>
              <a:sym typeface="Calibri"/>
            </a:endParaRPr>
          </a:p>
          <a:p>
            <a:pPr marL="355600" marR="8890" lvl="0" indent="-342900" algn="l" rtl="0">
              <a:lnSpc>
                <a:spcPct val="100000"/>
              </a:lnSpc>
              <a:spcBef>
                <a:spcPts val="100"/>
              </a:spcBef>
              <a:spcAft>
                <a:spcPts val="0"/>
              </a:spcAft>
              <a:buClr>
                <a:schemeClr val="dk1"/>
              </a:buClr>
              <a:buSzPts val="3200"/>
              <a:buFont typeface="Arial"/>
              <a:buChar char="•"/>
            </a:pPr>
            <a:r>
              <a:rPr lang="en-GB" sz="3200">
                <a:solidFill>
                  <a:schemeClr val="dk1"/>
                </a:solidFill>
                <a:latin typeface="Calibri"/>
                <a:ea typeface="Calibri"/>
                <a:cs typeface="Calibri"/>
                <a:sym typeface="Calibri"/>
              </a:rPr>
              <a:t>Menjalin komunikasi dan hubungan yang efektif dengan pihak eksternal</a:t>
            </a:r>
            <a:endParaRPr sz="3200">
              <a:solidFill>
                <a:schemeClr val="dk1"/>
              </a:solidFill>
              <a:latin typeface="Calibri"/>
              <a:ea typeface="Calibri"/>
              <a:cs typeface="Calibri"/>
              <a:sym typeface="Calibri"/>
            </a:endParaRPr>
          </a:p>
        </p:txBody>
      </p:sp>
      <p:sp>
        <p:nvSpPr>
          <p:cNvPr id="975" name="Google Shape;975;p35"/>
          <p:cNvSpPr txBox="1"/>
          <p:nvPr/>
        </p:nvSpPr>
        <p:spPr>
          <a:xfrm>
            <a:off x="6112531" y="5777095"/>
            <a:ext cx="8140370" cy="1120820"/>
          </a:xfrm>
          <a:prstGeom prst="rect">
            <a:avLst/>
          </a:prstGeom>
          <a:noFill/>
          <a:ln>
            <a:noFill/>
          </a:ln>
        </p:spPr>
        <p:txBody>
          <a:bodyPr spcFirstLastPara="1" wrap="square" lIns="0" tIns="12700" rIns="0" bIns="0" anchor="ctr" anchorCtr="0">
            <a:spAutoFit/>
          </a:bodyPr>
          <a:lstStyle/>
          <a:p>
            <a:pPr marL="12700" marR="0" lvl="0" indent="0" algn="ctr" rtl="0">
              <a:spcBef>
                <a:spcPts val="0"/>
              </a:spcBef>
              <a:spcAft>
                <a:spcPts val="0"/>
              </a:spcAft>
              <a:buClr>
                <a:srgbClr val="23344D"/>
              </a:buClr>
              <a:buSzPts val="7200"/>
              <a:buFont typeface="Corsiva"/>
              <a:buNone/>
            </a:pPr>
            <a:r>
              <a:rPr lang="en-GB" sz="7200" b="1">
                <a:solidFill>
                  <a:srgbClr val="23344D"/>
                </a:solidFill>
                <a:latin typeface="Corsiva"/>
                <a:ea typeface="Corsiva"/>
                <a:cs typeface="Corsiva"/>
                <a:sym typeface="Corsiva"/>
              </a:rPr>
              <a:t>Nilai perilaku Don’t</a:t>
            </a:r>
            <a:endParaRPr sz="7200" b="1">
              <a:solidFill>
                <a:srgbClr val="23344D"/>
              </a:solidFill>
              <a:latin typeface="Corsiva"/>
              <a:ea typeface="Corsiva"/>
              <a:cs typeface="Corsiva"/>
              <a:sym typeface="Corsiva"/>
            </a:endParaRPr>
          </a:p>
        </p:txBody>
      </p:sp>
      <p:sp>
        <p:nvSpPr>
          <p:cNvPr id="976" name="Google Shape;976;p35"/>
          <p:cNvSpPr txBox="1"/>
          <p:nvPr/>
        </p:nvSpPr>
        <p:spPr>
          <a:xfrm>
            <a:off x="8848365" y="7074631"/>
            <a:ext cx="8677635" cy="188513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GB" sz="4400" b="1" u="sng">
                <a:solidFill>
                  <a:srgbClr val="E05A47"/>
                </a:solidFill>
                <a:latin typeface="Calibri"/>
                <a:ea typeface="Calibri"/>
                <a:cs typeface="Calibri"/>
                <a:sym typeface="Calibri"/>
              </a:rPr>
              <a:t>EKSTERNAL</a:t>
            </a:r>
            <a:endParaRPr sz="4000" b="1" u="sng">
              <a:solidFill>
                <a:srgbClr val="E05A47"/>
              </a:solidFill>
              <a:latin typeface="Calibri"/>
              <a:ea typeface="Calibri"/>
              <a:cs typeface="Calibri"/>
              <a:sym typeface="Calibri"/>
            </a:endParaRPr>
          </a:p>
          <a:p>
            <a:pPr marL="12700" marR="0" lvl="0" indent="0" algn="l" rtl="0">
              <a:lnSpc>
                <a:spcPct val="100000"/>
              </a:lnSpc>
              <a:spcBef>
                <a:spcPts val="100"/>
              </a:spcBef>
              <a:spcAft>
                <a:spcPts val="0"/>
              </a:spcAft>
              <a:buNone/>
            </a:pPr>
            <a:endParaRPr sz="1200" b="1" u="sng">
              <a:solidFill>
                <a:srgbClr val="E05A47"/>
              </a:solidFill>
              <a:latin typeface="Calibri"/>
              <a:ea typeface="Calibri"/>
              <a:cs typeface="Calibri"/>
              <a:sym typeface="Calibri"/>
            </a:endParaRPr>
          </a:p>
          <a:p>
            <a:pPr marL="299720" marR="5080" lvl="0" indent="-287020" algn="l" rtl="0">
              <a:lnSpc>
                <a:spcPct val="100000"/>
              </a:lnSpc>
              <a:spcBef>
                <a:spcPts val="100"/>
              </a:spcBef>
              <a:spcAft>
                <a:spcPts val="0"/>
              </a:spcAft>
              <a:buClr>
                <a:schemeClr val="dk1"/>
              </a:buClr>
              <a:buSzPts val="3200"/>
              <a:buFont typeface="Arial"/>
              <a:buChar char="•"/>
            </a:pPr>
            <a:r>
              <a:rPr lang="en-GB" sz="3200">
                <a:solidFill>
                  <a:schemeClr val="dk1"/>
                </a:solidFill>
                <a:latin typeface="Calibri"/>
                <a:ea typeface="Calibri"/>
                <a:cs typeface="Calibri"/>
                <a:sym typeface="Calibri"/>
              </a:rPr>
              <a:t>Mengabaikan saran dan kritik yang membangun dari pihak eksternal</a:t>
            </a:r>
            <a:endParaRPr sz="3200">
              <a:solidFill>
                <a:schemeClr val="dk1"/>
              </a:solidFill>
              <a:latin typeface="Calibri"/>
              <a:ea typeface="Calibri"/>
              <a:cs typeface="Calibri"/>
              <a:sym typeface="Calibri"/>
            </a:endParaRPr>
          </a:p>
        </p:txBody>
      </p:sp>
      <p:grpSp>
        <p:nvGrpSpPr>
          <p:cNvPr id="977" name="Google Shape;977;p35"/>
          <p:cNvGrpSpPr/>
          <p:nvPr/>
        </p:nvGrpSpPr>
        <p:grpSpPr>
          <a:xfrm>
            <a:off x="-5069588" y="-36633"/>
            <a:ext cx="12079988" cy="10287000"/>
            <a:chOff x="-5069588" y="-36633"/>
            <a:chExt cx="12079988" cy="10287000"/>
          </a:xfrm>
        </p:grpSpPr>
        <p:grpSp>
          <p:nvGrpSpPr>
            <p:cNvPr id="978" name="Google Shape;978;p35"/>
            <p:cNvGrpSpPr/>
            <p:nvPr/>
          </p:nvGrpSpPr>
          <p:grpSpPr>
            <a:xfrm>
              <a:off x="-5069588" y="-36633"/>
              <a:ext cx="12079988" cy="10287000"/>
              <a:chOff x="-5069588" y="-15240"/>
              <a:chExt cx="12079988" cy="10287000"/>
            </a:xfrm>
          </p:grpSpPr>
          <p:sp>
            <p:nvSpPr>
              <p:cNvPr id="979" name="Google Shape;979;p35"/>
              <p:cNvSpPr/>
              <p:nvPr/>
            </p:nvSpPr>
            <p:spPr>
              <a:xfrm>
                <a:off x="-5069588" y="-15240"/>
                <a:ext cx="8216900" cy="10287000"/>
              </a:xfrm>
              <a:custGeom>
                <a:avLst/>
                <a:gdLst/>
                <a:ahLst/>
                <a:cxnLst/>
                <a:rect l="l" t="t" r="r" b="b"/>
                <a:pathLst>
                  <a:path w="8216900" h="10287000" extrusionOk="0">
                    <a:moveTo>
                      <a:pt x="8216900" y="10286997"/>
                    </a:moveTo>
                    <a:lnTo>
                      <a:pt x="8216900" y="0"/>
                    </a:lnTo>
                    <a:lnTo>
                      <a:pt x="0" y="0"/>
                    </a:lnTo>
                    <a:lnTo>
                      <a:pt x="0" y="10286997"/>
                    </a:lnTo>
                    <a:lnTo>
                      <a:pt x="8216900" y="10286997"/>
                    </a:lnTo>
                    <a:close/>
                  </a:path>
                </a:pathLst>
              </a:custGeom>
              <a:solidFill>
                <a:srgbClr val="9BD7D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0" name="Google Shape;980;p35"/>
              <p:cNvSpPr/>
              <p:nvPr/>
            </p:nvSpPr>
            <p:spPr>
              <a:xfrm>
                <a:off x="-762000" y="6210662"/>
                <a:ext cx="6898640" cy="1744980"/>
              </a:xfrm>
              <a:custGeom>
                <a:avLst/>
                <a:gdLst/>
                <a:ahLst/>
                <a:cxnLst/>
                <a:rect l="l" t="t" r="r" b="b"/>
                <a:pathLst>
                  <a:path w="6898640" h="4069079" extrusionOk="0">
                    <a:moveTo>
                      <a:pt x="4886833" y="0"/>
                    </a:moveTo>
                    <a:lnTo>
                      <a:pt x="0" y="0"/>
                    </a:lnTo>
                    <a:lnTo>
                      <a:pt x="0" y="4069079"/>
                    </a:lnTo>
                    <a:lnTo>
                      <a:pt x="4883023" y="4069079"/>
                    </a:lnTo>
                    <a:lnTo>
                      <a:pt x="4933758" y="4067837"/>
                    </a:lnTo>
                    <a:lnTo>
                      <a:pt x="4984169" y="4065385"/>
                    </a:lnTo>
                    <a:lnTo>
                      <a:pt x="5034243" y="4061739"/>
                    </a:lnTo>
                    <a:lnTo>
                      <a:pt x="5083964" y="4056911"/>
                    </a:lnTo>
                    <a:lnTo>
                      <a:pt x="5133320" y="4050917"/>
                    </a:lnTo>
                    <a:lnTo>
                      <a:pt x="5182295" y="4043770"/>
                    </a:lnTo>
                    <a:lnTo>
                      <a:pt x="5230877" y="4035485"/>
                    </a:lnTo>
                    <a:lnTo>
                      <a:pt x="5279050" y="4026074"/>
                    </a:lnTo>
                    <a:lnTo>
                      <a:pt x="5326802" y="4015553"/>
                    </a:lnTo>
                    <a:lnTo>
                      <a:pt x="5374117" y="4003936"/>
                    </a:lnTo>
                    <a:lnTo>
                      <a:pt x="5420983" y="3991236"/>
                    </a:lnTo>
                    <a:lnTo>
                      <a:pt x="5467384" y="3977468"/>
                    </a:lnTo>
                    <a:lnTo>
                      <a:pt x="5513308" y="3962645"/>
                    </a:lnTo>
                    <a:lnTo>
                      <a:pt x="5558739" y="3946782"/>
                    </a:lnTo>
                    <a:lnTo>
                      <a:pt x="5603664" y="3929892"/>
                    </a:lnTo>
                    <a:lnTo>
                      <a:pt x="5648070" y="3911991"/>
                    </a:lnTo>
                    <a:lnTo>
                      <a:pt x="5691941" y="3893091"/>
                    </a:lnTo>
                    <a:lnTo>
                      <a:pt x="5735264" y="3873207"/>
                    </a:lnTo>
                    <a:lnTo>
                      <a:pt x="5778025" y="3852353"/>
                    </a:lnTo>
                    <a:lnTo>
                      <a:pt x="5820210" y="3830543"/>
                    </a:lnTo>
                    <a:lnTo>
                      <a:pt x="5861805" y="3807791"/>
                    </a:lnTo>
                    <a:lnTo>
                      <a:pt x="5902796" y="3784112"/>
                    </a:lnTo>
                    <a:lnTo>
                      <a:pt x="5943169" y="3759518"/>
                    </a:lnTo>
                    <a:lnTo>
                      <a:pt x="5982910" y="3734025"/>
                    </a:lnTo>
                    <a:lnTo>
                      <a:pt x="6022005" y="3707646"/>
                    </a:lnTo>
                    <a:lnTo>
                      <a:pt x="6060439" y="3680395"/>
                    </a:lnTo>
                    <a:lnTo>
                      <a:pt x="6098200" y="3652287"/>
                    </a:lnTo>
                    <a:lnTo>
                      <a:pt x="6135273" y="3623335"/>
                    </a:lnTo>
                    <a:lnTo>
                      <a:pt x="6171643" y="3593553"/>
                    </a:lnTo>
                    <a:lnTo>
                      <a:pt x="6207298" y="3562956"/>
                    </a:lnTo>
                    <a:lnTo>
                      <a:pt x="6242222" y="3531558"/>
                    </a:lnTo>
                    <a:lnTo>
                      <a:pt x="6276402" y="3499372"/>
                    </a:lnTo>
                    <a:lnTo>
                      <a:pt x="6309824" y="3466413"/>
                    </a:lnTo>
                    <a:lnTo>
                      <a:pt x="6342474" y="3432695"/>
                    </a:lnTo>
                    <a:lnTo>
                      <a:pt x="6374338" y="3398231"/>
                    </a:lnTo>
                    <a:lnTo>
                      <a:pt x="6405402" y="3363037"/>
                    </a:lnTo>
                    <a:lnTo>
                      <a:pt x="6435651" y="3327125"/>
                    </a:lnTo>
                    <a:lnTo>
                      <a:pt x="6465073" y="3290511"/>
                    </a:lnTo>
                    <a:lnTo>
                      <a:pt x="6493652" y="3253207"/>
                    </a:lnTo>
                    <a:lnTo>
                      <a:pt x="6521376" y="3215228"/>
                    </a:lnTo>
                    <a:lnTo>
                      <a:pt x="6548229" y="3176589"/>
                    </a:lnTo>
                    <a:lnTo>
                      <a:pt x="6574198" y="3137303"/>
                    </a:lnTo>
                    <a:lnTo>
                      <a:pt x="6599269" y="3097384"/>
                    </a:lnTo>
                    <a:lnTo>
                      <a:pt x="6623428" y="3056846"/>
                    </a:lnTo>
                    <a:lnTo>
                      <a:pt x="6646660" y="3015704"/>
                    </a:lnTo>
                    <a:lnTo>
                      <a:pt x="6668953" y="2973971"/>
                    </a:lnTo>
                    <a:lnTo>
                      <a:pt x="6690291" y="2931661"/>
                    </a:lnTo>
                    <a:lnTo>
                      <a:pt x="6710661" y="2888789"/>
                    </a:lnTo>
                    <a:lnTo>
                      <a:pt x="6730049" y="2845369"/>
                    </a:lnTo>
                    <a:lnTo>
                      <a:pt x="6748441" y="2801414"/>
                    </a:lnTo>
                    <a:lnTo>
                      <a:pt x="6765823" y="2756939"/>
                    </a:lnTo>
                    <a:lnTo>
                      <a:pt x="6782181" y="2711957"/>
                    </a:lnTo>
                    <a:lnTo>
                      <a:pt x="6796878" y="2666844"/>
                    </a:lnTo>
                    <a:lnTo>
                      <a:pt x="6810785" y="2620925"/>
                    </a:lnTo>
                    <a:lnTo>
                      <a:pt x="6823854" y="2574272"/>
                    </a:lnTo>
                    <a:lnTo>
                      <a:pt x="6836037" y="2526958"/>
                    </a:lnTo>
                    <a:lnTo>
                      <a:pt x="6847287" y="2479055"/>
                    </a:lnTo>
                    <a:lnTo>
                      <a:pt x="6857555" y="2430636"/>
                    </a:lnTo>
                    <a:lnTo>
                      <a:pt x="6866794" y="2381773"/>
                    </a:lnTo>
                    <a:lnTo>
                      <a:pt x="6874956" y="2332539"/>
                    </a:lnTo>
                    <a:lnTo>
                      <a:pt x="6881994" y="2283006"/>
                    </a:lnTo>
                    <a:lnTo>
                      <a:pt x="6887859" y="2233247"/>
                    </a:lnTo>
                    <a:lnTo>
                      <a:pt x="6892504" y="2183334"/>
                    </a:lnTo>
                    <a:lnTo>
                      <a:pt x="6895881" y="2133340"/>
                    </a:lnTo>
                    <a:lnTo>
                      <a:pt x="6897942" y="2083336"/>
                    </a:lnTo>
                    <a:lnTo>
                      <a:pt x="6898640" y="2033396"/>
                    </a:lnTo>
                    <a:lnTo>
                      <a:pt x="6897942" y="1979862"/>
                    </a:lnTo>
                    <a:lnTo>
                      <a:pt x="6895866" y="1926659"/>
                    </a:lnTo>
                    <a:lnTo>
                      <a:pt x="6892435" y="1873812"/>
                    </a:lnTo>
                    <a:lnTo>
                      <a:pt x="6887673" y="1821345"/>
                    </a:lnTo>
                    <a:lnTo>
                      <a:pt x="6881603" y="1769284"/>
                    </a:lnTo>
                    <a:lnTo>
                      <a:pt x="6874248" y="1717652"/>
                    </a:lnTo>
                    <a:lnTo>
                      <a:pt x="6865632" y="1666474"/>
                    </a:lnTo>
                    <a:lnTo>
                      <a:pt x="6855780" y="1615776"/>
                    </a:lnTo>
                    <a:lnTo>
                      <a:pt x="6844714" y="1565581"/>
                    </a:lnTo>
                    <a:lnTo>
                      <a:pt x="6832457" y="1515914"/>
                    </a:lnTo>
                    <a:lnTo>
                      <a:pt x="6819035" y="1466800"/>
                    </a:lnTo>
                    <a:lnTo>
                      <a:pt x="6804469" y="1418264"/>
                    </a:lnTo>
                    <a:lnTo>
                      <a:pt x="6788784" y="1370329"/>
                    </a:lnTo>
                    <a:lnTo>
                      <a:pt x="6786626" y="1365884"/>
                    </a:lnTo>
                    <a:lnTo>
                      <a:pt x="6786626" y="1361439"/>
                    </a:lnTo>
                    <a:lnTo>
                      <a:pt x="6784467" y="1357121"/>
                    </a:lnTo>
                    <a:lnTo>
                      <a:pt x="6767735" y="1312627"/>
                    </a:lnTo>
                    <a:lnTo>
                      <a:pt x="6749995" y="1268601"/>
                    </a:lnTo>
                    <a:lnTo>
                      <a:pt x="6731259" y="1225058"/>
                    </a:lnTo>
                    <a:lnTo>
                      <a:pt x="6711541" y="1182014"/>
                    </a:lnTo>
                    <a:lnTo>
                      <a:pt x="6690857" y="1139484"/>
                    </a:lnTo>
                    <a:lnTo>
                      <a:pt x="6669219" y="1097483"/>
                    </a:lnTo>
                    <a:lnTo>
                      <a:pt x="6646642" y="1056027"/>
                    </a:lnTo>
                    <a:lnTo>
                      <a:pt x="6623140" y="1015130"/>
                    </a:lnTo>
                    <a:lnTo>
                      <a:pt x="6598727" y="974807"/>
                    </a:lnTo>
                    <a:lnTo>
                      <a:pt x="6573417" y="935074"/>
                    </a:lnTo>
                    <a:lnTo>
                      <a:pt x="6547225" y="895946"/>
                    </a:lnTo>
                    <a:lnTo>
                      <a:pt x="6520163" y="857439"/>
                    </a:lnTo>
                    <a:lnTo>
                      <a:pt x="6492247" y="819566"/>
                    </a:lnTo>
                    <a:lnTo>
                      <a:pt x="6463491" y="782344"/>
                    </a:lnTo>
                    <a:lnTo>
                      <a:pt x="6433908" y="745788"/>
                    </a:lnTo>
                    <a:lnTo>
                      <a:pt x="6403512" y="709913"/>
                    </a:lnTo>
                    <a:lnTo>
                      <a:pt x="6372318" y="674734"/>
                    </a:lnTo>
                    <a:lnTo>
                      <a:pt x="6340339" y="640267"/>
                    </a:lnTo>
                    <a:lnTo>
                      <a:pt x="6307590" y="606525"/>
                    </a:lnTo>
                    <a:lnTo>
                      <a:pt x="6274085" y="573526"/>
                    </a:lnTo>
                    <a:lnTo>
                      <a:pt x="6239838" y="541283"/>
                    </a:lnTo>
                    <a:lnTo>
                      <a:pt x="6204863" y="509812"/>
                    </a:lnTo>
                    <a:lnTo>
                      <a:pt x="6169174" y="479129"/>
                    </a:lnTo>
                    <a:lnTo>
                      <a:pt x="6132785" y="449248"/>
                    </a:lnTo>
                    <a:lnTo>
                      <a:pt x="6095710" y="420184"/>
                    </a:lnTo>
                    <a:lnTo>
                      <a:pt x="6057963" y="391953"/>
                    </a:lnTo>
                    <a:lnTo>
                      <a:pt x="6019558" y="364570"/>
                    </a:lnTo>
                    <a:lnTo>
                      <a:pt x="5980510" y="338051"/>
                    </a:lnTo>
                    <a:lnTo>
                      <a:pt x="5940832" y="312409"/>
                    </a:lnTo>
                    <a:lnTo>
                      <a:pt x="5900539" y="287661"/>
                    </a:lnTo>
                    <a:lnTo>
                      <a:pt x="5859644" y="263822"/>
                    </a:lnTo>
                    <a:lnTo>
                      <a:pt x="5818162" y="240907"/>
                    </a:lnTo>
                    <a:lnTo>
                      <a:pt x="5776107" y="218931"/>
                    </a:lnTo>
                    <a:lnTo>
                      <a:pt x="5733492" y="197909"/>
                    </a:lnTo>
                    <a:lnTo>
                      <a:pt x="5690332" y="177856"/>
                    </a:lnTo>
                    <a:lnTo>
                      <a:pt x="5646641" y="158788"/>
                    </a:lnTo>
                    <a:lnTo>
                      <a:pt x="5602433" y="140720"/>
                    </a:lnTo>
                    <a:lnTo>
                      <a:pt x="5557722" y="123667"/>
                    </a:lnTo>
                    <a:lnTo>
                      <a:pt x="5512522" y="107644"/>
                    </a:lnTo>
                    <a:lnTo>
                      <a:pt x="5466847" y="92666"/>
                    </a:lnTo>
                    <a:lnTo>
                      <a:pt x="5420711" y="78749"/>
                    </a:lnTo>
                    <a:lnTo>
                      <a:pt x="5374129" y="65908"/>
                    </a:lnTo>
                    <a:lnTo>
                      <a:pt x="5327114" y="54157"/>
                    </a:lnTo>
                    <a:lnTo>
                      <a:pt x="5279681" y="43513"/>
                    </a:lnTo>
                    <a:lnTo>
                      <a:pt x="5231843" y="33990"/>
                    </a:lnTo>
                    <a:lnTo>
                      <a:pt x="5183614" y="25603"/>
                    </a:lnTo>
                    <a:lnTo>
                      <a:pt x="5135009" y="18368"/>
                    </a:lnTo>
                    <a:lnTo>
                      <a:pt x="5086042" y="12300"/>
                    </a:lnTo>
                    <a:lnTo>
                      <a:pt x="5036727" y="7414"/>
                    </a:lnTo>
                    <a:lnTo>
                      <a:pt x="4987078" y="3725"/>
                    </a:lnTo>
                    <a:lnTo>
                      <a:pt x="4937108" y="1248"/>
                    </a:lnTo>
                    <a:lnTo>
                      <a:pt x="4886833" y="0"/>
                    </a:lnTo>
                    <a:close/>
                  </a:path>
                </a:pathLst>
              </a:custGeom>
              <a:solidFill>
                <a:srgbClr val="FFC3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1" name="Google Shape;981;p35"/>
              <p:cNvSpPr txBox="1"/>
              <p:nvPr/>
            </p:nvSpPr>
            <p:spPr>
              <a:xfrm>
                <a:off x="271526" y="6515100"/>
                <a:ext cx="6738874"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3344D"/>
                  </a:buClr>
                  <a:buSzPts val="11500"/>
                  <a:buFont typeface="Corsiva"/>
                  <a:buNone/>
                </a:pPr>
                <a:r>
                  <a:rPr lang="en-GB" sz="11500" b="1">
                    <a:solidFill>
                      <a:srgbClr val="23344D"/>
                    </a:solidFill>
                    <a:latin typeface="Corsiva"/>
                    <a:ea typeface="Corsiva"/>
                    <a:cs typeface="Corsiva"/>
                    <a:sym typeface="Corsiva"/>
                  </a:rPr>
                  <a:t>Synergy</a:t>
                </a:r>
                <a:endParaRPr sz="11500" b="1">
                  <a:solidFill>
                    <a:srgbClr val="23344D"/>
                  </a:solidFill>
                  <a:latin typeface="Corsiva"/>
                  <a:ea typeface="Corsiva"/>
                  <a:cs typeface="Corsiva"/>
                  <a:sym typeface="Corsiva"/>
                </a:endParaRPr>
              </a:p>
            </p:txBody>
          </p:sp>
          <p:sp>
            <p:nvSpPr>
              <p:cNvPr id="982" name="Google Shape;982;p35"/>
              <p:cNvSpPr txBox="1"/>
              <p:nvPr/>
            </p:nvSpPr>
            <p:spPr>
              <a:xfrm>
                <a:off x="1142999" y="108679"/>
                <a:ext cx="293800" cy="936154"/>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endParaRPr sz="6000">
                  <a:solidFill>
                    <a:schemeClr val="dk1"/>
                  </a:solidFill>
                  <a:latin typeface="Calibri"/>
                  <a:ea typeface="Calibri"/>
                  <a:cs typeface="Calibri"/>
                  <a:sym typeface="Calibri"/>
                </a:endParaRPr>
              </a:p>
            </p:txBody>
          </p:sp>
        </p:grpSp>
        <p:pic>
          <p:nvPicPr>
            <p:cNvPr id="983" name="Google Shape;983;p35"/>
            <p:cNvPicPr preferRelativeResize="0"/>
            <p:nvPr/>
          </p:nvPicPr>
          <p:blipFill rotWithShape="1">
            <a:blip r:embed="rId3">
              <a:alphaModFix/>
            </a:blip>
            <a:srcRect/>
            <a:stretch/>
          </p:blipFill>
          <p:spPr>
            <a:xfrm>
              <a:off x="535793" y="232807"/>
              <a:ext cx="2591987" cy="1027215"/>
            </a:xfrm>
            <a:prstGeom prst="rect">
              <a:avLst/>
            </a:prstGeom>
            <a:noFill/>
            <a:ln>
              <a:noFill/>
            </a:ln>
          </p:spPr>
        </p:pic>
        <p:pic>
          <p:nvPicPr>
            <p:cNvPr id="984" name="Google Shape;984;p35"/>
            <p:cNvPicPr preferRelativeResize="0"/>
            <p:nvPr/>
          </p:nvPicPr>
          <p:blipFill rotWithShape="1">
            <a:blip r:embed="rId4">
              <a:alphaModFix/>
            </a:blip>
            <a:srcRect/>
            <a:stretch/>
          </p:blipFill>
          <p:spPr>
            <a:xfrm>
              <a:off x="271526" y="2160490"/>
              <a:ext cx="4597255" cy="5116610"/>
            </a:xfrm>
            <a:prstGeom prst="rect">
              <a:avLst/>
            </a:prstGeom>
            <a:noFill/>
            <a:ln>
              <a:noFill/>
            </a:ln>
          </p:spPr>
        </p:pic>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72">
          <a:extLst>
            <a:ext uri="{FF2B5EF4-FFF2-40B4-BE49-F238E27FC236}">
              <a16:creationId xmlns:a16="http://schemas.microsoft.com/office/drawing/2014/main" id="{084A20A5-2E4B-4939-E0DD-4BEEE1830268}"/>
            </a:ext>
          </a:extLst>
        </p:cNvPr>
        <p:cNvGrpSpPr/>
        <p:nvPr/>
      </p:nvGrpSpPr>
      <p:grpSpPr>
        <a:xfrm>
          <a:off x="0" y="0"/>
          <a:ext cx="0" cy="0"/>
          <a:chOff x="0" y="0"/>
          <a:chExt cx="0" cy="0"/>
        </a:xfrm>
      </p:grpSpPr>
      <p:grpSp>
        <p:nvGrpSpPr>
          <p:cNvPr id="577" name="Google Shape;577;p15">
            <a:extLst>
              <a:ext uri="{FF2B5EF4-FFF2-40B4-BE49-F238E27FC236}">
                <a16:creationId xmlns:a16="http://schemas.microsoft.com/office/drawing/2014/main" id="{E614DFA9-1F46-D97E-9F12-866D971EB7D2}"/>
              </a:ext>
            </a:extLst>
          </p:cNvPr>
          <p:cNvGrpSpPr/>
          <p:nvPr/>
        </p:nvGrpSpPr>
        <p:grpSpPr>
          <a:xfrm>
            <a:off x="-1057617" y="9639300"/>
            <a:ext cx="20499486" cy="1524000"/>
            <a:chOff x="-762000" y="8773026"/>
            <a:chExt cx="20499486" cy="1524000"/>
          </a:xfrm>
        </p:grpSpPr>
        <p:grpSp>
          <p:nvGrpSpPr>
            <p:cNvPr id="578" name="Google Shape;578;p15">
              <a:extLst>
                <a:ext uri="{FF2B5EF4-FFF2-40B4-BE49-F238E27FC236}">
                  <a16:creationId xmlns:a16="http://schemas.microsoft.com/office/drawing/2014/main" id="{C6808601-F968-5C9F-9180-3E72A650DCEA}"/>
                </a:ext>
              </a:extLst>
            </p:cNvPr>
            <p:cNvGrpSpPr/>
            <p:nvPr/>
          </p:nvGrpSpPr>
          <p:grpSpPr>
            <a:xfrm>
              <a:off x="-762000" y="8773026"/>
              <a:ext cx="10287000" cy="1524000"/>
              <a:chOff x="-107950" y="7504113"/>
              <a:chExt cx="18395950" cy="2782887"/>
            </a:xfrm>
          </p:grpSpPr>
          <p:sp>
            <p:nvSpPr>
              <p:cNvPr id="579" name="Google Shape;579;p15">
                <a:extLst>
                  <a:ext uri="{FF2B5EF4-FFF2-40B4-BE49-F238E27FC236}">
                    <a16:creationId xmlns:a16="http://schemas.microsoft.com/office/drawing/2014/main" id="{214392C8-73DC-F152-2459-220101BD752D}"/>
                  </a:ext>
                </a:extLst>
              </p:cNvPr>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0" name="Google Shape;580;p15">
                <a:extLst>
                  <a:ext uri="{FF2B5EF4-FFF2-40B4-BE49-F238E27FC236}">
                    <a16:creationId xmlns:a16="http://schemas.microsoft.com/office/drawing/2014/main" id="{22451B3D-D877-F171-30AD-828BCE29665C}"/>
                  </a:ext>
                </a:extLst>
              </p:cNvPr>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81" name="Google Shape;581;p15">
                <a:extLst>
                  <a:ext uri="{FF2B5EF4-FFF2-40B4-BE49-F238E27FC236}">
                    <a16:creationId xmlns:a16="http://schemas.microsoft.com/office/drawing/2014/main" id="{4698AFEA-E381-B7AE-CDCB-C90F7998C1E1}"/>
                  </a:ext>
                </a:extLst>
              </p:cNvPr>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582" name="Google Shape;582;p15">
                <a:extLst>
                  <a:ext uri="{FF2B5EF4-FFF2-40B4-BE49-F238E27FC236}">
                    <a16:creationId xmlns:a16="http://schemas.microsoft.com/office/drawing/2014/main" id="{834C83BB-A4D8-CE5B-DDB7-EC8E943D9FCB}"/>
                  </a:ext>
                </a:extLst>
              </p:cNvPr>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583" name="Google Shape;583;p15">
                <a:extLst>
                  <a:ext uri="{FF2B5EF4-FFF2-40B4-BE49-F238E27FC236}">
                    <a16:creationId xmlns:a16="http://schemas.microsoft.com/office/drawing/2014/main" id="{21BCE178-5629-ABA4-A187-3874F9CF4EA9}"/>
                  </a:ext>
                </a:extLst>
              </p:cNvPr>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84" name="Google Shape;584;p15">
              <a:extLst>
                <a:ext uri="{FF2B5EF4-FFF2-40B4-BE49-F238E27FC236}">
                  <a16:creationId xmlns:a16="http://schemas.microsoft.com/office/drawing/2014/main" id="{0C6C567F-2955-2FB0-3301-F63E1165ABF9}"/>
                </a:ext>
              </a:extLst>
            </p:cNvPr>
            <p:cNvGrpSpPr/>
            <p:nvPr/>
          </p:nvGrpSpPr>
          <p:grpSpPr>
            <a:xfrm>
              <a:off x="9450486" y="8773026"/>
              <a:ext cx="10287000" cy="1524000"/>
              <a:chOff x="-107950" y="7504113"/>
              <a:chExt cx="18395950" cy="2782887"/>
            </a:xfrm>
          </p:grpSpPr>
          <p:sp>
            <p:nvSpPr>
              <p:cNvPr id="585" name="Google Shape;585;p15">
                <a:extLst>
                  <a:ext uri="{FF2B5EF4-FFF2-40B4-BE49-F238E27FC236}">
                    <a16:creationId xmlns:a16="http://schemas.microsoft.com/office/drawing/2014/main" id="{2D7AAEE8-23A1-7C17-0D9B-07AEB4DE9E9D}"/>
                  </a:ext>
                </a:extLst>
              </p:cNvPr>
              <p:cNvSpPr/>
              <p:nvPr/>
            </p:nvSpPr>
            <p:spPr>
              <a:xfrm>
                <a:off x="7373938" y="7504113"/>
                <a:ext cx="10914062" cy="2782887"/>
              </a:xfrm>
              <a:custGeom>
                <a:avLst/>
                <a:gdLst/>
                <a:ahLst/>
                <a:cxnLst/>
                <a:rect l="l" t="t" r="r" b="b"/>
                <a:pathLst>
                  <a:path w="3691990" h="941141" extrusionOk="0">
                    <a:moveTo>
                      <a:pt x="0" y="0"/>
                    </a:moveTo>
                    <a:lnTo>
                      <a:pt x="3691990" y="0"/>
                    </a:lnTo>
                    <a:lnTo>
                      <a:pt x="3691990" y="941141"/>
                    </a:lnTo>
                    <a:lnTo>
                      <a:pt x="0" y="941141"/>
                    </a:lnTo>
                    <a:lnTo>
                      <a:pt x="0" y="0"/>
                    </a:lnTo>
                    <a:close/>
                  </a:path>
                </a:pathLst>
              </a:custGeom>
              <a:solidFill>
                <a:srgbClr val="FFC3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6" name="Google Shape;586;p15">
                <a:extLst>
                  <a:ext uri="{FF2B5EF4-FFF2-40B4-BE49-F238E27FC236}">
                    <a16:creationId xmlns:a16="http://schemas.microsoft.com/office/drawing/2014/main" id="{686A8C47-EFFA-DB85-3121-55F219654382}"/>
                  </a:ext>
                </a:extLst>
              </p:cNvPr>
              <p:cNvSpPr/>
              <p:nvPr/>
            </p:nvSpPr>
            <p:spPr>
              <a:xfrm>
                <a:off x="-107950" y="7504113"/>
                <a:ext cx="9261475" cy="2782887"/>
              </a:xfrm>
              <a:custGeom>
                <a:avLst/>
                <a:gdLst/>
                <a:ahLst/>
                <a:cxnLst/>
                <a:rect l="l" t="t" r="r" b="b"/>
                <a:pathLst>
                  <a:path w="3133072" h="941141" extrusionOk="0">
                    <a:moveTo>
                      <a:pt x="0" y="0"/>
                    </a:moveTo>
                    <a:lnTo>
                      <a:pt x="3133072" y="0"/>
                    </a:lnTo>
                    <a:lnTo>
                      <a:pt x="3133072" y="941141"/>
                    </a:lnTo>
                    <a:lnTo>
                      <a:pt x="0" y="941141"/>
                    </a:lnTo>
                    <a:lnTo>
                      <a:pt x="0" y="0"/>
                    </a:lnTo>
                    <a:close/>
                  </a:path>
                </a:pathLst>
              </a:custGeom>
              <a:solidFill>
                <a:srgbClr val="2334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87" name="Google Shape;587;p15">
                <a:extLst>
                  <a:ext uri="{FF2B5EF4-FFF2-40B4-BE49-F238E27FC236}">
                    <a16:creationId xmlns:a16="http://schemas.microsoft.com/office/drawing/2014/main" id="{12473E40-F016-063E-EBD3-6838A052B674}"/>
                  </a:ext>
                </a:extLst>
              </p:cNvPr>
              <p:cNvPicPr preferRelativeResize="0"/>
              <p:nvPr/>
            </p:nvPicPr>
            <p:blipFill rotWithShape="1">
              <a:blip r:embed="rId3">
                <a:alphaModFix/>
              </a:blip>
              <a:srcRect/>
              <a:stretch/>
            </p:blipFill>
            <p:spPr>
              <a:xfrm>
                <a:off x="6361113" y="7504113"/>
                <a:ext cx="2782887" cy="2782887"/>
              </a:xfrm>
              <a:prstGeom prst="rect">
                <a:avLst/>
              </a:prstGeom>
              <a:noFill/>
              <a:ln>
                <a:noFill/>
              </a:ln>
            </p:spPr>
          </p:pic>
          <p:pic>
            <p:nvPicPr>
              <p:cNvPr id="588" name="Google Shape;588;p15">
                <a:extLst>
                  <a:ext uri="{FF2B5EF4-FFF2-40B4-BE49-F238E27FC236}">
                    <a16:creationId xmlns:a16="http://schemas.microsoft.com/office/drawing/2014/main" id="{E17977F9-1882-CE98-09CE-FE9831449ABE}"/>
                  </a:ext>
                </a:extLst>
              </p:cNvPr>
              <p:cNvPicPr preferRelativeResize="0"/>
              <p:nvPr/>
            </p:nvPicPr>
            <p:blipFill rotWithShape="1">
              <a:blip r:embed="rId4">
                <a:alphaModFix/>
              </a:blip>
              <a:srcRect/>
              <a:stretch/>
            </p:blipFill>
            <p:spPr>
              <a:xfrm>
                <a:off x="9144000" y="7504113"/>
                <a:ext cx="2782888" cy="2782887"/>
              </a:xfrm>
              <a:prstGeom prst="rect">
                <a:avLst/>
              </a:prstGeom>
              <a:noFill/>
              <a:ln>
                <a:noFill/>
              </a:ln>
            </p:spPr>
          </p:pic>
          <p:sp>
            <p:nvSpPr>
              <p:cNvPr id="589" name="Google Shape;589;p15">
                <a:extLst>
                  <a:ext uri="{FF2B5EF4-FFF2-40B4-BE49-F238E27FC236}">
                    <a16:creationId xmlns:a16="http://schemas.microsoft.com/office/drawing/2014/main" id="{11879599-5FB8-D522-7FB6-5F2A760C34AB}"/>
                  </a:ext>
                </a:extLst>
              </p:cNvPr>
              <p:cNvSpPr/>
              <p:nvPr/>
            </p:nvSpPr>
            <p:spPr>
              <a:xfrm>
                <a:off x="15511322" y="7504113"/>
                <a:ext cx="2770469" cy="278288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73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pic>
        <p:nvPicPr>
          <p:cNvPr id="4" name="Picture 3">
            <a:extLst>
              <a:ext uri="{FF2B5EF4-FFF2-40B4-BE49-F238E27FC236}">
                <a16:creationId xmlns:a16="http://schemas.microsoft.com/office/drawing/2014/main" id="{DB017A84-7D6F-40AA-DC60-7BFB2E99128B}"/>
              </a:ext>
            </a:extLst>
          </p:cNvPr>
          <p:cNvPicPr>
            <a:picLocks noChangeAspect="1"/>
          </p:cNvPicPr>
          <p:nvPr/>
        </p:nvPicPr>
        <p:blipFill>
          <a:blip r:embed="rId5"/>
          <a:stretch>
            <a:fillRect/>
          </a:stretch>
        </p:blipFill>
        <p:spPr>
          <a:xfrm>
            <a:off x="5515638" y="1011677"/>
            <a:ext cx="7251400" cy="8627623"/>
          </a:xfrm>
          <a:prstGeom prst="rect">
            <a:avLst/>
          </a:prstGeom>
        </p:spPr>
      </p:pic>
    </p:spTree>
    <p:extLst>
      <p:ext uri="{BB962C8B-B14F-4D97-AF65-F5344CB8AC3E}">
        <p14:creationId xmlns:p14="http://schemas.microsoft.com/office/powerpoint/2010/main" val="1475000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BD4B4"/>
        </a:solidFill>
        <a:effectLst/>
      </p:bgPr>
    </p:bg>
    <p:spTree>
      <p:nvGrpSpPr>
        <p:cNvPr id="1" name="Shape 998"/>
        <p:cNvGrpSpPr/>
        <p:nvPr/>
      </p:nvGrpSpPr>
      <p:grpSpPr>
        <a:xfrm>
          <a:off x="0" y="0"/>
          <a:ext cx="0" cy="0"/>
          <a:chOff x="0" y="0"/>
          <a:chExt cx="0" cy="0"/>
        </a:xfrm>
      </p:grpSpPr>
      <p:sp>
        <p:nvSpPr>
          <p:cNvPr id="999" name="Google Shape;999;p37"/>
          <p:cNvSpPr/>
          <p:nvPr/>
        </p:nvSpPr>
        <p:spPr>
          <a:xfrm rot="-5400000">
            <a:off x="5531149" y="1646107"/>
            <a:ext cx="9525" cy="6893324"/>
          </a:xfrm>
          <a:prstGeom prst="rect">
            <a:avLst/>
          </a:prstGeom>
          <a:solidFill>
            <a:srgbClr val="2334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00" name="Google Shape;1000;p37"/>
          <p:cNvPicPr preferRelativeResize="0"/>
          <p:nvPr/>
        </p:nvPicPr>
        <p:blipFill rotWithShape="1">
          <a:blip r:embed="rId3">
            <a:alphaModFix/>
          </a:blip>
          <a:srcRect/>
          <a:stretch/>
        </p:blipFill>
        <p:spPr>
          <a:xfrm rot="10800000">
            <a:off x="11210933" y="5141094"/>
            <a:ext cx="5145906" cy="5145906"/>
          </a:xfrm>
          <a:prstGeom prst="rect">
            <a:avLst/>
          </a:prstGeom>
          <a:noFill/>
          <a:ln>
            <a:noFill/>
          </a:ln>
        </p:spPr>
      </p:pic>
      <p:pic>
        <p:nvPicPr>
          <p:cNvPr id="1001" name="Google Shape;1001;p37"/>
          <p:cNvPicPr preferRelativeResize="0"/>
          <p:nvPr/>
        </p:nvPicPr>
        <p:blipFill rotWithShape="1">
          <a:blip r:embed="rId3">
            <a:alphaModFix/>
          </a:blip>
          <a:srcRect/>
          <a:stretch/>
        </p:blipFill>
        <p:spPr>
          <a:xfrm rot="5400000">
            <a:off x="13142094" y="0"/>
            <a:ext cx="5145906" cy="5145906"/>
          </a:xfrm>
          <a:prstGeom prst="rect">
            <a:avLst/>
          </a:prstGeom>
          <a:noFill/>
          <a:ln>
            <a:noFill/>
          </a:ln>
        </p:spPr>
      </p:pic>
      <p:sp>
        <p:nvSpPr>
          <p:cNvPr id="1002" name="Google Shape;1002;p37"/>
          <p:cNvSpPr/>
          <p:nvPr/>
        </p:nvSpPr>
        <p:spPr>
          <a:xfrm>
            <a:off x="10509912" y="1868790"/>
            <a:ext cx="1402042" cy="1408326"/>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03" name="Google Shape;1003;p37"/>
          <p:cNvPicPr preferRelativeResize="0"/>
          <p:nvPr/>
        </p:nvPicPr>
        <p:blipFill rotWithShape="1">
          <a:blip r:embed="rId4">
            <a:alphaModFix/>
          </a:blip>
          <a:srcRect/>
          <a:stretch/>
        </p:blipFill>
        <p:spPr>
          <a:xfrm>
            <a:off x="3429000" y="571490"/>
            <a:ext cx="4038610" cy="4038610"/>
          </a:xfrm>
          <a:prstGeom prst="rect">
            <a:avLst/>
          </a:prstGeom>
          <a:noFill/>
          <a:ln>
            <a:noFill/>
          </a:ln>
        </p:spPr>
      </p:pic>
      <p:sp>
        <p:nvSpPr>
          <p:cNvPr id="1004" name="Google Shape;1004;p37"/>
          <p:cNvSpPr/>
          <p:nvPr/>
        </p:nvSpPr>
        <p:spPr>
          <a:xfrm>
            <a:off x="2603500" y="5407659"/>
            <a:ext cx="5689600" cy="3611879"/>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Contents Slide Master">
  <a:themeElements>
    <a:clrScheme name="ALLPPT-COLOR-A33">
      <a:dk1>
        <a:srgbClr val="000000"/>
      </a:dk1>
      <a:lt1>
        <a:srgbClr val="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Contents Slide Master">
  <a:themeElements>
    <a:clrScheme name="ALLPPT-COLOR-A33">
      <a:dk1>
        <a:srgbClr val="000000"/>
      </a:dk1>
      <a:lt1>
        <a:srgbClr val="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ontents Slide Master">
  <a:themeElements>
    <a:clrScheme name="ALLPPT-303">
      <a:dk1>
        <a:sysClr val="windowText" lastClr="000000"/>
      </a:dk1>
      <a:lt1>
        <a:sysClr val="window" lastClr="FFFFFF"/>
      </a:lt1>
      <a:dk2>
        <a:srgbClr val="1F497D"/>
      </a:dk2>
      <a:lt2>
        <a:srgbClr val="EEECE1"/>
      </a:lt2>
      <a:accent1>
        <a:srgbClr val="FD2906"/>
      </a:accent1>
      <a:accent2>
        <a:srgbClr val="262626"/>
      </a:accent2>
      <a:accent3>
        <a:srgbClr val="FD2906"/>
      </a:accent3>
      <a:accent4>
        <a:srgbClr val="262626"/>
      </a:accent4>
      <a:accent5>
        <a:srgbClr val="FD2906"/>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1706</TotalTime>
  <Words>1900</Words>
  <Application>Microsoft Office PowerPoint</Application>
  <PresentationFormat>Custom</PresentationFormat>
  <Paragraphs>306</Paragraphs>
  <Slides>39</Slides>
  <Notes>38</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39</vt:i4>
      </vt:variant>
    </vt:vector>
  </HeadingPairs>
  <TitlesOfParts>
    <vt:vector size="50" baseType="lpstr">
      <vt:lpstr>Courgette</vt:lpstr>
      <vt:lpstr>Calibri</vt:lpstr>
      <vt:lpstr>Federo</vt:lpstr>
      <vt:lpstr>Corsiva</vt:lpstr>
      <vt:lpstr>Arial</vt:lpstr>
      <vt:lpstr>Times New Roman</vt:lpstr>
      <vt:lpstr>Office Theme</vt:lpstr>
      <vt:lpstr>3_Contents Slide Master</vt:lpstr>
      <vt:lpstr>4_Contents Slide Master</vt:lpstr>
      <vt:lpstr>Contents Slide Master</vt:lpstr>
      <vt:lpstr>1_Office Theme</vt:lpstr>
      <vt:lpstr>PowerPoint Presentation</vt:lpstr>
      <vt:lpstr>PowerPoint Presentation</vt:lpstr>
      <vt:lpstr>PowerPoint Presentation</vt:lpstr>
      <vt:lpstr>PowerPoint Presentation</vt:lpstr>
      <vt:lpstr>PowerPoint Presentation</vt:lpstr>
      <vt:lpstr>PowerPoint Presentation</vt:lpstr>
      <vt:lpstr>Model Penerapan ICES</vt:lpstr>
      <vt:lpstr>PowerPoint Presentation</vt:lpstr>
      <vt:lpstr>PowerPoint Presentation</vt:lpstr>
      <vt:lpstr>PowerPoint Presentation</vt:lpstr>
      <vt:lpstr>PowerPoint Presentation</vt:lpstr>
      <vt:lpstr>Integrity</vt:lpstr>
      <vt:lpstr>PowerPoint Presentation</vt:lpstr>
      <vt:lpstr>PowerPoint Presentation</vt:lpstr>
      <vt:lpstr>Nilai perilaku Do</vt:lpstr>
      <vt:lpstr>PowerPoint Presentation</vt:lpstr>
      <vt:lpstr>Nilai perilaku Do</vt:lpstr>
      <vt:lpstr>PowerPoint Presentation</vt:lpstr>
      <vt:lpstr>Customer Satisfation</vt:lpstr>
      <vt:lpstr>PowerPoint Presentation</vt:lpstr>
      <vt:lpstr>PowerPoint Presentation</vt:lpstr>
      <vt:lpstr>Nilai perilaku Do</vt:lpstr>
      <vt:lpstr>Nilai perilaku Do</vt:lpstr>
      <vt:lpstr>PowerPoint Presentation</vt:lpstr>
      <vt:lpstr>Excellent Achievement</vt:lpstr>
      <vt:lpstr>PowerPoint Presentation</vt:lpstr>
      <vt:lpstr>PowerPoint Presentation</vt:lpstr>
      <vt:lpstr>Nilai perilaku Do</vt:lpstr>
      <vt:lpstr>PowerPoint Presentation</vt:lpstr>
      <vt:lpstr>Nilai perilaku Do</vt:lpstr>
      <vt:lpstr>PowerPoint Presentation</vt:lpstr>
      <vt:lpstr>Synergy</vt:lpstr>
      <vt:lpstr>PowerPoint Presentation</vt:lpstr>
      <vt:lpstr>PowerPoint Presentation</vt:lpstr>
      <vt:lpstr>PowerPoint Presentation</vt:lpstr>
      <vt:lpstr>PowerPoint Presentation</vt:lpstr>
      <vt:lpstr>Nilai perilaku Do</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Admin</cp:lastModifiedBy>
  <cp:revision>29</cp:revision>
  <dcterms:created xsi:type="dcterms:W3CDTF">2006-08-16T00:00:00Z</dcterms:created>
  <dcterms:modified xsi:type="dcterms:W3CDTF">2025-05-20T05:46:35Z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1033-11.2.0.9718</vt:lpwstr>
  </property>
</Properties>
</file>